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34"/>
  </p:notesMasterIdLst>
  <p:handoutMasterIdLst>
    <p:handoutMasterId r:id="rId35"/>
  </p:handoutMasterIdLst>
  <p:sldIdLst>
    <p:sldId id="324" r:id="rId5"/>
    <p:sldId id="377" r:id="rId6"/>
    <p:sldId id="270" r:id="rId7"/>
    <p:sldId id="376" r:id="rId8"/>
    <p:sldId id="378" r:id="rId42"/>
    <p:sldId id="302" r:id="rId9"/>
    <p:sldId id="315" r:id="rId10"/>
    <p:sldId id="370" r:id="rId15"/>
    <p:sldId id="379" r:id="rId43"/>
    <p:sldId id="333" r:id="rId22"/>
    <p:sldId id="380" r:id="rId44"/>
    <p:sldId id="373" r:id="rId28"/>
    <p:sldId id="374" r:id="rId31"/>
    <p:sldId id="381" r:id="rId45"/>
    <p:sldId id="312" r:id="rId32"/>
    <p:sldId id="382" r:id="rId46"/>
    <p:sldId id="339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3A3B"/>
    <a:srgbClr val="4949E7"/>
    <a:srgbClr val="C9F971"/>
    <a:srgbClr val="B1F0E5"/>
    <a:srgbClr val="0033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E218CD-03F8-4B0C-93F2-76C6CBB1B595}" v="8" dt="2025-10-29T11:36:46.85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8507" autoAdjust="0"/>
  </p:normalViewPr>
  <p:slideViewPr>
    <p:cSldViewPr snapToGrid="0">
      <p:cViewPr varScale="1">
        <p:scale>
          <a:sx n="83" d="100"/>
          <a:sy n="83" d="100"/>
        </p:scale>
        <p:origin x="1488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5" Type="http://schemas.openxmlformats.org/officeDocument/2006/relationships/slide" Target="slides/slide8.xml"/><Relationship Id="rId22" Type="http://schemas.openxmlformats.org/officeDocument/2006/relationships/slide" Target="slides/slide10.xml"/><Relationship Id="rId28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5.xml"/><Relationship Id="rId33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Relationship Id="rId41" Type="http://schemas.microsoft.com/office/2015/10/relationships/revisionInfo" Target="revisionInfo.xml"/><Relationship Id="rId42" Type="http://schemas.openxmlformats.org/officeDocument/2006/relationships/slide" Target="slides/slide5.xml"/><Relationship Id="rId43" Type="http://schemas.openxmlformats.org/officeDocument/2006/relationships/slide" Target="slides/slide9.xml"/><Relationship Id="rId44" Type="http://schemas.openxmlformats.org/officeDocument/2006/relationships/slide" Target="slides/slide11.xml"/><Relationship Id="rId45" Type="http://schemas.openxmlformats.org/officeDocument/2006/relationships/slide" Target="slides/slide14.xml"/><Relationship Id="rId46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ghe, Bren" userId="0772691d-7a8e-443b-b68a-86d18f1186d2" providerId="ADAL" clId="{21A4FE2F-40B0-4B01-AA73-73F6E7D0BEC9}"/>
    <pc:docChg chg="undo custSel addSld delSld modSld sldOrd">
      <pc:chgData name="Tighe, Bren" userId="0772691d-7a8e-443b-b68a-86d18f1186d2" providerId="ADAL" clId="{21A4FE2F-40B0-4B01-AA73-73F6E7D0BEC9}" dt="2024-09-18T19:07:43.636" v="1668" actId="47"/>
      <pc:docMkLst>
        <pc:docMk/>
      </pc:docMkLst>
      <pc:sldChg chg="ord">
        <pc:chgData name="Tighe, Bren" userId="0772691d-7a8e-443b-b68a-86d18f1186d2" providerId="ADAL" clId="{21A4FE2F-40B0-4B01-AA73-73F6E7D0BEC9}" dt="2024-09-03T18:26:39.072" v="1494"/>
        <pc:sldMkLst>
          <pc:docMk/>
          <pc:sldMk cId="0" sldId="270"/>
        </pc:sldMkLst>
      </pc:sldChg>
      <pc:sldChg chg="modSp mod">
        <pc:chgData name="Tighe, Bren" userId="0772691d-7a8e-443b-b68a-86d18f1186d2" providerId="ADAL" clId="{21A4FE2F-40B0-4B01-AA73-73F6E7D0BEC9}" dt="2024-09-03T18:14:44.517" v="1458" actId="20577"/>
        <pc:sldMkLst>
          <pc:docMk/>
          <pc:sldMk cId="1341901065" sldId="302"/>
        </pc:sldMkLst>
      </pc:sldChg>
      <pc:sldChg chg="del ord">
        <pc:chgData name="Tighe, Bren" userId="0772691d-7a8e-443b-b68a-86d18f1186d2" providerId="ADAL" clId="{21A4FE2F-40B0-4B01-AA73-73F6E7D0BEC9}" dt="2024-09-18T19:07:43.636" v="1668" actId="47"/>
        <pc:sldMkLst>
          <pc:docMk/>
          <pc:sldMk cId="3401748718" sldId="304"/>
        </pc:sldMkLst>
      </pc:sldChg>
      <pc:sldChg chg="ord">
        <pc:chgData name="Tighe, Bren" userId="0772691d-7a8e-443b-b68a-86d18f1186d2" providerId="ADAL" clId="{21A4FE2F-40B0-4B01-AA73-73F6E7D0BEC9}" dt="2024-09-02T15:40:44.155" v="1370"/>
        <pc:sldMkLst>
          <pc:docMk/>
          <pc:sldMk cId="3696770303" sldId="315"/>
        </pc:sldMkLst>
      </pc:sldChg>
      <pc:sldChg chg="addSp delSp modSp mod">
        <pc:chgData name="Tighe, Bren" userId="0772691d-7a8e-443b-b68a-86d18f1186d2" providerId="ADAL" clId="{21A4FE2F-40B0-4B01-AA73-73F6E7D0BEC9}" dt="2024-09-03T18:25:03.103" v="1472" actId="1076"/>
        <pc:sldMkLst>
          <pc:docMk/>
          <pc:sldMk cId="3665993043" sldId="324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2721330959" sldId="335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4020270958" sldId="337"/>
        </pc:sldMkLst>
      </pc:sldChg>
      <pc:sldChg chg="addSp delSp modSp mod modClrScheme chgLayout">
        <pc:chgData name="Tighe, Bren" userId="0772691d-7a8e-443b-b68a-86d18f1186d2" providerId="ADAL" clId="{21A4FE2F-40B0-4B01-AA73-73F6E7D0BEC9}" dt="2024-09-02T15:41:30.915" v="1406" actId="1076"/>
        <pc:sldMkLst>
          <pc:docMk/>
          <pc:sldMk cId="903057412" sldId="338"/>
        </pc:sldMkLst>
      </pc:sldChg>
      <pc:sldChg chg="modSp">
        <pc:chgData name="Tighe, Bren" userId="0772691d-7a8e-443b-b68a-86d18f1186d2" providerId="ADAL" clId="{21A4FE2F-40B0-4B01-AA73-73F6E7D0BEC9}" dt="2024-09-02T13:21:19.506" v="606" actId="1076"/>
        <pc:sldMkLst>
          <pc:docMk/>
          <pc:sldMk cId="3543394226" sldId="347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1756112182" sldId="349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3352133844" sldId="350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1465619268" sldId="351"/>
        </pc:sldMkLst>
      </pc:sldChg>
      <pc:sldChg chg="modSp mod">
        <pc:chgData name="Tighe, Bren" userId="0772691d-7a8e-443b-b68a-86d18f1186d2" providerId="ADAL" clId="{21A4FE2F-40B0-4B01-AA73-73F6E7D0BEC9}" dt="2024-09-03T19:48:45.372" v="1664" actId="20577"/>
        <pc:sldMkLst>
          <pc:docMk/>
          <pc:sldMk cId="2186264105" sldId="352"/>
        </pc:sldMkLst>
      </pc:sldChg>
      <pc:sldChg chg="modSp mod">
        <pc:chgData name="Tighe, Bren" userId="0772691d-7a8e-443b-b68a-86d18f1186d2" providerId="ADAL" clId="{21A4FE2F-40B0-4B01-AA73-73F6E7D0BEC9}" dt="2024-09-02T13:19:03.993" v="592" actId="1076"/>
        <pc:sldMkLst>
          <pc:docMk/>
          <pc:sldMk cId="4170166722" sldId="355"/>
        </pc:sldMkLst>
      </pc:sldChg>
      <pc:sldChg chg="modSp mod">
        <pc:chgData name="Tighe, Bren" userId="0772691d-7a8e-443b-b68a-86d18f1186d2" providerId="ADAL" clId="{21A4FE2F-40B0-4B01-AA73-73F6E7D0BEC9}" dt="2024-09-02T13:20:05.034" v="603"/>
        <pc:sldMkLst>
          <pc:docMk/>
          <pc:sldMk cId="3566417260" sldId="356"/>
        </pc:sldMkLst>
      </pc:sldChg>
      <pc:sldChg chg="modSp mod">
        <pc:chgData name="Tighe, Bren" userId="0772691d-7a8e-443b-b68a-86d18f1186d2" providerId="ADAL" clId="{21A4FE2F-40B0-4B01-AA73-73F6E7D0BEC9}" dt="2024-09-02T13:19:21.267" v="594" actId="20577"/>
        <pc:sldMkLst>
          <pc:docMk/>
          <pc:sldMk cId="2083192029" sldId="357"/>
        </pc:sldMkLst>
      </pc:sldChg>
      <pc:sldChg chg="modSp mod">
        <pc:chgData name="Tighe, Bren" userId="0772691d-7a8e-443b-b68a-86d18f1186d2" providerId="ADAL" clId="{21A4FE2F-40B0-4B01-AA73-73F6E7D0BEC9}" dt="2024-09-02T14:45:00.846" v="678" actId="1076"/>
        <pc:sldMkLst>
          <pc:docMk/>
          <pc:sldMk cId="3761627057" sldId="358"/>
        </pc:sldMkLst>
      </pc:sldChg>
      <pc:sldChg chg="modSp mod">
        <pc:chgData name="Tighe, Bren" userId="0772691d-7a8e-443b-b68a-86d18f1186d2" providerId="ADAL" clId="{21A4FE2F-40B0-4B01-AA73-73F6E7D0BEC9}" dt="2024-09-02T14:45:55.471" v="696" actId="1076"/>
        <pc:sldMkLst>
          <pc:docMk/>
          <pc:sldMk cId="746022494" sldId="359"/>
        </pc:sldMkLst>
      </pc:sldChg>
      <pc:sldChg chg="addSp delSp modSp mod modClrScheme chgLayout">
        <pc:chgData name="Tighe, Bren" userId="0772691d-7a8e-443b-b68a-86d18f1186d2" providerId="ADAL" clId="{21A4FE2F-40B0-4B01-AA73-73F6E7D0BEC9}" dt="2024-09-02T14:51:30.962" v="721" actId="6549"/>
        <pc:sldMkLst>
          <pc:docMk/>
          <pc:sldMk cId="3015280242" sldId="360"/>
        </pc:sldMkLst>
      </pc:sldChg>
      <pc:sldChg chg="addSp delSp modSp new del mod modMedia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1415128614" sldId="361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1697773322" sldId="361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1286057992" sldId="362"/>
        </pc:sldMkLst>
      </pc:sldChg>
      <pc:sldChg chg="addSp delSp modSp new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779409290" sldId="362"/>
        </pc:sldMkLst>
      </pc:sldChg>
      <pc:sldChg chg="addSp delSp modSp new del mod modMedia modClrScheme chgLayout">
        <pc:chgData name="Tighe, Bren" userId="0772691d-7a8e-443b-b68a-86d18f1186d2" providerId="ADAL" clId="{21A4FE2F-40B0-4B01-AA73-73F6E7D0BEC9}" dt="2024-09-02T14:57:16.513" v="802" actId="2696"/>
        <pc:sldMkLst>
          <pc:docMk/>
          <pc:sldMk cId="1610063286" sldId="363"/>
        </pc:sldMkLst>
      </pc:sldChg>
      <pc:sldChg chg="addSp modSp new mod modClrScheme chgLayout">
        <pc:chgData name="Tighe, Bren" userId="0772691d-7a8e-443b-b68a-86d18f1186d2" providerId="ADAL" clId="{21A4FE2F-40B0-4B01-AA73-73F6E7D0BEC9}" dt="2024-09-03T20:01:23.307" v="1666" actId="14100"/>
        <pc:sldMkLst>
          <pc:docMk/>
          <pc:sldMk cId="1824499101" sldId="363"/>
        </pc:sldMkLst>
      </pc:sldChg>
      <pc:sldChg chg="add del">
        <pc:chgData name="Tighe, Bren" userId="0772691d-7a8e-443b-b68a-86d18f1186d2" providerId="ADAL" clId="{21A4FE2F-40B0-4B01-AA73-73F6E7D0BEC9}" dt="2024-09-02T15:33:16.522" v="1255" actId="47"/>
        <pc:sldMkLst>
          <pc:docMk/>
          <pc:sldMk cId="3650617873" sldId="364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2133860229" sldId="365"/>
        </pc:sldMkLst>
      </pc:sldChg>
      <pc:sldChg chg="addSp delSp modSp add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860543529" sldId="365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2520306314" sldId="366"/>
        </pc:sldMkLst>
      </pc:sldChg>
      <pc:sldChg chg="addSp delSp modSp new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670194769" sldId="366"/>
        </pc:sldMkLst>
      </pc:sldChg>
      <pc:sldChg chg="new del">
        <pc:chgData name="Tighe, Bren" userId="0772691d-7a8e-443b-b68a-86d18f1186d2" providerId="ADAL" clId="{21A4FE2F-40B0-4B01-AA73-73F6E7D0BEC9}" dt="2024-09-02T15:35:42.133" v="1278" actId="680"/>
        <pc:sldMkLst>
          <pc:docMk/>
          <pc:sldMk cId="3977492915" sldId="366"/>
        </pc:sldMkLst>
      </pc:sldChg>
      <pc:sldChg chg="addSp delSp modSp new mod modClrScheme chgLayout">
        <pc:chgData name="Tighe, Bren" userId="0772691d-7a8e-443b-b68a-86d18f1186d2" providerId="ADAL" clId="{21A4FE2F-40B0-4B01-AA73-73F6E7D0BEC9}" dt="2024-09-03T19:40:52.712" v="1655" actId="478"/>
        <pc:sldMkLst>
          <pc:docMk/>
          <pc:sldMk cId="2915198675" sldId="367"/>
        </pc:sldMkLst>
      </pc:sldChg>
      <pc:sldChg chg="delSp modSp new mod">
        <pc:chgData name="Tighe, Bren" userId="0772691d-7a8e-443b-b68a-86d18f1186d2" providerId="ADAL" clId="{21A4FE2F-40B0-4B01-AA73-73F6E7D0BEC9}" dt="2024-09-03T18:25:50.558" v="1492" actId="122"/>
        <pc:sldMkLst>
          <pc:docMk/>
          <pc:sldMk cId="2536446753" sldId="375"/>
        </pc:sldMkLst>
      </pc:sldChg>
      <pc:sldChg chg="addSp delSp modSp new mod modClrScheme chgLayout">
        <pc:chgData name="Tighe, Bren" userId="0772691d-7a8e-443b-b68a-86d18f1186d2" providerId="ADAL" clId="{21A4FE2F-40B0-4B01-AA73-73F6E7D0BEC9}" dt="2024-09-03T19:40:16.288" v="1654" actId="1076"/>
        <pc:sldMkLst>
          <pc:docMk/>
          <pc:sldMk cId="35195736" sldId="376"/>
        </pc:sldMkLst>
      </pc:sldChg>
      <pc:sldChg chg="add">
        <pc:chgData name="Tighe, Bren" userId="0772691d-7a8e-443b-b68a-86d18f1186d2" providerId="ADAL" clId="{21A4FE2F-40B0-4B01-AA73-73F6E7D0BEC9}" dt="2024-09-18T19:07:40.527" v="1667"/>
        <pc:sldMkLst>
          <pc:docMk/>
          <pc:sldMk cId="3920365407" sldId="377"/>
        </pc:sldMkLst>
      </pc:sldChg>
    </pc:docChg>
  </pc:docChgLst>
  <pc:docChgLst>
    <pc:chgData name="Tighe, Bren" userId="0772691d-7a8e-443b-b68a-86d18f1186d2" providerId="ADAL" clId="{DA1C09D3-B5DB-4177-A0E1-C735250FF4E2}"/>
    <pc:docChg chg="undo custSel addSld delSld modSld sldOrd">
      <pc:chgData name="Tighe, Bren" userId="0772691d-7a8e-443b-b68a-86d18f1186d2" providerId="ADAL" clId="{DA1C09D3-B5DB-4177-A0E1-C735250FF4E2}" dt="2024-09-23T08:09:33.347" v="4033" actId="1076"/>
      <pc:docMkLst>
        <pc:docMk/>
      </pc:docMkLst>
      <pc:sldChg chg="addSp modSp mod ord">
        <pc:chgData name="Tighe, Bren" userId="0772691d-7a8e-443b-b68a-86d18f1186d2" providerId="ADAL" clId="{DA1C09D3-B5DB-4177-A0E1-C735250FF4E2}" dt="2024-09-02T08:15:54.022" v="385" actId="1076"/>
        <pc:sldMkLst>
          <pc:docMk/>
          <pc:sldMk cId="0" sldId="270"/>
        </pc:sldMkLst>
      </pc:sldChg>
      <pc:sldChg chg="modSp mod ord">
        <pc:chgData name="Tighe, Bren" userId="0772691d-7a8e-443b-b68a-86d18f1186d2" providerId="ADAL" clId="{DA1C09D3-B5DB-4177-A0E1-C735250FF4E2}" dt="2024-09-02T08:31:34.522" v="415" actId="1076"/>
        <pc:sldMkLst>
          <pc:docMk/>
          <pc:sldMk cId="3401748718" sldId="304"/>
        </pc:sldMkLst>
      </pc:sldChg>
      <pc:sldChg chg="modSp mod">
        <pc:chgData name="Tighe, Bren" userId="0772691d-7a8e-443b-b68a-86d18f1186d2" providerId="ADAL" clId="{DA1C09D3-B5DB-4177-A0E1-C735250FF4E2}" dt="2024-09-03T10:33:33.388" v="2680" actId="1076"/>
        <pc:sldMkLst>
          <pc:docMk/>
          <pc:sldMk cId="4120671462" sldId="312"/>
        </pc:sldMkLst>
      </pc:sldChg>
      <pc:sldChg chg="addSp modSp mod setBg modClrScheme chgLayout">
        <pc:chgData name="Tighe, Bren" userId="0772691d-7a8e-443b-b68a-86d18f1186d2" providerId="ADAL" clId="{DA1C09D3-B5DB-4177-A0E1-C735250FF4E2}" dt="2024-09-03T11:53:50.570" v="3760" actId="1076"/>
        <pc:sldMkLst>
          <pc:docMk/>
          <pc:sldMk cId="715534863" sldId="313"/>
        </pc:sldMkLst>
      </pc:sldChg>
      <pc:sldChg chg="modSp mod">
        <pc:chgData name="Tighe, Bren" userId="0772691d-7a8e-443b-b68a-86d18f1186d2" providerId="ADAL" clId="{DA1C09D3-B5DB-4177-A0E1-C735250FF4E2}" dt="2024-09-02T08:29:50.044" v="406" actId="20577"/>
        <pc:sldMkLst>
          <pc:docMk/>
          <pc:sldMk cId="3696770303" sldId="315"/>
        </pc:sldMkLst>
      </pc:sldChg>
      <pc:sldChg chg="addSp delSp modSp mod ord">
        <pc:chgData name="Tighe, Bren" userId="0772691d-7a8e-443b-b68a-86d18f1186d2" providerId="ADAL" clId="{DA1C09D3-B5DB-4177-A0E1-C735250FF4E2}" dt="2024-08-23T13:57:48.166" v="94"/>
        <pc:sldMkLst>
          <pc:docMk/>
          <pc:sldMk cId="1110251285" sldId="325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1034164" sldId="326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4174833539" sldId="327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1616044106" sldId="328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2440950125" sldId="329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2126243983" sldId="330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3235999328" sldId="331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3146213629" sldId="332"/>
        </pc:sldMkLst>
      </pc:sldChg>
      <pc:sldChg chg="modSp mod">
        <pc:chgData name="Tighe, Bren" userId="0772691d-7a8e-443b-b68a-86d18f1186d2" providerId="ADAL" clId="{DA1C09D3-B5DB-4177-A0E1-C735250FF4E2}" dt="2024-09-02T10:17:19.320" v="1126" actId="1076"/>
        <pc:sldMkLst>
          <pc:docMk/>
          <pc:sldMk cId="2394941141" sldId="333"/>
        </pc:sldMkLst>
      </pc:sldChg>
      <pc:sldChg chg="addSp modSp mod">
        <pc:chgData name="Tighe, Bren" userId="0772691d-7a8e-443b-b68a-86d18f1186d2" providerId="ADAL" clId="{DA1C09D3-B5DB-4177-A0E1-C735250FF4E2}" dt="2024-09-02T08:21:55.420" v="396" actId="33524"/>
        <pc:sldMkLst>
          <pc:docMk/>
          <pc:sldMk cId="1848991684" sldId="336"/>
        </pc:sldMkLst>
      </pc:sldChg>
      <pc:sldChg chg="modSp mod">
        <pc:chgData name="Tighe, Bren" userId="0772691d-7a8e-443b-b68a-86d18f1186d2" providerId="ADAL" clId="{DA1C09D3-B5DB-4177-A0E1-C735250FF4E2}" dt="2024-09-02T08:44:32.708" v="450" actId="1076"/>
        <pc:sldMkLst>
          <pc:docMk/>
          <pc:sldMk cId="903057412" sldId="338"/>
        </pc:sldMkLst>
      </pc:sldChg>
      <pc:sldChg chg="addSp delSp modSp mod ord modClrScheme chgLayout">
        <pc:chgData name="Tighe, Bren" userId="0772691d-7a8e-443b-b68a-86d18f1186d2" providerId="ADAL" clId="{DA1C09D3-B5DB-4177-A0E1-C735250FF4E2}" dt="2024-09-03T12:10:23.066" v="3762"/>
        <pc:sldMkLst>
          <pc:docMk/>
          <pc:sldMk cId="1349438884" sldId="339"/>
        </pc:sldMkLst>
      </pc:sldChg>
      <pc:sldChg chg="modSp mod">
        <pc:chgData name="Tighe, Bren" userId="0772691d-7a8e-443b-b68a-86d18f1186d2" providerId="ADAL" clId="{DA1C09D3-B5DB-4177-A0E1-C735250FF4E2}" dt="2024-09-02T09:39:31.756" v="744" actId="1076"/>
        <pc:sldMkLst>
          <pc:docMk/>
          <pc:sldMk cId="2317658885" sldId="342"/>
        </pc:sldMkLst>
      </pc:sldChg>
      <pc:sldChg chg="addSp delSp modSp mod">
        <pc:chgData name="Tighe, Bren" userId="0772691d-7a8e-443b-b68a-86d18f1186d2" providerId="ADAL" clId="{DA1C09D3-B5DB-4177-A0E1-C735250FF4E2}" dt="2024-09-02T10:58:47.387" v="1516" actId="21"/>
        <pc:sldMkLst>
          <pc:docMk/>
          <pc:sldMk cId="3556550644" sldId="343"/>
        </pc:sldMkLst>
      </pc:sldChg>
      <pc:sldChg chg="modSp">
        <pc:chgData name="Tighe, Bren" userId="0772691d-7a8e-443b-b68a-86d18f1186d2" providerId="ADAL" clId="{DA1C09D3-B5DB-4177-A0E1-C735250FF4E2}" dt="2024-09-03T10:53:44.306" v="2773" actId="1076"/>
        <pc:sldMkLst>
          <pc:docMk/>
          <pc:sldMk cId="3767571338" sldId="344"/>
        </pc:sldMkLst>
      </pc:sldChg>
      <pc:sldChg chg="addSp modSp mod modAnim">
        <pc:chgData name="Tighe, Bren" userId="0772691d-7a8e-443b-b68a-86d18f1186d2" providerId="ADAL" clId="{DA1C09D3-B5DB-4177-A0E1-C735250FF4E2}" dt="2024-09-23T08:09:33.347" v="4033" actId="1076"/>
        <pc:sldMkLst>
          <pc:docMk/>
          <pc:sldMk cId="2903514939" sldId="345"/>
        </pc:sldMkLst>
      </pc:sldChg>
      <pc:sldChg chg="modSp mod">
        <pc:chgData name="Tighe, Bren" userId="0772691d-7a8e-443b-b68a-86d18f1186d2" providerId="ADAL" clId="{DA1C09D3-B5DB-4177-A0E1-C735250FF4E2}" dt="2024-09-03T10:53:36.919" v="2772" actId="1076"/>
        <pc:sldMkLst>
          <pc:docMk/>
          <pc:sldMk cId="2496271012" sldId="346"/>
        </pc:sldMkLst>
      </pc:sldChg>
      <pc:sldChg chg="modSp">
        <pc:chgData name="Tighe, Bren" userId="0772691d-7a8e-443b-b68a-86d18f1186d2" providerId="ADAL" clId="{DA1C09D3-B5DB-4177-A0E1-C735250FF4E2}" dt="2024-09-03T10:51:42.539" v="2744" actId="1076"/>
        <pc:sldMkLst>
          <pc:docMk/>
          <pc:sldMk cId="3543394226" sldId="347"/>
        </pc:sldMkLst>
      </pc:sldChg>
      <pc:sldChg chg="modSp mod">
        <pc:chgData name="Tighe, Bren" userId="0772691d-7a8e-443b-b68a-86d18f1186d2" providerId="ADAL" clId="{DA1C09D3-B5DB-4177-A0E1-C735250FF4E2}" dt="2024-09-03T12:35:38.015" v="3906" actId="1076"/>
        <pc:sldMkLst>
          <pc:docMk/>
          <pc:sldMk cId="2186264105" sldId="352"/>
        </pc:sldMkLst>
      </pc:sldChg>
      <pc:sldChg chg="del">
        <pc:chgData name="Tighe, Bren" userId="0772691d-7a8e-443b-b68a-86d18f1186d2" providerId="ADAL" clId="{DA1C09D3-B5DB-4177-A0E1-C735250FF4E2}" dt="2024-09-02T09:40:31.272" v="745" actId="47"/>
        <pc:sldMkLst>
          <pc:docMk/>
          <pc:sldMk cId="3067404815" sldId="353"/>
        </pc:sldMkLst>
      </pc:sldChg>
      <pc:sldChg chg="new del">
        <pc:chgData name="Tighe, Bren" userId="0772691d-7a8e-443b-b68a-86d18f1186d2" providerId="ADAL" clId="{DA1C09D3-B5DB-4177-A0E1-C735250FF4E2}" dt="2024-08-23T14:01:20.505" v="102" actId="680"/>
        <pc:sldMkLst>
          <pc:docMk/>
          <pc:sldMk cId="3231566561" sldId="354"/>
        </pc:sldMkLst>
      </pc:sldChg>
      <pc:sldChg chg="addSp delSp modSp new mod ord modClrScheme chgLayout">
        <pc:chgData name="Tighe, Bren" userId="0772691d-7a8e-443b-b68a-86d18f1186d2" providerId="ADAL" clId="{DA1C09D3-B5DB-4177-A0E1-C735250FF4E2}" dt="2024-09-02T09:38:32.070" v="738"/>
        <pc:sldMkLst>
          <pc:docMk/>
          <pc:sldMk cId="4277023417" sldId="354"/>
        </pc:sldMkLst>
      </pc:sldChg>
      <pc:sldChg chg="addSp delSp modSp new mod ord modMedia modClrScheme delAnim chgLayout">
        <pc:chgData name="Tighe, Bren" userId="0772691d-7a8e-443b-b68a-86d18f1186d2" providerId="ADAL" clId="{DA1C09D3-B5DB-4177-A0E1-C735250FF4E2}" dt="2024-09-02T10:09:02.070" v="968" actId="18131"/>
        <pc:sldMkLst>
          <pc:docMk/>
          <pc:sldMk cId="4170166722" sldId="355"/>
        </pc:sldMkLst>
      </pc:sldChg>
      <pc:sldChg chg="modSp new mod">
        <pc:chgData name="Tighe, Bren" userId="0772691d-7a8e-443b-b68a-86d18f1186d2" providerId="ADAL" clId="{DA1C09D3-B5DB-4177-A0E1-C735250FF4E2}" dt="2024-09-02T10:14:09.425" v="1100" actId="113"/>
        <pc:sldMkLst>
          <pc:docMk/>
          <pc:sldMk cId="3566417260" sldId="356"/>
        </pc:sldMkLst>
      </pc:sldChg>
      <pc:sldChg chg="modSp add mod modNotesTx">
        <pc:chgData name="Tighe, Bren" userId="0772691d-7a8e-443b-b68a-86d18f1186d2" providerId="ADAL" clId="{DA1C09D3-B5DB-4177-A0E1-C735250FF4E2}" dt="2024-09-02T10:11:48.778" v="1064"/>
        <pc:sldMkLst>
          <pc:docMk/>
          <pc:sldMk cId="2083192029" sldId="357"/>
        </pc:sldMkLst>
      </pc:sldChg>
      <pc:sldChg chg="modSp add mod">
        <pc:chgData name="Tighe, Bren" userId="0772691d-7a8e-443b-b68a-86d18f1186d2" providerId="ADAL" clId="{DA1C09D3-B5DB-4177-A0E1-C735250FF4E2}" dt="2024-09-02T10:13:54.199" v="1091" actId="113"/>
        <pc:sldMkLst>
          <pc:docMk/>
          <pc:sldMk cId="3761627057" sldId="358"/>
        </pc:sldMkLst>
      </pc:sldChg>
      <pc:sldChg chg="modSp new mod">
        <pc:chgData name="Tighe, Bren" userId="0772691d-7a8e-443b-b68a-86d18f1186d2" providerId="ADAL" clId="{DA1C09D3-B5DB-4177-A0E1-C735250FF4E2}" dt="2024-09-02T10:15:30.548" v="1123" actId="1076"/>
        <pc:sldMkLst>
          <pc:docMk/>
          <pc:sldMk cId="746022494" sldId="359"/>
        </pc:sldMkLst>
      </pc:sldChg>
      <pc:sldChg chg="new">
        <pc:chgData name="Tighe, Bren" userId="0772691d-7a8e-443b-b68a-86d18f1186d2" providerId="ADAL" clId="{DA1C09D3-B5DB-4177-A0E1-C735250FF4E2}" dt="2024-09-02T10:59:47.890" v="1521" actId="680"/>
        <pc:sldMkLst>
          <pc:docMk/>
          <pc:sldMk cId="3015280242" sldId="360"/>
        </pc:sldMkLst>
      </pc:sldChg>
      <pc:sldChg chg="addSp delSp modSp mod modClrScheme chgLayout">
        <pc:chgData name="Tighe, Bren" userId="0772691d-7a8e-443b-b68a-86d18f1186d2" providerId="ADAL" clId="{DA1C09D3-B5DB-4177-A0E1-C735250FF4E2}" dt="2024-09-03T08:36:38.394" v="2107" actId="20577"/>
        <pc:sldMkLst>
          <pc:docMk/>
          <pc:sldMk cId="1286057992" sldId="362"/>
        </pc:sldMkLst>
      </pc:sldChg>
      <pc:sldChg chg="modSp mod">
        <pc:chgData name="Tighe, Bren" userId="0772691d-7a8e-443b-b68a-86d18f1186d2" providerId="ADAL" clId="{DA1C09D3-B5DB-4177-A0E1-C735250FF4E2}" dt="2024-09-03T11:42:52.199" v="3314" actId="403"/>
        <pc:sldMkLst>
          <pc:docMk/>
          <pc:sldMk cId="1824499101" sldId="363"/>
        </pc:sldMkLst>
      </pc:sldChg>
      <pc:sldChg chg="del">
        <pc:chgData name="Tighe, Bren" userId="0772691d-7a8e-443b-b68a-86d18f1186d2" providerId="ADAL" clId="{DA1C09D3-B5DB-4177-A0E1-C735250FF4E2}" dt="2024-09-03T10:23:36.498" v="2296" actId="47"/>
        <pc:sldMkLst>
          <pc:docMk/>
          <pc:sldMk cId="2133860229" sldId="365"/>
        </pc:sldMkLst>
      </pc:sldChg>
      <pc:sldChg chg="del">
        <pc:chgData name="Tighe, Bren" userId="0772691d-7a8e-443b-b68a-86d18f1186d2" providerId="ADAL" clId="{DA1C09D3-B5DB-4177-A0E1-C735250FF4E2}" dt="2024-09-03T12:31:31.520" v="3889" actId="47"/>
        <pc:sldMkLst>
          <pc:docMk/>
          <pc:sldMk cId="2520306314" sldId="366"/>
        </pc:sldMkLst>
      </pc:sldChg>
      <pc:sldChg chg="addSp modSp add mod ord">
        <pc:chgData name="Tighe, Bren" userId="0772691d-7a8e-443b-b68a-86d18f1186d2" providerId="ADAL" clId="{DA1C09D3-B5DB-4177-A0E1-C735250FF4E2}" dt="2024-09-23T08:06:05.706" v="4017" actId="313"/>
        <pc:sldMkLst>
          <pc:docMk/>
          <pc:sldMk cId="3641705589" sldId="368"/>
        </pc:sldMkLst>
      </pc:sldChg>
      <pc:sldChg chg="modSp add mod">
        <pc:chgData name="Tighe, Bren" userId="0772691d-7a8e-443b-b68a-86d18f1186d2" providerId="ADAL" clId="{DA1C09D3-B5DB-4177-A0E1-C735250FF4E2}" dt="2024-09-03T08:46:48.828" v="2295" actId="14826"/>
        <pc:sldMkLst>
          <pc:docMk/>
          <pc:sldMk cId="1610300617" sldId="369"/>
        </pc:sldMkLst>
      </pc:sldChg>
      <pc:sldChg chg="addSp delSp modSp add mod ord">
        <pc:chgData name="Tighe, Bren" userId="0772691d-7a8e-443b-b68a-86d18f1186d2" providerId="ADAL" clId="{DA1C09D3-B5DB-4177-A0E1-C735250FF4E2}" dt="2024-09-23T08:06:30.066" v="4021" actId="20577"/>
        <pc:sldMkLst>
          <pc:docMk/>
          <pc:sldMk cId="64883201" sldId="370"/>
        </pc:sldMkLst>
      </pc:sldChg>
      <pc:sldChg chg="addSp delSp modSp add mod ord">
        <pc:chgData name="Tighe, Bren" userId="0772691d-7a8e-443b-b68a-86d18f1186d2" providerId="ADAL" clId="{DA1C09D3-B5DB-4177-A0E1-C735250FF4E2}" dt="2024-09-03T12:41:25.560" v="3990" actId="313"/>
        <pc:sldMkLst>
          <pc:docMk/>
          <pc:sldMk cId="1092698444" sldId="371"/>
        </pc:sldMkLst>
      </pc:sldChg>
      <pc:sldChg chg="addSp delSp modSp new mod modClrScheme chgLayout">
        <pc:chgData name="Tighe, Bren" userId="0772691d-7a8e-443b-b68a-86d18f1186d2" providerId="ADAL" clId="{DA1C09D3-B5DB-4177-A0E1-C735250FF4E2}" dt="2024-09-03T11:51:44.993" v="3733" actId="20577"/>
        <pc:sldMkLst>
          <pc:docMk/>
          <pc:sldMk cId="1891019809" sldId="372"/>
        </pc:sldMkLst>
      </pc:sldChg>
      <pc:sldChg chg="addSp delSp modSp new mod ord modClrScheme chgLayout">
        <pc:chgData name="Tighe, Bren" userId="0772691d-7a8e-443b-b68a-86d18f1186d2" providerId="ADAL" clId="{DA1C09D3-B5DB-4177-A0E1-C735250FF4E2}" dt="2024-09-03T12:34:18.075" v="3905"/>
        <pc:sldMkLst>
          <pc:docMk/>
          <pc:sldMk cId="818080232" sldId="373"/>
        </pc:sldMkLst>
      </pc:sldChg>
      <pc:sldChg chg="add mod modShow">
        <pc:chgData name="Tighe, Bren" userId="0772691d-7a8e-443b-b68a-86d18f1186d2" providerId="ADAL" clId="{DA1C09D3-B5DB-4177-A0E1-C735250FF4E2}" dt="2024-09-19T07:57:42.189" v="3991" actId="729"/>
        <pc:sldMkLst>
          <pc:docMk/>
          <pc:sldMk cId="501786551" sldId="374"/>
        </pc:sldMkLst>
      </pc:sldChg>
    </pc:docChg>
  </pc:docChgLst>
  <pc:docChgLst>
    <pc:chgData name="Tighe, Bren" userId="0772691d-7a8e-443b-b68a-86d18f1186d2" providerId="ADAL" clId="{99AC624B-A9A7-4E32-BF8A-1AADAB008843}"/>
    <pc:docChg chg="undo custSel delSld modSld sldOrd">
      <pc:chgData name="Tighe, Bren" userId="0772691d-7a8e-443b-b68a-86d18f1186d2" providerId="ADAL" clId="{99AC624B-A9A7-4E32-BF8A-1AADAB008843}" dt="2024-09-24T12:14:25.564" v="204" actId="948"/>
      <pc:docMkLst>
        <pc:docMk/>
      </pc:docMkLst>
      <pc:sldChg chg="modSp mod modShow">
        <pc:chgData name="Tighe, Bren" userId="0772691d-7a8e-443b-b68a-86d18f1186d2" providerId="ADAL" clId="{99AC624B-A9A7-4E32-BF8A-1AADAB008843}" dt="2024-09-24T12:09:11.055" v="108" actId="729"/>
        <pc:sldMkLst>
          <pc:docMk/>
          <pc:sldMk cId="715534863" sldId="313"/>
        </pc:sldMkLst>
      </pc:sldChg>
      <pc:sldChg chg="addSp modSp mod">
        <pc:chgData name="Tighe, Bren" userId="0772691d-7a8e-443b-b68a-86d18f1186d2" providerId="ADAL" clId="{99AC624B-A9A7-4E32-BF8A-1AADAB008843}" dt="2024-09-24T12:11:22.232" v="178" actId="1076"/>
        <pc:sldMkLst>
          <pc:docMk/>
          <pc:sldMk cId="1349438884" sldId="339"/>
        </pc:sldMkLst>
      </pc:sldChg>
      <pc:sldChg chg="del">
        <pc:chgData name="Tighe, Bren" userId="0772691d-7a8e-443b-b68a-86d18f1186d2" providerId="ADAL" clId="{99AC624B-A9A7-4E32-BF8A-1AADAB008843}" dt="2024-09-24T12:06:54.595" v="31" actId="47"/>
        <pc:sldMkLst>
          <pc:docMk/>
          <pc:sldMk cId="4277023417" sldId="354"/>
        </pc:sldMkLst>
      </pc:sldChg>
      <pc:sldChg chg="modSp mod">
        <pc:chgData name="Tighe, Bren" userId="0772691d-7a8e-443b-b68a-86d18f1186d2" providerId="ADAL" clId="{99AC624B-A9A7-4E32-BF8A-1AADAB008843}" dt="2024-09-24T12:13:34.496" v="189" actId="115"/>
        <pc:sldMkLst>
          <pc:docMk/>
          <pc:sldMk cId="3566417260" sldId="356"/>
        </pc:sldMkLst>
      </pc:sldChg>
      <pc:sldChg chg="modSp mod">
        <pc:chgData name="Tighe, Bren" userId="0772691d-7a8e-443b-b68a-86d18f1186d2" providerId="ADAL" clId="{99AC624B-A9A7-4E32-BF8A-1AADAB008843}" dt="2024-09-24T12:14:25.564" v="204" actId="948"/>
        <pc:sldMkLst>
          <pc:docMk/>
          <pc:sldMk cId="3761627057" sldId="358"/>
        </pc:sldMkLst>
      </pc:sldChg>
      <pc:sldChg chg="del">
        <pc:chgData name="Tighe, Bren" userId="0772691d-7a8e-443b-b68a-86d18f1186d2" providerId="ADAL" clId="{99AC624B-A9A7-4E32-BF8A-1AADAB008843}" dt="2024-09-24T12:05:36.656" v="30" actId="2696"/>
        <pc:sldMkLst>
          <pc:docMk/>
          <pc:sldMk cId="746022494" sldId="359"/>
        </pc:sldMkLst>
      </pc:sldChg>
      <pc:sldChg chg="modSp mod ord">
        <pc:chgData name="Tighe, Bren" userId="0772691d-7a8e-443b-b68a-86d18f1186d2" providerId="ADAL" clId="{99AC624B-A9A7-4E32-BF8A-1AADAB008843}" dt="2024-09-24T12:08:29.875" v="106" actId="20577"/>
        <pc:sldMkLst>
          <pc:docMk/>
          <pc:sldMk cId="1824499101" sldId="363"/>
        </pc:sldMkLst>
      </pc:sldChg>
      <pc:sldChg chg="mod modShow">
        <pc:chgData name="Tighe, Bren" userId="0772691d-7a8e-443b-b68a-86d18f1186d2" providerId="ADAL" clId="{99AC624B-A9A7-4E32-BF8A-1AADAB008843}" dt="2024-09-24T12:07:28.008" v="32" actId="729"/>
        <pc:sldMkLst>
          <pc:docMk/>
          <pc:sldMk cId="1092698444" sldId="371"/>
        </pc:sldMkLst>
      </pc:sldChg>
    </pc:docChg>
  </pc:docChgLst>
  <pc:docChgLst>
    <pc:chgData name="Tighe, Bren" userId="0772691d-7a8e-443b-b68a-86d18f1186d2" providerId="ADAL" clId="{843BD928-16AD-41D8-996B-3B46ED69B9AC}"/>
    <pc:docChg chg="undo custSel addSld delSld modSld">
      <pc:chgData name="Tighe, Bren" userId="0772691d-7a8e-443b-b68a-86d18f1186d2" providerId="ADAL" clId="{843BD928-16AD-41D8-996B-3B46ED69B9AC}" dt="2025-10-29T11:40:45.185" v="402" actId="47"/>
      <pc:docMkLst>
        <pc:docMk/>
      </pc:docMkLst>
      <pc:sldChg chg="addSp delSp modSp mod">
        <pc:chgData name="Tighe, Bren" userId="0772691d-7a8e-443b-b68a-86d18f1186d2" providerId="ADAL" clId="{843BD928-16AD-41D8-996B-3B46ED69B9AC}" dt="2025-10-29T11:24:51.677" v="315" actId="1076"/>
        <pc:sldMkLst>
          <pc:docMk/>
          <pc:sldMk cId="0" sldId="270"/>
        </pc:sldMkLst>
        <pc:spChg chg="mod">
          <ac:chgData name="Tighe, Bren" userId="0772691d-7a8e-443b-b68a-86d18f1186d2" providerId="ADAL" clId="{843BD928-16AD-41D8-996B-3B46ED69B9AC}" dt="2025-10-29T11:23:56.021" v="297" actId="207"/>
          <ac:spMkLst>
            <pc:docMk/>
            <pc:sldMk cId="0" sldId="270"/>
            <ac:spMk id="6" creationId="{DEA5B2F6-7E0C-E06F-D372-6047C77E80DB}"/>
          </ac:spMkLst>
        </pc:spChg>
        <pc:spChg chg="mod">
          <ac:chgData name="Tighe, Bren" userId="0772691d-7a8e-443b-b68a-86d18f1186d2" providerId="ADAL" clId="{843BD928-16AD-41D8-996B-3B46ED69B9AC}" dt="2025-10-29T11:24:37.086" v="308" actId="20577"/>
          <ac:spMkLst>
            <pc:docMk/>
            <pc:sldMk cId="0" sldId="270"/>
            <ac:spMk id="8" creationId="{A0099448-4341-5B31-4B38-70F1CEC17C03}"/>
          </ac:spMkLst>
        </pc:spChg>
        <pc:spChg chg="del">
          <ac:chgData name="Tighe, Bren" userId="0772691d-7a8e-443b-b68a-86d18f1186d2" providerId="ADAL" clId="{843BD928-16AD-41D8-996B-3B46ED69B9AC}" dt="2025-10-29T11:22:20.007" v="192" actId="478"/>
          <ac:spMkLst>
            <pc:docMk/>
            <pc:sldMk cId="0" sldId="270"/>
            <ac:spMk id="14" creationId="{D6166A20-7381-C77C-6629-A448021DA915}"/>
          </ac:spMkLst>
        </pc:spChg>
        <pc:spChg chg="del">
          <ac:chgData name="Tighe, Bren" userId="0772691d-7a8e-443b-b68a-86d18f1186d2" providerId="ADAL" clId="{843BD928-16AD-41D8-996B-3B46ED69B9AC}" dt="2025-10-29T11:22:03.728" v="188" actId="478"/>
          <ac:spMkLst>
            <pc:docMk/>
            <pc:sldMk cId="0" sldId="270"/>
            <ac:spMk id="26" creationId="{24CDE752-19CF-5932-9E60-B61B2809CCE7}"/>
          </ac:spMkLst>
        </pc:spChg>
        <pc:spChg chg="mod">
          <ac:chgData name="Tighe, Bren" userId="0772691d-7a8e-443b-b68a-86d18f1186d2" providerId="ADAL" clId="{843BD928-16AD-41D8-996B-3B46ED69B9AC}" dt="2025-10-29T11:23:53.164" v="296" actId="207"/>
          <ac:spMkLst>
            <pc:docMk/>
            <pc:sldMk cId="0" sldId="270"/>
            <ac:spMk id="45" creationId="{E0014B55-DC65-F844-DD94-517976B1C9D5}"/>
          </ac:spMkLst>
        </pc:spChg>
        <pc:spChg chg="mod">
          <ac:chgData name="Tighe, Bren" userId="0772691d-7a8e-443b-b68a-86d18f1186d2" providerId="ADAL" clId="{843BD928-16AD-41D8-996B-3B46ED69B9AC}" dt="2025-10-29T11:23:17.662" v="262" actId="20577"/>
          <ac:spMkLst>
            <pc:docMk/>
            <pc:sldMk cId="0" sldId="270"/>
            <ac:spMk id="47" creationId="{600FB1E0-F46E-1FF9-69F5-48F23108728B}"/>
          </ac:spMkLst>
        </pc:spChg>
        <pc:spChg chg="mod">
          <ac:chgData name="Tighe, Bren" userId="0772691d-7a8e-443b-b68a-86d18f1186d2" providerId="ADAL" clId="{843BD928-16AD-41D8-996B-3B46ED69B9AC}" dt="2025-10-29T11:21:47.819" v="186" actId="20577"/>
          <ac:spMkLst>
            <pc:docMk/>
            <pc:sldMk cId="0" sldId="270"/>
            <ac:spMk id="50" creationId="{78A6CD95-78AD-15DC-CA70-A965E12BF688}"/>
          </ac:spMkLst>
        </pc:spChg>
        <pc:spChg chg="mod">
          <ac:chgData name="Tighe, Bren" userId="0772691d-7a8e-443b-b68a-86d18f1186d2" providerId="ADAL" clId="{843BD928-16AD-41D8-996B-3B46ED69B9AC}" dt="2025-10-29T11:20:05.311" v="166" actId="207"/>
          <ac:spMkLst>
            <pc:docMk/>
            <pc:sldMk cId="0" sldId="270"/>
            <ac:spMk id="1222" creationId="{B5211A2C-B9CF-480A-A9B5-065A7CB2FB18}"/>
          </ac:spMkLst>
        </pc:spChg>
        <pc:spChg chg="mod">
          <ac:chgData name="Tighe, Bren" userId="0772691d-7a8e-443b-b68a-86d18f1186d2" providerId="ADAL" clId="{843BD928-16AD-41D8-996B-3B46ED69B9AC}" dt="2025-10-29T11:24:26.097" v="303" actId="20577"/>
          <ac:spMkLst>
            <pc:docMk/>
            <pc:sldMk cId="0" sldId="270"/>
            <ac:spMk id="122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5:57.626" v="93" actId="20577"/>
          <ac:spMkLst>
            <pc:docMk/>
            <pc:sldMk cId="0" sldId="270"/>
            <ac:spMk id="123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8:40.753" v="148" actId="20577"/>
          <ac:spMkLst>
            <pc:docMk/>
            <pc:sldMk cId="0" sldId="270"/>
            <ac:spMk id="123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1:37.847" v="184" actId="20577"/>
          <ac:spMkLst>
            <pc:docMk/>
            <pc:sldMk cId="0" sldId="270"/>
            <ac:spMk id="124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9:32.771" v="162" actId="20577"/>
          <ac:spMkLst>
            <pc:docMk/>
            <pc:sldMk cId="0" sldId="270"/>
            <ac:spMk id="124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8:00.224" v="132" actId="207"/>
          <ac:spMkLst>
            <pc:docMk/>
            <pc:sldMk cId="0" sldId="270"/>
            <ac:spMk id="1264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0:58.495" v="172" actId="20577"/>
          <ac:spMkLst>
            <pc:docMk/>
            <pc:sldMk cId="0" sldId="270"/>
            <ac:spMk id="1272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5:09.372" v="48" actId="20577"/>
          <ac:spMkLst>
            <pc:docMk/>
            <pc:sldMk cId="0" sldId="270"/>
            <ac:spMk id="1274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1:06.599" v="177" actId="20577"/>
          <ac:spMkLst>
            <pc:docMk/>
            <pc:sldMk cId="0" sldId="270"/>
            <ac:spMk id="1291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5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8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2:33.303" v="194" actId="20577"/>
          <ac:spMkLst>
            <pc:docMk/>
            <pc:sldMk cId="0" sldId="270"/>
            <ac:spMk id="1300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301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7:19.353" v="118" actId="20577"/>
          <ac:spMkLst>
            <pc:docMk/>
            <pc:sldMk cId="0" sldId="270"/>
            <ac:spMk id="1302" creationId="{00000000-0000-0000-0000-000000000000}"/>
          </ac:spMkLst>
        </pc:spChg>
        <pc:spChg chg="add del mod">
          <ac:chgData name="Tighe, Bren" userId="0772691d-7a8e-443b-b68a-86d18f1186d2" providerId="ADAL" clId="{843BD928-16AD-41D8-996B-3B46ED69B9AC}" dt="2025-10-29T11:24:51.677" v="315" actId="1076"/>
          <ac:spMkLst>
            <pc:docMk/>
            <pc:sldMk cId="0" sldId="270"/>
            <ac:spMk id="1304" creationId="{F9837B72-63F7-BBEE-4B5E-8D674AEFCFC6}"/>
          </ac:spMkLst>
        </pc:spChg>
        <pc:grpChg chg="mod">
          <ac:chgData name="Tighe, Bren" userId="0772691d-7a8e-443b-b68a-86d18f1186d2" providerId="ADAL" clId="{843BD928-16AD-41D8-996B-3B46ED69B9AC}" dt="2025-10-29T11:24:50.454" v="314" actId="1037"/>
          <ac:grpSpMkLst>
            <pc:docMk/>
            <pc:sldMk cId="0" sldId="270"/>
            <ac:grpSpMk id="3" creationId="{7CBD698B-90A4-08F1-D4ED-BE66D7B3BDA5}"/>
          </ac:grpSpMkLst>
        </pc:grpChg>
        <pc:grpChg chg="del">
          <ac:chgData name="Tighe, Bren" userId="0772691d-7a8e-443b-b68a-86d18f1186d2" providerId="ADAL" clId="{843BD928-16AD-41D8-996B-3B46ED69B9AC}" dt="2025-10-29T11:22:25.438" v="193" actId="478"/>
          <ac:grpSpMkLst>
            <pc:docMk/>
            <pc:sldMk cId="0" sldId="270"/>
            <ac:grpSpMk id="13" creationId="{6B70095E-59DA-109C-6164-42F7FBE44085}"/>
          </ac:grpSpMkLst>
        </pc:grpChg>
        <pc:grpChg chg="del">
          <ac:chgData name="Tighe, Bren" userId="0772691d-7a8e-443b-b68a-86d18f1186d2" providerId="ADAL" clId="{843BD928-16AD-41D8-996B-3B46ED69B9AC}" dt="2025-10-29T11:22:13.286" v="191" actId="478"/>
          <ac:grpSpMkLst>
            <pc:docMk/>
            <pc:sldMk cId="0" sldId="270"/>
            <ac:grpSpMk id="23" creationId="{B1223DB7-CDCE-F947-CF6B-9E81FE81FD64}"/>
          </ac:grpSpMkLst>
        </pc:grpChg>
        <pc:grpChg chg="mod">
          <ac:chgData name="Tighe, Bren" userId="0772691d-7a8e-443b-b68a-86d18f1186d2" providerId="ADAL" clId="{843BD928-16AD-41D8-996B-3B46ED69B9AC}" dt="2025-10-29T11:24:44.837" v="311" actId="1035"/>
          <ac:grpSpMkLst>
            <pc:docMk/>
            <pc:sldMk cId="0" sldId="270"/>
            <ac:grpSpMk id="40" creationId="{3A970823-913E-006F-F634-9EEA4721432E}"/>
          </ac:grpSpMkLst>
        </pc:grpChg>
        <pc:grpChg chg="mod">
          <ac:chgData name="Tighe, Bren" userId="0772691d-7a8e-443b-b68a-86d18f1186d2" providerId="ADAL" clId="{843BD928-16AD-41D8-996B-3B46ED69B9AC}" dt="2025-10-29T11:24:17.552" v="302" actId="1076"/>
          <ac:grpSpMkLst>
            <pc:docMk/>
            <pc:sldMk cId="0" sldId="270"/>
            <ac:grpSpMk id="1219" creationId="{232B7F62-564C-948F-79B2-C526CC306B5A}"/>
          </ac:grpSpMkLst>
        </pc:grpChg>
        <pc:grpChg chg="mod">
          <ac:chgData name="Tighe, Bren" userId="0772691d-7a8e-443b-b68a-86d18f1186d2" providerId="ADAL" clId="{843BD928-16AD-41D8-996B-3B46ED69B9AC}" dt="2025-10-29T11:16:41.264" v="96" actId="207"/>
          <ac:grpSpMkLst>
            <pc:docMk/>
            <pc:sldMk cId="0" sldId="270"/>
            <ac:grpSpMk id="1294" creationId="{00000000-0000-0000-0000-000000000000}"/>
          </ac:grpSpMkLst>
        </pc:grpChg>
        <pc:grpChg chg="mod">
          <ac:chgData name="Tighe, Bren" userId="0772691d-7a8e-443b-b68a-86d18f1186d2" providerId="ADAL" clId="{843BD928-16AD-41D8-996B-3B46ED69B9AC}" dt="2025-10-29T11:16:41.264" v="96" actId="207"/>
          <ac:grpSpMkLst>
            <pc:docMk/>
            <pc:sldMk cId="0" sldId="270"/>
            <ac:grpSpMk id="1296" creationId="{00000000-0000-0000-0000-000000000000}"/>
          </ac:grpSpMkLst>
        </pc:grpChg>
        <pc:grpChg chg="mod">
          <ac:chgData name="Tighe, Bren" userId="0772691d-7a8e-443b-b68a-86d18f1186d2" providerId="ADAL" clId="{843BD928-16AD-41D8-996B-3B46ED69B9AC}" dt="2025-10-29T11:24:17.552" v="302" actId="1076"/>
          <ac:grpSpMkLst>
            <pc:docMk/>
            <pc:sldMk cId="0" sldId="270"/>
            <ac:grpSpMk id="1303" creationId="{6F48ACB1-9C07-669E-4A7A-A74E6726832C}"/>
          </ac:grpSpMkLst>
        </pc:grpChg>
      </pc:sldChg>
      <pc:sldChg chg="del">
        <pc:chgData name="Tighe, Bren" userId="0772691d-7a8e-443b-b68a-86d18f1186d2" providerId="ADAL" clId="{843BD928-16AD-41D8-996B-3B46ED69B9AC}" dt="2025-10-29T11:25:13.926" v="316" actId="47"/>
        <pc:sldMkLst>
          <pc:docMk/>
          <pc:sldMk cId="1110251285" sldId="325"/>
        </pc:sldMkLst>
      </pc:sldChg>
      <pc:sldChg chg="modSp mod">
        <pc:chgData name="Tighe, Bren" userId="0772691d-7a8e-443b-b68a-86d18f1186d2" providerId="ADAL" clId="{843BD928-16AD-41D8-996B-3B46ED69B9AC}" dt="2025-10-29T11:33:02.770" v="330" actId="1076"/>
        <pc:sldMkLst>
          <pc:docMk/>
          <pc:sldMk cId="4170166722" sldId="355"/>
        </pc:sldMkLst>
        <pc:spChg chg="mod">
          <ac:chgData name="Tighe, Bren" userId="0772691d-7a8e-443b-b68a-86d18f1186d2" providerId="ADAL" clId="{843BD928-16AD-41D8-996B-3B46ED69B9AC}" dt="2025-10-29T11:33:02.770" v="330" actId="1076"/>
          <ac:spMkLst>
            <pc:docMk/>
            <pc:sldMk cId="4170166722" sldId="355"/>
            <ac:spMk id="7" creationId="{40C10124-F72C-10F9-1E38-8AE57BE234BA}"/>
          </ac:spMkLst>
        </pc:spChg>
      </pc:sldChg>
      <pc:sldChg chg="modSp mod">
        <pc:chgData name="Tighe, Bren" userId="0772691d-7a8e-443b-b68a-86d18f1186d2" providerId="ADAL" clId="{843BD928-16AD-41D8-996B-3B46ED69B9AC}" dt="2025-10-29T11:33:09.243" v="331" actId="1076"/>
        <pc:sldMkLst>
          <pc:docMk/>
          <pc:sldMk cId="2083192029" sldId="357"/>
        </pc:sldMkLst>
        <pc:spChg chg="mod">
          <ac:chgData name="Tighe, Bren" userId="0772691d-7a8e-443b-b68a-86d18f1186d2" providerId="ADAL" clId="{843BD928-16AD-41D8-996B-3B46ED69B9AC}" dt="2025-10-29T11:33:09.243" v="331" actId="1076"/>
          <ac:spMkLst>
            <pc:docMk/>
            <pc:sldMk cId="2083192029" sldId="357"/>
            <ac:spMk id="7" creationId="{40C10124-F72C-10F9-1E38-8AE57BE234BA}"/>
          </ac:spMkLst>
        </pc:spChg>
      </pc:sldChg>
      <pc:sldChg chg="modSp mod">
        <pc:chgData name="Tighe, Bren" userId="0772691d-7a8e-443b-b68a-86d18f1186d2" providerId="ADAL" clId="{843BD928-16AD-41D8-996B-3B46ED69B9AC}" dt="2025-10-29T11:25:22.413" v="317" actId="1076"/>
        <pc:sldMkLst>
          <pc:docMk/>
          <pc:sldMk cId="1697773322" sldId="361"/>
        </pc:sldMkLst>
        <pc:spChg chg="mod">
          <ac:chgData name="Tighe, Bren" userId="0772691d-7a8e-443b-b68a-86d18f1186d2" providerId="ADAL" clId="{843BD928-16AD-41D8-996B-3B46ED69B9AC}" dt="2025-10-29T11:25:22.413" v="317" actId="1076"/>
          <ac:spMkLst>
            <pc:docMk/>
            <pc:sldMk cId="1697773322" sldId="361"/>
            <ac:spMk id="4" creationId="{DB8FA032-3DE7-9030-A8C9-7C88C2CC2DEB}"/>
          </ac:spMkLst>
        </pc:spChg>
      </pc:sldChg>
      <pc:sldChg chg="modSp mod">
        <pc:chgData name="Tighe, Bren" userId="0772691d-7a8e-443b-b68a-86d18f1186d2" providerId="ADAL" clId="{843BD928-16AD-41D8-996B-3B46ED69B9AC}" dt="2025-10-29T11:25:49.061" v="321" actId="1076"/>
        <pc:sldMkLst>
          <pc:docMk/>
          <pc:sldMk cId="1286057992" sldId="362"/>
        </pc:sldMkLst>
        <pc:spChg chg="mod">
          <ac:chgData name="Tighe, Bren" userId="0772691d-7a8e-443b-b68a-86d18f1186d2" providerId="ADAL" clId="{843BD928-16AD-41D8-996B-3B46ED69B9AC}" dt="2025-10-29T11:25:49.061" v="321" actId="1076"/>
          <ac:spMkLst>
            <pc:docMk/>
            <pc:sldMk cId="1286057992" sldId="362"/>
            <ac:spMk id="3" creationId="{FE10A49A-9FCD-5F68-3696-0C865A388519}"/>
          </ac:spMkLst>
        </pc:spChg>
        <pc:picChg chg="mod modCrop">
          <ac:chgData name="Tighe, Bren" userId="0772691d-7a8e-443b-b68a-86d18f1186d2" providerId="ADAL" clId="{843BD928-16AD-41D8-996B-3B46ED69B9AC}" dt="2025-10-29T11:25:34.901" v="319" actId="732"/>
          <ac:picMkLst>
            <pc:docMk/>
            <pc:sldMk cId="1286057992" sldId="362"/>
            <ac:picMk id="18" creationId="{AAC3062E-20CB-CD01-601B-BF979B729A75}"/>
          </ac:picMkLst>
        </pc:picChg>
      </pc:sldChg>
      <pc:sldChg chg="modSp del mod">
        <pc:chgData name="Tighe, Bren" userId="0772691d-7a8e-443b-b68a-86d18f1186d2" providerId="ADAL" clId="{843BD928-16AD-41D8-996B-3B46ED69B9AC}" dt="2025-10-29T11:40:45.185" v="402" actId="47"/>
        <pc:sldMkLst>
          <pc:docMk/>
          <pc:sldMk cId="1824499101" sldId="363"/>
        </pc:sldMkLst>
        <pc:spChg chg="mod">
          <ac:chgData name="Tighe, Bren" userId="0772691d-7a8e-443b-b68a-86d18f1186d2" providerId="ADAL" clId="{843BD928-16AD-41D8-996B-3B46ED69B9AC}" dt="2025-10-29T11:34:55.730" v="350" actId="20577"/>
          <ac:spMkLst>
            <pc:docMk/>
            <pc:sldMk cId="1824499101" sldId="363"/>
            <ac:spMk id="2" creationId="{15B5FFB2-A5AC-699F-29F2-299D023C83C6}"/>
          </ac:spMkLst>
        </pc:spChg>
      </pc:sldChg>
      <pc:sldChg chg="modSp mod">
        <pc:chgData name="Tighe, Bren" userId="0772691d-7a8e-443b-b68a-86d18f1186d2" providerId="ADAL" clId="{843BD928-16AD-41D8-996B-3B46ED69B9AC}" dt="2025-10-29T11:26:25.021" v="324" actId="1076"/>
        <pc:sldMkLst>
          <pc:docMk/>
          <pc:sldMk cId="3641705589" sldId="368"/>
        </pc:sldMkLst>
        <pc:spChg chg="mod">
          <ac:chgData name="Tighe, Bren" userId="0772691d-7a8e-443b-b68a-86d18f1186d2" providerId="ADAL" clId="{843BD928-16AD-41D8-996B-3B46ED69B9AC}" dt="2025-10-29T11:26:10.983" v="322" actId="1076"/>
          <ac:spMkLst>
            <pc:docMk/>
            <pc:sldMk cId="3641705589" sldId="368"/>
            <ac:spMk id="3" creationId="{FE10A49A-9FCD-5F68-3696-0C865A388519}"/>
          </ac:spMkLst>
        </pc:spChg>
        <pc:graphicFrameChg chg="mod modGraphic">
          <ac:chgData name="Tighe, Bren" userId="0772691d-7a8e-443b-b68a-86d18f1186d2" providerId="ADAL" clId="{843BD928-16AD-41D8-996B-3B46ED69B9AC}" dt="2025-10-29T11:26:25.021" v="324" actId="1076"/>
          <ac:graphicFrameMkLst>
            <pc:docMk/>
            <pc:sldMk cId="3641705589" sldId="368"/>
            <ac:graphicFrameMk id="4" creationId="{99044F91-C73A-55CC-B3F7-11AC960DD878}"/>
          </ac:graphicFrameMkLst>
        </pc:graphicFrameChg>
      </pc:sldChg>
      <pc:sldChg chg="modSp mod">
        <pc:chgData name="Tighe, Bren" userId="0772691d-7a8e-443b-b68a-86d18f1186d2" providerId="ADAL" clId="{843BD928-16AD-41D8-996B-3B46ED69B9AC}" dt="2025-10-29T11:26:33.892" v="325" actId="1076"/>
        <pc:sldMkLst>
          <pc:docMk/>
          <pc:sldMk cId="1610300617" sldId="369"/>
        </pc:sldMkLst>
        <pc:spChg chg="mod">
          <ac:chgData name="Tighe, Bren" userId="0772691d-7a8e-443b-b68a-86d18f1186d2" providerId="ADAL" clId="{843BD928-16AD-41D8-996B-3B46ED69B9AC}" dt="2025-10-29T11:26:33.892" v="325" actId="1076"/>
          <ac:spMkLst>
            <pc:docMk/>
            <pc:sldMk cId="1610300617" sldId="369"/>
            <ac:spMk id="3" creationId="{FE10A49A-9FCD-5F68-3696-0C865A388519}"/>
          </ac:spMkLst>
        </pc:spChg>
      </pc:sldChg>
      <pc:sldChg chg="modSp mod">
        <pc:chgData name="Tighe, Bren" userId="0772691d-7a8e-443b-b68a-86d18f1186d2" providerId="ADAL" clId="{843BD928-16AD-41D8-996B-3B46ED69B9AC}" dt="2025-10-29T11:26:55.756" v="327" actId="207"/>
        <pc:sldMkLst>
          <pc:docMk/>
          <pc:sldMk cId="64883201" sldId="370"/>
        </pc:sldMkLst>
        <pc:spChg chg="mod">
          <ac:chgData name="Tighe, Bren" userId="0772691d-7a8e-443b-b68a-86d18f1186d2" providerId="ADAL" clId="{843BD928-16AD-41D8-996B-3B46ED69B9AC}" dt="2025-10-29T11:26:55.756" v="327" actId="207"/>
          <ac:spMkLst>
            <pc:docMk/>
            <pc:sldMk cId="64883201" sldId="370"/>
            <ac:spMk id="4" creationId="{460FBE35-6AB6-AB01-4DCA-5B3C94069717}"/>
          </ac:spMkLst>
        </pc:spChg>
      </pc:sldChg>
      <pc:sldChg chg="add del">
        <pc:chgData name="Tighe, Bren" userId="0772691d-7a8e-443b-b68a-86d18f1186d2" providerId="ADAL" clId="{843BD928-16AD-41D8-996B-3B46ED69B9AC}" dt="2025-10-29T11:39:52.948" v="395" actId="47"/>
        <pc:sldMkLst>
          <pc:docMk/>
          <pc:sldMk cId="1092698444" sldId="371"/>
        </pc:sldMkLst>
      </pc:sldChg>
      <pc:sldChg chg="modSp mod modShow">
        <pc:chgData name="Tighe, Bren" userId="0772691d-7a8e-443b-b68a-86d18f1186d2" providerId="ADAL" clId="{843BD928-16AD-41D8-996B-3B46ED69B9AC}" dt="2025-10-29T11:40:36.190" v="401" actId="1076"/>
        <pc:sldMkLst>
          <pc:docMk/>
          <pc:sldMk cId="501786551" sldId="374"/>
        </pc:sldMkLst>
        <pc:spChg chg="mod">
          <ac:chgData name="Tighe, Bren" userId="0772691d-7a8e-443b-b68a-86d18f1186d2" providerId="ADAL" clId="{843BD928-16AD-41D8-996B-3B46ED69B9AC}" dt="2025-10-29T11:40:36.190" v="401" actId="1076"/>
          <ac:spMkLst>
            <pc:docMk/>
            <pc:sldMk cId="501786551" sldId="374"/>
            <ac:spMk id="2" creationId="{15B5FFB2-A5AC-699F-29F2-299D023C83C6}"/>
          </ac:spMkLst>
        </pc:spChg>
        <pc:graphicFrameChg chg="mod">
          <ac:chgData name="Tighe, Bren" userId="0772691d-7a8e-443b-b68a-86d18f1186d2" providerId="ADAL" clId="{843BD928-16AD-41D8-996B-3B46ED69B9AC}" dt="2025-10-29T11:39:36.307" v="393" actId="1076"/>
          <ac:graphicFrameMkLst>
            <pc:docMk/>
            <pc:sldMk cId="501786551" sldId="374"/>
            <ac:graphicFrameMk id="7" creationId="{90F8967D-B057-7F37-F08C-40B342C8D185}"/>
          </ac:graphicFrameMkLst>
        </pc:graphicFrameChg>
        <pc:picChg chg="mod">
          <ac:chgData name="Tighe, Bren" userId="0772691d-7a8e-443b-b68a-86d18f1186d2" providerId="ADAL" clId="{843BD928-16AD-41D8-996B-3B46ED69B9AC}" dt="2025-10-29T11:39:27.927" v="389" actId="14100"/>
          <ac:picMkLst>
            <pc:docMk/>
            <pc:sldMk cId="501786551" sldId="374"/>
            <ac:picMk id="4" creationId="{48CA1113-4524-2852-6B70-9C62F99B7CB6}"/>
          </ac:picMkLst>
        </pc:picChg>
      </pc:sldChg>
      <pc:sldChg chg="addSp delSp modSp mod">
        <pc:chgData name="Tighe, Bren" userId="0772691d-7a8e-443b-b68a-86d18f1186d2" providerId="ADAL" clId="{843BD928-16AD-41D8-996B-3B46ED69B9AC}" dt="2025-10-29T11:13:07.619" v="6" actId="1076"/>
        <pc:sldMkLst>
          <pc:docMk/>
          <pc:sldMk cId="3920365407" sldId="377"/>
        </pc:sldMkLst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4" creationId="{619A1B06-FD7F-C7D3-6E11-B3B782FFB1FC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5" creationId="{398BB2AE-0400-7AD2-E7F7-28D009670F92}"/>
          </ac:spMkLst>
        </pc:spChg>
        <pc:spChg chg="add del mod">
          <ac:chgData name="Tighe, Bren" userId="0772691d-7a8e-443b-b68a-86d18f1186d2" providerId="ADAL" clId="{843BD928-16AD-41D8-996B-3B46ED69B9AC}" dt="2025-10-29T11:12:47.188" v="1" actId="478"/>
          <ac:spMkLst>
            <pc:docMk/>
            <pc:sldMk cId="3920365407" sldId="377"/>
            <ac:spMk id="7" creationId="{70481CAD-5E18-46A8-C9AD-0F7D91A28F98}"/>
          </ac:spMkLst>
        </pc:spChg>
        <pc:spChg chg="add del mod">
          <ac:chgData name="Tighe, Bren" userId="0772691d-7a8e-443b-b68a-86d18f1186d2" providerId="ADAL" clId="{843BD928-16AD-41D8-996B-3B46ED69B9AC}" dt="2025-10-29T11:12:53.258" v="3" actId="478"/>
          <ac:spMkLst>
            <pc:docMk/>
            <pc:sldMk cId="3920365407" sldId="377"/>
            <ac:spMk id="9" creationId="{7E073770-CED6-EADA-F323-4EE63AA4CE0D}"/>
          </ac:spMkLst>
        </pc:spChg>
        <pc:spChg chg="add del mod">
          <ac:chgData name="Tighe, Bren" userId="0772691d-7a8e-443b-b68a-86d18f1186d2" providerId="ADAL" clId="{843BD928-16AD-41D8-996B-3B46ED69B9AC}" dt="2025-10-29T11:12:58.675" v="5" actId="478"/>
          <ac:spMkLst>
            <pc:docMk/>
            <pc:sldMk cId="3920365407" sldId="377"/>
            <ac:spMk id="11" creationId="{E8FF5A47-B288-CAD0-E04A-21D3ABDECA89}"/>
          </ac:spMkLst>
        </pc:spChg>
        <pc:spChg chg="del">
          <ac:chgData name="Tighe, Bren" userId="0772691d-7a8e-443b-b68a-86d18f1186d2" providerId="ADAL" clId="{843BD928-16AD-41D8-996B-3B46ED69B9AC}" dt="2025-10-29T11:12:50.703" v="2" actId="478"/>
          <ac:spMkLst>
            <pc:docMk/>
            <pc:sldMk cId="3920365407" sldId="377"/>
            <ac:spMk id="25" creationId="{BCA14AB3-F8C5-4601-B349-EC1B8C7B603A}"/>
          </ac:spMkLst>
        </pc:spChg>
        <pc:spChg chg="del">
          <ac:chgData name="Tighe, Bren" userId="0772691d-7a8e-443b-b68a-86d18f1186d2" providerId="ADAL" clId="{843BD928-16AD-41D8-996B-3B46ED69B9AC}" dt="2025-10-29T11:12:56.285" v="4" actId="478"/>
          <ac:spMkLst>
            <pc:docMk/>
            <pc:sldMk cId="3920365407" sldId="377"/>
            <ac:spMk id="27" creationId="{4C14EE69-4487-4814-AC77-72381087B098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29" creationId="{E83F2E96-9C2D-4D1E-96F8-93A9DB1304A0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1" creationId="{97AB1F14-3A1E-4057-A473-9975BA59F012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3" creationId="{2F15E5CC-C708-41FE-A7A3-053E1BC87F4F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5" creationId="{7F4ED7E2-1BC8-493D-91C3-FB23BE9F244B}"/>
          </ac:spMkLst>
        </pc:sp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2" creationId="{6E155F5A-6A73-0674-6C59-49B16D89A59A}"/>
          </ac:picMkLst>
        </pc:picChg>
        <pc:picChg chg="del">
          <ac:chgData name="Tighe, Bren" userId="0772691d-7a8e-443b-b68a-86d18f1186d2" providerId="ADAL" clId="{843BD928-16AD-41D8-996B-3B46ED69B9AC}" dt="2025-10-29T11:12:44.674" v="0" actId="478"/>
          <ac:picMkLst>
            <pc:docMk/>
            <pc:sldMk cId="3920365407" sldId="377"/>
            <ac:picMk id="46" creationId="{BBCAE79E-A970-4D29-9B36-494E5FA58585}"/>
          </ac:picMkLst>
        </pc:pic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48" creationId="{3DA3586E-5B97-49E4-B090-AD9D2A9C4F80}"/>
          </ac:picMkLst>
        </pc:pic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50" creationId="{EC2CC961-DBF2-4A0D-A6B3-7A630D18573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38144-FA84-40D7-AAD9-0C7039A4C72F}" type="doc">
      <dgm:prSet loTypeId="urn:microsoft.com/office/officeart/2005/8/layout/process5" loCatId="process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GB"/>
        </a:p>
      </dgm:t>
    </dgm:pt>
    <dgm:pt modelId="{CAD8656D-402E-42D9-BE45-11E0A46D91E7}">
      <dgm:prSet phldrT="[Text]"/>
      <dgm:spPr/>
      <dgm:t>
        <a:bodyPr/>
        <a:lstStyle/>
        <a:p>
          <a:r>
            <a:rPr lang="en-GB" dirty="0"/>
            <a:t>Identify Research Problem</a:t>
          </a:r>
        </a:p>
      </dgm:t>
    </dgm:pt>
    <dgm:pt modelId="{915B75E9-AFD9-473A-9F15-979692382DDA}" type="parTrans" cxnId="{B243B960-F58E-4457-9F04-EA820FDE8FC1}">
      <dgm:prSet/>
      <dgm:spPr/>
      <dgm:t>
        <a:bodyPr/>
        <a:lstStyle/>
        <a:p>
          <a:endParaRPr lang="en-GB"/>
        </a:p>
      </dgm:t>
    </dgm:pt>
    <dgm:pt modelId="{527E219E-6560-4C1D-92B0-3C81C0BBB9D2}" type="sibTrans" cxnId="{B243B960-F58E-4457-9F04-EA820FDE8FC1}">
      <dgm:prSet/>
      <dgm:spPr/>
      <dgm:t>
        <a:bodyPr/>
        <a:lstStyle/>
        <a:p>
          <a:endParaRPr lang="en-GB"/>
        </a:p>
      </dgm:t>
    </dgm:pt>
    <dgm:pt modelId="{5C24EBA8-B15F-44CD-84CA-C455E472465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 a clear, focused area of study</a:t>
          </a:r>
          <a:endParaRPr lang="en-GB" dirty="0"/>
        </a:p>
      </dgm:t>
    </dgm:pt>
    <dgm:pt modelId="{175032FF-C1E5-4E81-84B3-B64ABC44ABD2}" type="parTrans" cxnId="{7467B286-95C2-49B6-BE78-472B0055CDD7}">
      <dgm:prSet/>
      <dgm:spPr/>
      <dgm:t>
        <a:bodyPr/>
        <a:lstStyle/>
        <a:p>
          <a:endParaRPr lang="en-GB"/>
        </a:p>
      </dgm:t>
    </dgm:pt>
    <dgm:pt modelId="{0A6520D7-27ED-41B4-998F-5CA318123731}" type="sibTrans" cxnId="{7467B286-95C2-49B6-BE78-472B0055CDD7}">
      <dgm:prSet/>
      <dgm:spPr/>
      <dgm:t>
        <a:bodyPr/>
        <a:lstStyle/>
        <a:p>
          <a:endParaRPr lang="en-GB"/>
        </a:p>
      </dgm:t>
    </dgm:pt>
    <dgm:pt modelId="{7575C735-1A49-4394-8906-47D377D6B0D4}">
      <dgm:prSet phldrT="[Text]"/>
      <dgm:spPr/>
      <dgm:t>
        <a:bodyPr/>
        <a:lstStyle/>
        <a:p>
          <a:r>
            <a:rPr lang="en-GB" b="1" i="0" dirty="0"/>
            <a:t>Literature Review</a:t>
          </a:r>
          <a:endParaRPr lang="en-GB" dirty="0"/>
        </a:p>
      </dgm:t>
    </dgm:pt>
    <dgm:pt modelId="{16DB3F2B-0D98-4691-B120-E4DD873F6A45}" type="parTrans" cxnId="{20F1DCF3-03B9-462E-96BE-C70EF5E509C3}">
      <dgm:prSet/>
      <dgm:spPr/>
      <dgm:t>
        <a:bodyPr/>
        <a:lstStyle/>
        <a:p>
          <a:endParaRPr lang="en-GB"/>
        </a:p>
      </dgm:t>
    </dgm:pt>
    <dgm:pt modelId="{7A21BBCA-145D-47AC-A0F7-7E5E2E3C3686}" type="sibTrans" cxnId="{20F1DCF3-03B9-462E-96BE-C70EF5E509C3}">
      <dgm:prSet/>
      <dgm:spPr/>
      <dgm:t>
        <a:bodyPr/>
        <a:lstStyle/>
        <a:p>
          <a:endParaRPr lang="en-GB"/>
        </a:p>
      </dgm:t>
    </dgm:pt>
    <dgm:pt modelId="{42348F84-399C-416B-910F-311CE0D1A2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Systematically search and analyze existing research</a:t>
          </a:r>
          <a:endParaRPr lang="en-GB" dirty="0"/>
        </a:p>
      </dgm:t>
    </dgm:pt>
    <dgm:pt modelId="{25A05FF0-79B5-4DC1-BF74-524F1EA20CBC}" type="parTrans" cxnId="{BD236E63-E249-4C2A-A253-EF8190D8DC28}">
      <dgm:prSet/>
      <dgm:spPr/>
      <dgm:t>
        <a:bodyPr/>
        <a:lstStyle/>
        <a:p>
          <a:endParaRPr lang="en-GB"/>
        </a:p>
      </dgm:t>
    </dgm:pt>
    <dgm:pt modelId="{0726C751-99DC-47CA-B0A4-0C6997F15B8A}" type="sibTrans" cxnId="{BD236E63-E249-4C2A-A253-EF8190D8DC28}">
      <dgm:prSet/>
      <dgm:spPr/>
      <dgm:t>
        <a:bodyPr/>
        <a:lstStyle/>
        <a:p>
          <a:endParaRPr lang="en-GB"/>
        </a:p>
      </dgm:t>
    </dgm:pt>
    <dgm:pt modelId="{237F65E5-744F-4CB2-94FD-211C408CC260}">
      <dgm:prSet phldrT="[Text]"/>
      <dgm:spPr/>
      <dgm:t>
        <a:bodyPr/>
        <a:lstStyle/>
        <a:p>
          <a:r>
            <a:rPr lang="en-GB" b="1" i="0" dirty="0"/>
            <a:t>Developing Research Questions/Hypotheses</a:t>
          </a:r>
          <a:endParaRPr lang="en-GB" dirty="0"/>
        </a:p>
      </dgm:t>
    </dgm:pt>
    <dgm:pt modelId="{FCC52B21-A725-4ACE-95BA-03D21BD0D5EB}" type="parTrans" cxnId="{1ED0B727-8E3C-4F50-B679-2ADC3574AD2E}">
      <dgm:prSet/>
      <dgm:spPr/>
      <dgm:t>
        <a:bodyPr/>
        <a:lstStyle/>
        <a:p>
          <a:endParaRPr lang="en-GB"/>
        </a:p>
      </dgm:t>
    </dgm:pt>
    <dgm:pt modelId="{DBF9B3DF-A7A4-4307-86BD-E508091B93A3}" type="sibTrans" cxnId="{1ED0B727-8E3C-4F50-B679-2ADC3574AD2E}">
      <dgm:prSet/>
      <dgm:spPr/>
      <dgm:t>
        <a:bodyPr/>
        <a:lstStyle/>
        <a:p>
          <a:endParaRPr lang="en-GB"/>
        </a:p>
      </dgm:t>
    </dgm:pt>
    <dgm:pt modelId="{463BCB92-4D61-4EE6-9973-5D9DE360616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Formulate specific, answerable questions</a:t>
          </a:r>
          <a:endParaRPr lang="en-GB" dirty="0"/>
        </a:p>
      </dgm:t>
    </dgm:pt>
    <dgm:pt modelId="{6E9FA799-CFFA-41C7-A5F7-23F91158BDCF}" type="parTrans" cxnId="{1A4BD095-88B2-415B-9137-E2F3BA214557}">
      <dgm:prSet/>
      <dgm:spPr/>
      <dgm:t>
        <a:bodyPr/>
        <a:lstStyle/>
        <a:p>
          <a:endParaRPr lang="en-GB"/>
        </a:p>
      </dgm:t>
    </dgm:pt>
    <dgm:pt modelId="{247F13D6-6CBB-4CDE-B66C-C6EEAA9E2835}" type="sibTrans" cxnId="{1A4BD095-88B2-415B-9137-E2F3BA214557}">
      <dgm:prSet/>
      <dgm:spPr/>
      <dgm:t>
        <a:bodyPr/>
        <a:lstStyle/>
        <a:p>
          <a:endParaRPr lang="en-GB"/>
        </a:p>
      </dgm:t>
    </dgm:pt>
    <dgm:pt modelId="{3E894759-2B9C-4936-80A5-BD7433EF2B1B}">
      <dgm:prSet phldrT="[Text]"/>
      <dgm:spPr/>
      <dgm:t>
        <a:bodyPr/>
        <a:lstStyle/>
        <a:p>
          <a:r>
            <a:rPr lang="en-GB" b="1" i="0" dirty="0"/>
            <a:t>Selecting Appropriate Methodologies</a:t>
          </a:r>
          <a:endParaRPr lang="en-GB" dirty="0"/>
        </a:p>
      </dgm:t>
    </dgm:pt>
    <dgm:pt modelId="{64D6168C-9365-45CE-882D-2F872D7627CB}" type="parTrans" cxnId="{31F89F29-E291-4B90-BD2C-6DBCC8A49900}">
      <dgm:prSet/>
      <dgm:spPr/>
      <dgm:t>
        <a:bodyPr/>
        <a:lstStyle/>
        <a:p>
          <a:endParaRPr lang="en-GB"/>
        </a:p>
      </dgm:t>
    </dgm:pt>
    <dgm:pt modelId="{D277431E-48D9-4B43-B410-07352CBF05A7}" type="sibTrans" cxnId="{31F89F29-E291-4B90-BD2C-6DBCC8A49900}">
      <dgm:prSet/>
      <dgm:spPr/>
      <dgm:t>
        <a:bodyPr/>
        <a:lstStyle/>
        <a:p>
          <a:endParaRPr lang="en-GB"/>
        </a:p>
      </dgm:t>
    </dgm:pt>
    <dgm:pt modelId="{0D0C9C0A-C49F-47DB-8C3C-D44D9D44DBE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Choose quantitative, qualitative, or mixed methods</a:t>
          </a:r>
          <a:endParaRPr lang="en-GB" dirty="0"/>
        </a:p>
      </dgm:t>
    </dgm:pt>
    <dgm:pt modelId="{DBE77E48-872D-4F72-B14E-393BE57F5D73}" type="parTrans" cxnId="{76FC34D2-E8B0-47B5-8478-1333CA00184E}">
      <dgm:prSet/>
      <dgm:spPr/>
      <dgm:t>
        <a:bodyPr/>
        <a:lstStyle/>
        <a:p>
          <a:endParaRPr lang="en-GB"/>
        </a:p>
      </dgm:t>
    </dgm:pt>
    <dgm:pt modelId="{4C665A2F-89DB-4FD2-B5C9-4CA70167FF1F}" type="sibTrans" cxnId="{76FC34D2-E8B0-47B5-8478-1333CA00184E}">
      <dgm:prSet/>
      <dgm:spPr/>
      <dgm:t>
        <a:bodyPr/>
        <a:lstStyle/>
        <a:p>
          <a:endParaRPr lang="en-GB"/>
        </a:p>
      </dgm:t>
    </dgm:pt>
    <dgm:pt modelId="{A9ED6650-D582-45BF-ACAB-DDCEBB5AB7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Identify gaps in current knowledge</a:t>
          </a:r>
        </a:p>
      </dgm:t>
    </dgm:pt>
    <dgm:pt modelId="{3497096A-E851-459E-A4C6-0ED583A3D4A9}" type="parTrans" cxnId="{C282968A-B5DF-4E84-BF2C-62E672B6C231}">
      <dgm:prSet/>
      <dgm:spPr/>
      <dgm:t>
        <a:bodyPr/>
        <a:lstStyle/>
        <a:p>
          <a:endParaRPr lang="en-GB"/>
        </a:p>
      </dgm:t>
    </dgm:pt>
    <dgm:pt modelId="{0FFE42C3-4B95-4BA8-B919-708C10B0CD95}" type="sibTrans" cxnId="{C282968A-B5DF-4E84-BF2C-62E672B6C231}">
      <dgm:prSet/>
      <dgm:spPr/>
      <dgm:t>
        <a:bodyPr/>
        <a:lstStyle/>
        <a:p>
          <a:endParaRPr lang="en-GB"/>
        </a:p>
      </dgm:t>
    </dgm:pt>
    <dgm:pt modelId="{F733D05E-D0B6-4B74-B7A6-7EDC45BB2B7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Ensure the problem is relevant and significant</a:t>
          </a:r>
        </a:p>
      </dgm:t>
    </dgm:pt>
    <dgm:pt modelId="{00EDE687-FAA1-4340-A281-5AAE089A97AB}" type="parTrans" cxnId="{BF583493-9266-43CA-AFA1-85A14855B054}">
      <dgm:prSet/>
      <dgm:spPr/>
      <dgm:t>
        <a:bodyPr/>
        <a:lstStyle/>
        <a:p>
          <a:endParaRPr lang="en-GB"/>
        </a:p>
      </dgm:t>
    </dgm:pt>
    <dgm:pt modelId="{52A1C44D-7C21-4872-A2A8-C351C5A19C8B}" type="sibTrans" cxnId="{BF583493-9266-43CA-AFA1-85A14855B054}">
      <dgm:prSet/>
      <dgm:spPr/>
      <dgm:t>
        <a:bodyPr/>
        <a:lstStyle/>
        <a:p>
          <a:endParaRPr lang="en-GB"/>
        </a:p>
      </dgm:t>
    </dgm:pt>
    <dgm:pt modelId="{8571ABFC-BCF0-4803-9543-8221F3F3BA76}">
      <dgm:prSet phldrT="[Text]"/>
      <dgm:spPr/>
      <dgm:t>
        <a:bodyPr/>
        <a:lstStyle/>
        <a:p>
          <a:r>
            <a:rPr lang="en-GB" b="1" i="0" dirty="0"/>
            <a:t>Data Collection and Analysis</a:t>
          </a:r>
          <a:endParaRPr lang="en-GB" dirty="0"/>
        </a:p>
      </dgm:t>
    </dgm:pt>
    <dgm:pt modelId="{F5F455B6-D6DE-4C21-8C79-59FB2184F339}" type="parTrans" cxnId="{3909F5F8-3FE7-4CC2-9EEA-FE0BE838F981}">
      <dgm:prSet/>
      <dgm:spPr/>
      <dgm:t>
        <a:bodyPr/>
        <a:lstStyle/>
        <a:p>
          <a:endParaRPr lang="en-GB"/>
        </a:p>
      </dgm:t>
    </dgm:pt>
    <dgm:pt modelId="{A165D8B8-F35D-44C7-BB7F-A8DDF8CE77BE}" type="sibTrans" cxnId="{3909F5F8-3FE7-4CC2-9EEA-FE0BE838F981}">
      <dgm:prSet/>
      <dgm:spPr/>
      <dgm:t>
        <a:bodyPr/>
        <a:lstStyle/>
        <a:p>
          <a:endParaRPr lang="en-GB"/>
        </a:p>
      </dgm:t>
    </dgm:pt>
    <dgm:pt modelId="{B89097D1-9EE5-4293-805C-E372CF7C9A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Identify key theories, methods, and findings</a:t>
          </a:r>
        </a:p>
      </dgm:t>
    </dgm:pt>
    <dgm:pt modelId="{D3712B3F-DDEE-4D09-8940-34E814B786B9}" type="parTrans" cxnId="{5AC9E373-E4D1-4AC0-A1EB-CFBBCE276DB4}">
      <dgm:prSet/>
      <dgm:spPr/>
      <dgm:t>
        <a:bodyPr/>
        <a:lstStyle/>
        <a:p>
          <a:endParaRPr lang="en-GB"/>
        </a:p>
      </dgm:t>
    </dgm:pt>
    <dgm:pt modelId="{4F8B03CC-6B0F-43F2-AE4B-A72E4018E9CD}" type="sibTrans" cxnId="{5AC9E373-E4D1-4AC0-A1EB-CFBBCE276DB4}">
      <dgm:prSet/>
      <dgm:spPr/>
      <dgm:t>
        <a:bodyPr/>
        <a:lstStyle/>
        <a:p>
          <a:endParaRPr lang="en-GB"/>
        </a:p>
      </dgm:t>
    </dgm:pt>
    <dgm:pt modelId="{36EDF3CC-C882-4BF1-A067-05C6F50E74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Synthesize information to provide context for your study</a:t>
          </a:r>
        </a:p>
      </dgm:t>
    </dgm:pt>
    <dgm:pt modelId="{9EDDE4AF-AC1E-40A6-A280-7BCDB51E44D9}" type="parTrans" cxnId="{9157EEC5-BAC1-48F3-8C3E-FF330FFAAD0E}">
      <dgm:prSet/>
      <dgm:spPr/>
      <dgm:t>
        <a:bodyPr/>
        <a:lstStyle/>
        <a:p>
          <a:endParaRPr lang="en-GB"/>
        </a:p>
      </dgm:t>
    </dgm:pt>
    <dgm:pt modelId="{31C4AE7E-4860-4693-B58B-D84F4CF4019C}" type="sibTrans" cxnId="{9157EEC5-BAC1-48F3-8C3E-FF330FFAAD0E}">
      <dgm:prSet/>
      <dgm:spPr/>
      <dgm:t>
        <a:bodyPr/>
        <a:lstStyle/>
        <a:p>
          <a:endParaRPr lang="en-GB"/>
        </a:p>
      </dgm:t>
    </dgm:pt>
    <dgm:pt modelId="{6146D274-6033-4195-BE8A-649D0DB5F2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Develop testable hypotheses based on literature</a:t>
          </a:r>
        </a:p>
      </dgm:t>
    </dgm:pt>
    <dgm:pt modelId="{1BE07C5B-9426-4473-9B3A-64150CA112DB}" type="parTrans" cxnId="{90A027E5-BCBD-4DAC-A312-4E8BA4F0B2EA}">
      <dgm:prSet/>
      <dgm:spPr/>
      <dgm:t>
        <a:bodyPr/>
        <a:lstStyle/>
        <a:p>
          <a:endParaRPr lang="en-GB"/>
        </a:p>
      </dgm:t>
    </dgm:pt>
    <dgm:pt modelId="{6F6B13B6-1354-40EE-BED5-CD396BC288F0}" type="sibTrans" cxnId="{90A027E5-BCBD-4DAC-A312-4E8BA4F0B2EA}">
      <dgm:prSet/>
      <dgm:spPr/>
      <dgm:t>
        <a:bodyPr/>
        <a:lstStyle/>
        <a:p>
          <a:endParaRPr lang="en-GB"/>
        </a:p>
      </dgm:t>
    </dgm:pt>
    <dgm:pt modelId="{E5260F30-528B-4517-823F-86B074808F5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 questions align with research goals</a:t>
          </a:r>
        </a:p>
      </dgm:t>
    </dgm:pt>
    <dgm:pt modelId="{B4036B28-D341-44FD-AECC-FD6E30428729}" type="parTrans" cxnId="{C46D318F-AB88-4263-9B88-F86C2D48D405}">
      <dgm:prSet/>
      <dgm:spPr/>
      <dgm:t>
        <a:bodyPr/>
        <a:lstStyle/>
        <a:p>
          <a:endParaRPr lang="en-GB"/>
        </a:p>
      </dgm:t>
    </dgm:pt>
    <dgm:pt modelId="{7EB98206-7FEB-4B08-B1A8-FB2A8E4FBD30}" type="sibTrans" cxnId="{C46D318F-AB88-4263-9B88-F86C2D48D405}">
      <dgm:prSet/>
      <dgm:spPr/>
      <dgm:t>
        <a:bodyPr/>
        <a:lstStyle/>
        <a:p>
          <a:endParaRPr lang="en-GB"/>
        </a:p>
      </dgm:t>
    </dgm:pt>
    <dgm:pt modelId="{54235301-A4F5-468F-8284-FB90771FF6E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Consider study design (e.g., experimental, observational)</a:t>
          </a:r>
        </a:p>
      </dgm:t>
    </dgm:pt>
    <dgm:pt modelId="{70CE11FC-8061-4B84-BABF-2A3E3E1AD160}" type="parTrans" cxnId="{D81565B2-F508-4E1E-A0F1-CE7CD63971FE}">
      <dgm:prSet/>
      <dgm:spPr/>
      <dgm:t>
        <a:bodyPr/>
        <a:lstStyle/>
        <a:p>
          <a:endParaRPr lang="en-GB"/>
        </a:p>
      </dgm:t>
    </dgm:pt>
    <dgm:pt modelId="{43705411-9DDA-4EA6-AEEE-7682FFF39263}" type="sibTrans" cxnId="{D81565B2-F508-4E1E-A0F1-CE7CD63971FE}">
      <dgm:prSet/>
      <dgm:spPr/>
      <dgm:t>
        <a:bodyPr/>
        <a:lstStyle/>
        <a:p>
          <a:endParaRPr lang="en-GB"/>
        </a:p>
      </dgm:t>
    </dgm:pt>
    <dgm:pt modelId="{7C915950-1130-48EA-806D-FEED721432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 methodology aligns with research questions</a:t>
          </a:r>
        </a:p>
      </dgm:t>
    </dgm:pt>
    <dgm:pt modelId="{D04AB632-2F2D-4389-AF5E-0EC8AAD1DB30}" type="parTrans" cxnId="{D20BAD58-334D-408F-9D34-E8B12B30915D}">
      <dgm:prSet/>
      <dgm:spPr/>
      <dgm:t>
        <a:bodyPr/>
        <a:lstStyle/>
        <a:p>
          <a:endParaRPr lang="en-GB"/>
        </a:p>
      </dgm:t>
    </dgm:pt>
    <dgm:pt modelId="{BD50945B-3A2A-4074-84BE-85A8606DAB1D}" type="sibTrans" cxnId="{D20BAD58-334D-408F-9D34-E8B12B30915D}">
      <dgm:prSet/>
      <dgm:spPr/>
      <dgm:t>
        <a:bodyPr/>
        <a:lstStyle/>
        <a:p>
          <a:endParaRPr lang="en-GB"/>
        </a:p>
      </dgm:t>
    </dgm:pt>
    <dgm:pt modelId="{4B17FD40-065E-429B-86A1-B0A237EC12C6}">
      <dgm:prSet/>
      <dgm:spPr/>
      <dgm:t>
        <a:bodyPr/>
        <a:lstStyle/>
        <a:p>
          <a:r>
            <a:rPr lang="en-US" b="1" i="0" dirty="0"/>
            <a:t>Drawing Conclusions and Reporting Findings</a:t>
          </a:r>
          <a:endParaRPr lang="en-GB" dirty="0"/>
        </a:p>
      </dgm:t>
    </dgm:pt>
    <dgm:pt modelId="{03B5066E-7A44-4EE6-A791-E8B9C00E8AF7}" type="parTrans" cxnId="{EA430A32-8AC1-4CCF-91D1-9166DA980443}">
      <dgm:prSet/>
      <dgm:spPr/>
      <dgm:t>
        <a:bodyPr/>
        <a:lstStyle/>
        <a:p>
          <a:endParaRPr lang="en-GB"/>
        </a:p>
      </dgm:t>
    </dgm:pt>
    <dgm:pt modelId="{5DD8E280-4D29-4FD5-97A0-0596F2CEF641}" type="sibTrans" cxnId="{EA430A32-8AC1-4CCF-91D1-9166DA980443}">
      <dgm:prSet/>
      <dgm:spPr/>
      <dgm:t>
        <a:bodyPr/>
        <a:lstStyle/>
        <a:p>
          <a:endParaRPr lang="en-GB"/>
        </a:p>
      </dgm:t>
    </dgm:pt>
    <dgm:pt modelId="{2FF21858-290F-48A7-A2FC-948E783C1869}">
      <dgm:prSet/>
      <dgm:spPr/>
      <dgm:t>
        <a:bodyPr/>
        <a:lstStyle/>
        <a:p>
          <a:r>
            <a:rPr lang="en-US" b="0" i="0" dirty="0"/>
            <a:t>Interpret results in context of research questions</a:t>
          </a:r>
          <a:endParaRPr lang="en-GB" dirty="0"/>
        </a:p>
      </dgm:t>
    </dgm:pt>
    <dgm:pt modelId="{6FBAE49A-5A6E-4D59-9055-D686D41EEDDD}" type="parTrans" cxnId="{EE718E50-D7ED-401A-B985-E76E5EC36D6E}">
      <dgm:prSet/>
      <dgm:spPr/>
      <dgm:t>
        <a:bodyPr/>
        <a:lstStyle/>
        <a:p>
          <a:endParaRPr lang="en-GB"/>
        </a:p>
      </dgm:t>
    </dgm:pt>
    <dgm:pt modelId="{4085CAEC-2974-4849-BEB2-3C36276FD53B}" type="sibTrans" cxnId="{EE718E50-D7ED-401A-B985-E76E5EC36D6E}">
      <dgm:prSet/>
      <dgm:spPr/>
      <dgm:t>
        <a:bodyPr/>
        <a:lstStyle/>
        <a:p>
          <a:endParaRPr lang="en-GB"/>
        </a:p>
      </dgm:t>
    </dgm:pt>
    <dgm:pt modelId="{11A43509-75C7-4A16-8ACE-99481D9B8A7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Discuss implications and limitations of findings</a:t>
          </a:r>
        </a:p>
      </dgm:t>
    </dgm:pt>
    <dgm:pt modelId="{DB8ED1C4-48A4-4D16-907F-BE39D997E40E}" type="parTrans" cxnId="{FB929E4C-F6A0-44B6-A5F6-74EC31505E9B}">
      <dgm:prSet/>
      <dgm:spPr/>
      <dgm:t>
        <a:bodyPr/>
        <a:lstStyle/>
        <a:p>
          <a:endParaRPr lang="en-GB"/>
        </a:p>
      </dgm:t>
    </dgm:pt>
    <dgm:pt modelId="{C3035A32-A749-4020-9F46-055E765E2019}" type="sibTrans" cxnId="{FB929E4C-F6A0-44B6-A5F6-74EC31505E9B}">
      <dgm:prSet/>
      <dgm:spPr/>
      <dgm:t>
        <a:bodyPr/>
        <a:lstStyle/>
        <a:p>
          <a:endParaRPr lang="en-GB"/>
        </a:p>
      </dgm:t>
    </dgm:pt>
    <dgm:pt modelId="{BF843F23-B833-40F0-A4E6-4783EAE03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Present results clearly and concisely in reports or papers</a:t>
          </a:r>
        </a:p>
      </dgm:t>
    </dgm:pt>
    <dgm:pt modelId="{E5D1DABD-E3FF-4184-B032-C0A4D527BD0E}" type="parTrans" cxnId="{E63D21D7-D4F4-47B2-8567-2AF1D2883F3F}">
      <dgm:prSet/>
      <dgm:spPr/>
      <dgm:t>
        <a:bodyPr/>
        <a:lstStyle/>
        <a:p>
          <a:endParaRPr lang="en-GB"/>
        </a:p>
      </dgm:t>
    </dgm:pt>
    <dgm:pt modelId="{7D08FA26-63E8-4596-AC86-9744A359212F}" type="sibTrans" cxnId="{E63D21D7-D4F4-47B2-8567-2AF1D2883F3F}">
      <dgm:prSet/>
      <dgm:spPr/>
      <dgm:t>
        <a:bodyPr/>
        <a:lstStyle/>
        <a:p>
          <a:endParaRPr lang="en-GB"/>
        </a:p>
      </dgm:t>
    </dgm:pt>
    <dgm:pt modelId="{139F664C-71A0-4A9B-B6F3-E11554EC9D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Implement chosen methods to gather data</a:t>
          </a:r>
          <a:endParaRPr lang="en-GB"/>
        </a:p>
      </dgm:t>
    </dgm:pt>
    <dgm:pt modelId="{77B8428E-7B16-453A-AB30-DAF4F0A5DF0F}" type="parTrans" cxnId="{5576C264-5A37-4381-B633-0FD85465208B}">
      <dgm:prSet/>
      <dgm:spPr/>
      <dgm:t>
        <a:bodyPr/>
        <a:lstStyle/>
        <a:p>
          <a:endParaRPr lang="en-GB"/>
        </a:p>
      </dgm:t>
    </dgm:pt>
    <dgm:pt modelId="{63864F22-ADC8-4A55-9167-571A9A850691}" type="sibTrans" cxnId="{5576C264-5A37-4381-B633-0FD85465208B}">
      <dgm:prSet/>
      <dgm:spPr/>
      <dgm:t>
        <a:bodyPr/>
        <a:lstStyle/>
        <a:p>
          <a:endParaRPr lang="en-GB"/>
        </a:p>
      </dgm:t>
    </dgm:pt>
    <dgm:pt modelId="{FDEF9837-9025-4928-89E1-4830FBF373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Use appropriate tools and techniques for analysis</a:t>
          </a:r>
        </a:p>
      </dgm:t>
    </dgm:pt>
    <dgm:pt modelId="{4C2D7E3A-F8CF-442A-A1ED-39D65725A735}" type="parTrans" cxnId="{0FB3B469-ED85-435E-A770-3006A268FB50}">
      <dgm:prSet/>
      <dgm:spPr/>
      <dgm:t>
        <a:bodyPr/>
        <a:lstStyle/>
        <a:p>
          <a:endParaRPr lang="en-GB"/>
        </a:p>
      </dgm:t>
    </dgm:pt>
    <dgm:pt modelId="{21210835-CD7F-4541-8688-84756BF6A3EB}" type="sibTrans" cxnId="{0FB3B469-ED85-435E-A770-3006A268FB50}">
      <dgm:prSet/>
      <dgm:spPr/>
      <dgm:t>
        <a:bodyPr/>
        <a:lstStyle/>
        <a:p>
          <a:endParaRPr lang="en-GB"/>
        </a:p>
      </dgm:t>
    </dgm:pt>
    <dgm:pt modelId="{60C74B5B-B9C8-4DEF-8ED3-A3C38DA05F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Ensure data quality and reliability</a:t>
          </a:r>
        </a:p>
      </dgm:t>
    </dgm:pt>
    <dgm:pt modelId="{6A781FEB-1C6F-430F-8B6E-BA56F419D5AE}" type="parTrans" cxnId="{0BF9BD24-8524-413A-A6D6-966759D5BD72}">
      <dgm:prSet/>
      <dgm:spPr/>
      <dgm:t>
        <a:bodyPr/>
        <a:lstStyle/>
        <a:p>
          <a:endParaRPr lang="en-GB"/>
        </a:p>
      </dgm:t>
    </dgm:pt>
    <dgm:pt modelId="{248735EB-625F-4FC7-8C27-A52C1585F2A0}" type="sibTrans" cxnId="{0BF9BD24-8524-413A-A6D6-966759D5BD72}">
      <dgm:prSet/>
      <dgm:spPr/>
      <dgm:t>
        <a:bodyPr/>
        <a:lstStyle/>
        <a:p>
          <a:endParaRPr lang="en-GB"/>
        </a:p>
      </dgm:t>
    </dgm:pt>
    <dgm:pt modelId="{FE9B115C-A285-4A73-A460-0D925980B991}" type="pres">
      <dgm:prSet presAssocID="{D1838144-FA84-40D7-AAD9-0C7039A4C72F}" presName="diagram" presStyleCnt="0">
        <dgm:presLayoutVars>
          <dgm:dir/>
          <dgm:resizeHandles val="exact"/>
        </dgm:presLayoutVars>
      </dgm:prSet>
      <dgm:spPr/>
    </dgm:pt>
    <dgm:pt modelId="{699387E5-CF3A-411A-ABDF-7B3D6AF4F5E0}" type="pres">
      <dgm:prSet presAssocID="{CAD8656D-402E-42D9-BE45-11E0A46D91E7}" presName="node" presStyleLbl="node1" presStyleIdx="0" presStyleCnt="6">
        <dgm:presLayoutVars>
          <dgm:bulletEnabled val="1"/>
        </dgm:presLayoutVars>
      </dgm:prSet>
      <dgm:spPr/>
    </dgm:pt>
    <dgm:pt modelId="{C0E9F52E-5AF5-44C4-99A3-E553309D13C4}" type="pres">
      <dgm:prSet presAssocID="{527E219E-6560-4C1D-92B0-3C81C0BBB9D2}" presName="sibTrans" presStyleLbl="sibTrans2D1" presStyleIdx="0" presStyleCnt="5"/>
      <dgm:spPr/>
    </dgm:pt>
    <dgm:pt modelId="{161A61FF-2AFA-4E89-A29E-6774239FF8A3}" type="pres">
      <dgm:prSet presAssocID="{527E219E-6560-4C1D-92B0-3C81C0BBB9D2}" presName="connectorText" presStyleLbl="sibTrans2D1" presStyleIdx="0" presStyleCnt="5"/>
      <dgm:spPr/>
    </dgm:pt>
    <dgm:pt modelId="{8AC1FD30-794E-4BB1-BEC6-50C462BE233D}" type="pres">
      <dgm:prSet presAssocID="{7575C735-1A49-4394-8906-47D377D6B0D4}" presName="node" presStyleLbl="node1" presStyleIdx="1" presStyleCnt="6">
        <dgm:presLayoutVars>
          <dgm:bulletEnabled val="1"/>
        </dgm:presLayoutVars>
      </dgm:prSet>
      <dgm:spPr/>
    </dgm:pt>
    <dgm:pt modelId="{E4BB40CA-56DE-4C2B-9C9B-DE62F313C6E4}" type="pres">
      <dgm:prSet presAssocID="{7A21BBCA-145D-47AC-A0F7-7E5E2E3C3686}" presName="sibTrans" presStyleLbl="sibTrans2D1" presStyleIdx="1" presStyleCnt="5"/>
      <dgm:spPr/>
    </dgm:pt>
    <dgm:pt modelId="{860885CD-16BD-4034-9450-C13E093DC7A1}" type="pres">
      <dgm:prSet presAssocID="{7A21BBCA-145D-47AC-A0F7-7E5E2E3C3686}" presName="connectorText" presStyleLbl="sibTrans2D1" presStyleIdx="1" presStyleCnt="5"/>
      <dgm:spPr/>
    </dgm:pt>
    <dgm:pt modelId="{92EDD40A-82C8-47E3-8DC5-FE541B128ECD}" type="pres">
      <dgm:prSet presAssocID="{237F65E5-744F-4CB2-94FD-211C408CC260}" presName="node" presStyleLbl="node1" presStyleIdx="2" presStyleCnt="6">
        <dgm:presLayoutVars>
          <dgm:bulletEnabled val="1"/>
        </dgm:presLayoutVars>
      </dgm:prSet>
      <dgm:spPr/>
    </dgm:pt>
    <dgm:pt modelId="{A7921E3E-2271-42E7-BAE5-6B19A0539A3E}" type="pres">
      <dgm:prSet presAssocID="{DBF9B3DF-A7A4-4307-86BD-E508091B93A3}" presName="sibTrans" presStyleLbl="sibTrans2D1" presStyleIdx="2" presStyleCnt="5"/>
      <dgm:spPr/>
    </dgm:pt>
    <dgm:pt modelId="{5DFBF2C4-0725-4471-9227-1170CD1C1E8C}" type="pres">
      <dgm:prSet presAssocID="{DBF9B3DF-A7A4-4307-86BD-E508091B93A3}" presName="connectorText" presStyleLbl="sibTrans2D1" presStyleIdx="2" presStyleCnt="5"/>
      <dgm:spPr/>
    </dgm:pt>
    <dgm:pt modelId="{9C8F8991-C753-405E-A6E7-6F4A6EECB5D5}" type="pres">
      <dgm:prSet presAssocID="{3E894759-2B9C-4936-80A5-BD7433EF2B1B}" presName="node" presStyleLbl="node1" presStyleIdx="3" presStyleCnt="6">
        <dgm:presLayoutVars>
          <dgm:bulletEnabled val="1"/>
        </dgm:presLayoutVars>
      </dgm:prSet>
      <dgm:spPr/>
    </dgm:pt>
    <dgm:pt modelId="{502A2F21-07A6-4BF1-8A7D-3CC5428EB4C2}" type="pres">
      <dgm:prSet presAssocID="{D277431E-48D9-4B43-B410-07352CBF05A7}" presName="sibTrans" presStyleLbl="sibTrans2D1" presStyleIdx="3" presStyleCnt="5"/>
      <dgm:spPr/>
    </dgm:pt>
    <dgm:pt modelId="{2BEBFA79-D27A-4CD8-A869-84BD1EAB96CF}" type="pres">
      <dgm:prSet presAssocID="{D277431E-48D9-4B43-B410-07352CBF05A7}" presName="connectorText" presStyleLbl="sibTrans2D1" presStyleIdx="3" presStyleCnt="5"/>
      <dgm:spPr/>
    </dgm:pt>
    <dgm:pt modelId="{7B4A63B5-C4FA-4F17-9B1C-5393999B2C67}" type="pres">
      <dgm:prSet presAssocID="{8571ABFC-BCF0-4803-9543-8221F3F3BA76}" presName="node" presStyleLbl="node1" presStyleIdx="4" presStyleCnt="6">
        <dgm:presLayoutVars>
          <dgm:bulletEnabled val="1"/>
        </dgm:presLayoutVars>
      </dgm:prSet>
      <dgm:spPr/>
    </dgm:pt>
    <dgm:pt modelId="{B374AD91-D526-45B2-8A6A-7CE80790BB9C}" type="pres">
      <dgm:prSet presAssocID="{A165D8B8-F35D-44C7-BB7F-A8DDF8CE77BE}" presName="sibTrans" presStyleLbl="sibTrans2D1" presStyleIdx="4" presStyleCnt="5"/>
      <dgm:spPr/>
    </dgm:pt>
    <dgm:pt modelId="{A2F4453B-15BB-482C-B6BF-8E236E19FE70}" type="pres">
      <dgm:prSet presAssocID="{A165D8B8-F35D-44C7-BB7F-A8DDF8CE77BE}" presName="connectorText" presStyleLbl="sibTrans2D1" presStyleIdx="4" presStyleCnt="5"/>
      <dgm:spPr/>
    </dgm:pt>
    <dgm:pt modelId="{9907C4DA-F01B-4716-918B-6BDC816F0AF9}" type="pres">
      <dgm:prSet presAssocID="{4B17FD40-065E-429B-86A1-B0A237EC12C6}" presName="node" presStyleLbl="node1" presStyleIdx="5" presStyleCnt="6">
        <dgm:presLayoutVars>
          <dgm:bulletEnabled val="1"/>
        </dgm:presLayoutVars>
      </dgm:prSet>
      <dgm:spPr/>
    </dgm:pt>
  </dgm:ptLst>
  <dgm:cxnLst>
    <dgm:cxn modelId="{69319311-203B-42B3-803A-0A72877C9DE1}" type="presOf" srcId="{A165D8B8-F35D-44C7-BB7F-A8DDF8CE77BE}" destId="{B374AD91-D526-45B2-8A6A-7CE80790BB9C}" srcOrd="0" destOrd="0" presId="urn:microsoft.com/office/officeart/2005/8/layout/process5"/>
    <dgm:cxn modelId="{FDD19A15-AD9E-4719-8D1D-CB9727776467}" type="presOf" srcId="{7A21BBCA-145D-47AC-A0F7-7E5E2E3C3686}" destId="{E4BB40CA-56DE-4C2B-9C9B-DE62F313C6E4}" srcOrd="0" destOrd="0" presId="urn:microsoft.com/office/officeart/2005/8/layout/process5"/>
    <dgm:cxn modelId="{0BF9BD24-8524-413A-A6D6-966759D5BD72}" srcId="{8571ABFC-BCF0-4803-9543-8221F3F3BA76}" destId="{60C74B5B-B9C8-4DEF-8ED3-A3C38DA05FA8}" srcOrd="2" destOrd="0" parTransId="{6A781FEB-1C6F-430F-8B6E-BA56F419D5AE}" sibTransId="{248735EB-625F-4FC7-8C27-A52C1585F2A0}"/>
    <dgm:cxn modelId="{7ACFAD27-5DD4-4891-BD5A-F5829A8BB3D3}" type="presOf" srcId="{F733D05E-D0B6-4B74-B7A6-7EDC45BB2B79}" destId="{699387E5-CF3A-411A-ABDF-7B3D6AF4F5E0}" srcOrd="0" destOrd="3" presId="urn:microsoft.com/office/officeart/2005/8/layout/process5"/>
    <dgm:cxn modelId="{1ED0B727-8E3C-4F50-B679-2ADC3574AD2E}" srcId="{D1838144-FA84-40D7-AAD9-0C7039A4C72F}" destId="{237F65E5-744F-4CB2-94FD-211C408CC260}" srcOrd="2" destOrd="0" parTransId="{FCC52B21-A725-4ACE-95BA-03D21BD0D5EB}" sibTransId="{DBF9B3DF-A7A4-4307-86BD-E508091B93A3}"/>
    <dgm:cxn modelId="{31F89F29-E291-4B90-BD2C-6DBCC8A49900}" srcId="{D1838144-FA84-40D7-AAD9-0C7039A4C72F}" destId="{3E894759-2B9C-4936-80A5-BD7433EF2B1B}" srcOrd="3" destOrd="0" parTransId="{64D6168C-9365-45CE-882D-2F872D7627CB}" sibTransId="{D277431E-48D9-4B43-B410-07352CBF05A7}"/>
    <dgm:cxn modelId="{4A05282A-3F0C-451B-8893-931D8EC05ED6}" type="presOf" srcId="{D277431E-48D9-4B43-B410-07352CBF05A7}" destId="{502A2F21-07A6-4BF1-8A7D-3CC5428EB4C2}" srcOrd="0" destOrd="0" presId="urn:microsoft.com/office/officeart/2005/8/layout/process5"/>
    <dgm:cxn modelId="{EA430A32-8AC1-4CCF-91D1-9166DA980443}" srcId="{D1838144-FA84-40D7-AAD9-0C7039A4C72F}" destId="{4B17FD40-065E-429B-86A1-B0A237EC12C6}" srcOrd="5" destOrd="0" parTransId="{03B5066E-7A44-4EE6-A791-E8B9C00E8AF7}" sibTransId="{5DD8E280-4D29-4FD5-97A0-0596F2CEF641}"/>
    <dgm:cxn modelId="{22993436-C365-498B-A8B0-ED4A51485F61}" type="presOf" srcId="{A9ED6650-D582-45BF-ACAB-DDCEBB5AB7B8}" destId="{699387E5-CF3A-411A-ABDF-7B3D6AF4F5E0}" srcOrd="0" destOrd="2" presId="urn:microsoft.com/office/officeart/2005/8/layout/process5"/>
    <dgm:cxn modelId="{124A2940-5B24-41D3-8650-5B574BD2C452}" type="presOf" srcId="{D1838144-FA84-40D7-AAD9-0C7039A4C72F}" destId="{FE9B115C-A285-4A73-A460-0D925980B991}" srcOrd="0" destOrd="0" presId="urn:microsoft.com/office/officeart/2005/8/layout/process5"/>
    <dgm:cxn modelId="{05ED8E5B-5722-4BD4-82FE-88A5F6E570BB}" type="presOf" srcId="{6146D274-6033-4195-BE8A-649D0DB5F2A6}" destId="{92EDD40A-82C8-47E3-8DC5-FE541B128ECD}" srcOrd="0" destOrd="2" presId="urn:microsoft.com/office/officeart/2005/8/layout/process5"/>
    <dgm:cxn modelId="{CB15A760-7E0D-4D1C-8745-437AAE90B534}" type="presOf" srcId="{527E219E-6560-4C1D-92B0-3C81C0BBB9D2}" destId="{C0E9F52E-5AF5-44C4-99A3-E553309D13C4}" srcOrd="0" destOrd="0" presId="urn:microsoft.com/office/officeart/2005/8/layout/process5"/>
    <dgm:cxn modelId="{B243B960-F58E-4457-9F04-EA820FDE8FC1}" srcId="{D1838144-FA84-40D7-AAD9-0C7039A4C72F}" destId="{CAD8656D-402E-42D9-BE45-11E0A46D91E7}" srcOrd="0" destOrd="0" parTransId="{915B75E9-AFD9-473A-9F15-979692382DDA}" sibTransId="{527E219E-6560-4C1D-92B0-3C81C0BBB9D2}"/>
    <dgm:cxn modelId="{BD236E63-E249-4C2A-A253-EF8190D8DC28}" srcId="{7575C735-1A49-4394-8906-47D377D6B0D4}" destId="{42348F84-399C-416B-910F-311CE0D1A236}" srcOrd="0" destOrd="0" parTransId="{25A05FF0-79B5-4DC1-BF74-524F1EA20CBC}" sibTransId="{0726C751-99DC-47CA-B0A4-0C6997F15B8A}"/>
    <dgm:cxn modelId="{5576C264-5A37-4381-B633-0FD85465208B}" srcId="{8571ABFC-BCF0-4803-9543-8221F3F3BA76}" destId="{139F664C-71A0-4A9B-B6F3-E11554EC9D7F}" srcOrd="0" destOrd="0" parTransId="{77B8428E-7B16-453A-AB30-DAF4F0A5DF0F}" sibTransId="{63864F22-ADC8-4A55-9167-571A9A850691}"/>
    <dgm:cxn modelId="{0FB3B469-ED85-435E-A770-3006A268FB50}" srcId="{8571ABFC-BCF0-4803-9543-8221F3F3BA76}" destId="{FDEF9837-9025-4928-89E1-4830FBF373A6}" srcOrd="1" destOrd="0" parTransId="{4C2D7E3A-F8CF-442A-A1ED-39D65725A735}" sibTransId="{21210835-CD7F-4541-8688-84756BF6A3EB}"/>
    <dgm:cxn modelId="{FB929E4C-F6A0-44B6-A5F6-74EC31505E9B}" srcId="{4B17FD40-065E-429B-86A1-B0A237EC12C6}" destId="{11A43509-75C7-4A16-8ACE-99481D9B8A70}" srcOrd="1" destOrd="0" parTransId="{DB8ED1C4-48A4-4D16-907F-BE39D997E40E}" sibTransId="{C3035A32-A749-4020-9F46-055E765E2019}"/>
    <dgm:cxn modelId="{8EDE594F-B3E6-489D-8048-B4C07B9409BF}" type="presOf" srcId="{B89097D1-9EE5-4293-805C-E372CF7C9AB6}" destId="{8AC1FD30-794E-4BB1-BEC6-50C462BE233D}" srcOrd="0" destOrd="2" presId="urn:microsoft.com/office/officeart/2005/8/layout/process5"/>
    <dgm:cxn modelId="{EE718E50-D7ED-401A-B985-E76E5EC36D6E}" srcId="{4B17FD40-065E-429B-86A1-B0A237EC12C6}" destId="{2FF21858-290F-48A7-A2FC-948E783C1869}" srcOrd="0" destOrd="0" parTransId="{6FBAE49A-5A6E-4D59-9055-D686D41EEDDD}" sibTransId="{4085CAEC-2974-4849-BEB2-3C36276FD53B}"/>
    <dgm:cxn modelId="{5AC9E373-E4D1-4AC0-A1EB-CFBBCE276DB4}" srcId="{7575C735-1A49-4394-8906-47D377D6B0D4}" destId="{B89097D1-9EE5-4293-805C-E372CF7C9AB6}" srcOrd="1" destOrd="0" parTransId="{D3712B3F-DDEE-4D09-8940-34E814B786B9}" sibTransId="{4F8B03CC-6B0F-43F2-AE4B-A72E4018E9CD}"/>
    <dgm:cxn modelId="{70980054-94A2-4581-B1C4-5582D9CE9A4E}" type="presOf" srcId="{A165D8B8-F35D-44C7-BB7F-A8DDF8CE77BE}" destId="{A2F4453B-15BB-482C-B6BF-8E236E19FE70}" srcOrd="1" destOrd="0" presId="urn:microsoft.com/office/officeart/2005/8/layout/process5"/>
    <dgm:cxn modelId="{2CA98355-1ACC-4DDD-9606-1F4C9399A8F2}" type="presOf" srcId="{FDEF9837-9025-4928-89E1-4830FBF373A6}" destId="{7B4A63B5-C4FA-4F17-9B1C-5393999B2C67}" srcOrd="0" destOrd="2" presId="urn:microsoft.com/office/officeart/2005/8/layout/process5"/>
    <dgm:cxn modelId="{D20BAD58-334D-408F-9D34-E8B12B30915D}" srcId="{3E894759-2B9C-4936-80A5-BD7433EF2B1B}" destId="{7C915950-1130-48EA-806D-FEED721432DE}" srcOrd="2" destOrd="0" parTransId="{D04AB632-2F2D-4389-AF5E-0EC8AAD1DB30}" sibTransId="{BD50945B-3A2A-4074-84BE-85A8606DAB1D}"/>
    <dgm:cxn modelId="{7467B286-95C2-49B6-BE78-472B0055CDD7}" srcId="{CAD8656D-402E-42D9-BE45-11E0A46D91E7}" destId="{5C24EBA8-B15F-44CD-84CA-C455E4724650}" srcOrd="0" destOrd="0" parTransId="{175032FF-C1E5-4E81-84B3-B64ABC44ABD2}" sibTransId="{0A6520D7-27ED-41B4-998F-5CA318123731}"/>
    <dgm:cxn modelId="{A2448188-CE7B-42C3-9124-53AAEC20109A}" type="presOf" srcId="{E5260F30-528B-4517-823F-86B074808F5E}" destId="{92EDD40A-82C8-47E3-8DC5-FE541B128ECD}" srcOrd="0" destOrd="3" presId="urn:microsoft.com/office/officeart/2005/8/layout/process5"/>
    <dgm:cxn modelId="{85B5BC88-7229-455D-BA46-A9CE0F5A736B}" type="presOf" srcId="{237F65E5-744F-4CB2-94FD-211C408CC260}" destId="{92EDD40A-82C8-47E3-8DC5-FE541B128ECD}" srcOrd="0" destOrd="0" presId="urn:microsoft.com/office/officeart/2005/8/layout/process5"/>
    <dgm:cxn modelId="{C282968A-B5DF-4E84-BF2C-62E672B6C231}" srcId="{CAD8656D-402E-42D9-BE45-11E0A46D91E7}" destId="{A9ED6650-D582-45BF-ACAB-DDCEBB5AB7B8}" srcOrd="1" destOrd="0" parTransId="{3497096A-E851-459E-A4C6-0ED583A3D4A9}" sibTransId="{0FFE42C3-4B95-4BA8-B919-708C10B0CD95}"/>
    <dgm:cxn modelId="{F737A88A-7E20-47B2-A7A9-B594FAAC8279}" type="presOf" srcId="{4B17FD40-065E-429B-86A1-B0A237EC12C6}" destId="{9907C4DA-F01B-4716-918B-6BDC816F0AF9}" srcOrd="0" destOrd="0" presId="urn:microsoft.com/office/officeart/2005/8/layout/process5"/>
    <dgm:cxn modelId="{941B0A8B-6F6B-4C14-88CC-A2934F6981FA}" type="presOf" srcId="{7575C735-1A49-4394-8906-47D377D6B0D4}" destId="{8AC1FD30-794E-4BB1-BEC6-50C462BE233D}" srcOrd="0" destOrd="0" presId="urn:microsoft.com/office/officeart/2005/8/layout/process5"/>
    <dgm:cxn modelId="{31486A8E-F5BF-4F44-A3EE-89A1F48A836A}" type="presOf" srcId="{5C24EBA8-B15F-44CD-84CA-C455E4724650}" destId="{699387E5-CF3A-411A-ABDF-7B3D6AF4F5E0}" srcOrd="0" destOrd="1" presId="urn:microsoft.com/office/officeart/2005/8/layout/process5"/>
    <dgm:cxn modelId="{C46D318F-AB88-4263-9B88-F86C2D48D405}" srcId="{237F65E5-744F-4CB2-94FD-211C408CC260}" destId="{E5260F30-528B-4517-823F-86B074808F5E}" srcOrd="2" destOrd="0" parTransId="{B4036B28-D341-44FD-AECC-FD6E30428729}" sibTransId="{7EB98206-7FEB-4B08-B1A8-FB2A8E4FBD30}"/>
    <dgm:cxn modelId="{492BC292-A33F-42D7-A773-EB15F737C93C}" type="presOf" srcId="{8571ABFC-BCF0-4803-9543-8221F3F3BA76}" destId="{7B4A63B5-C4FA-4F17-9B1C-5393999B2C67}" srcOrd="0" destOrd="0" presId="urn:microsoft.com/office/officeart/2005/8/layout/process5"/>
    <dgm:cxn modelId="{BF583493-9266-43CA-AFA1-85A14855B054}" srcId="{CAD8656D-402E-42D9-BE45-11E0A46D91E7}" destId="{F733D05E-D0B6-4B74-B7A6-7EDC45BB2B79}" srcOrd="2" destOrd="0" parTransId="{00EDE687-FAA1-4340-A281-5AAE089A97AB}" sibTransId="{52A1C44D-7C21-4872-A2A8-C351C5A19C8B}"/>
    <dgm:cxn modelId="{1A4BD095-88B2-415B-9137-E2F3BA214557}" srcId="{237F65E5-744F-4CB2-94FD-211C408CC260}" destId="{463BCB92-4D61-4EE6-9973-5D9DE3606161}" srcOrd="0" destOrd="0" parTransId="{6E9FA799-CFFA-41C7-A5F7-23F91158BDCF}" sibTransId="{247F13D6-6CBB-4CDE-B66C-C6EEAA9E2835}"/>
    <dgm:cxn modelId="{A2A9C399-36CA-4B2A-BB75-75C926715AB9}" type="presOf" srcId="{11A43509-75C7-4A16-8ACE-99481D9B8A70}" destId="{9907C4DA-F01B-4716-918B-6BDC816F0AF9}" srcOrd="0" destOrd="2" presId="urn:microsoft.com/office/officeart/2005/8/layout/process5"/>
    <dgm:cxn modelId="{B198AD9B-E0D1-4788-9BAE-ADA479DD955E}" type="presOf" srcId="{7C915950-1130-48EA-806D-FEED721432DE}" destId="{9C8F8991-C753-405E-A6E7-6F4A6EECB5D5}" srcOrd="0" destOrd="3" presId="urn:microsoft.com/office/officeart/2005/8/layout/process5"/>
    <dgm:cxn modelId="{9DA4FB9B-18BF-4CC7-8036-38A628DD2C6D}" type="presOf" srcId="{DBF9B3DF-A7A4-4307-86BD-E508091B93A3}" destId="{5DFBF2C4-0725-4471-9227-1170CD1C1E8C}" srcOrd="1" destOrd="0" presId="urn:microsoft.com/office/officeart/2005/8/layout/process5"/>
    <dgm:cxn modelId="{E47B34A2-AFD7-4674-9C0F-17D70EF84724}" type="presOf" srcId="{DBF9B3DF-A7A4-4307-86BD-E508091B93A3}" destId="{A7921E3E-2271-42E7-BAE5-6B19A0539A3E}" srcOrd="0" destOrd="0" presId="urn:microsoft.com/office/officeart/2005/8/layout/process5"/>
    <dgm:cxn modelId="{45A645A3-1E83-42DF-832E-0F1C2192F6A1}" type="presOf" srcId="{36EDF3CC-C882-4BF1-A067-05C6F50E747D}" destId="{8AC1FD30-794E-4BB1-BEC6-50C462BE233D}" srcOrd="0" destOrd="3" presId="urn:microsoft.com/office/officeart/2005/8/layout/process5"/>
    <dgm:cxn modelId="{252D29A5-2D89-432F-8C5E-87C9A317E367}" type="presOf" srcId="{D277431E-48D9-4B43-B410-07352CBF05A7}" destId="{2BEBFA79-D27A-4CD8-A869-84BD1EAB96CF}" srcOrd="1" destOrd="0" presId="urn:microsoft.com/office/officeart/2005/8/layout/process5"/>
    <dgm:cxn modelId="{D81565B2-F508-4E1E-A0F1-CE7CD63971FE}" srcId="{3E894759-2B9C-4936-80A5-BD7433EF2B1B}" destId="{54235301-A4F5-468F-8284-FB90771FF6E5}" srcOrd="1" destOrd="0" parTransId="{70CE11FC-8061-4B84-BABF-2A3E3E1AD160}" sibTransId="{43705411-9DDA-4EA6-AEEE-7682FFF39263}"/>
    <dgm:cxn modelId="{593462BB-F042-44AF-B94D-54B96F12BADD}" type="presOf" srcId="{139F664C-71A0-4A9B-B6F3-E11554EC9D7F}" destId="{7B4A63B5-C4FA-4F17-9B1C-5393999B2C67}" srcOrd="0" destOrd="1" presId="urn:microsoft.com/office/officeart/2005/8/layout/process5"/>
    <dgm:cxn modelId="{25D9CCC2-EF28-40C0-A231-7B9D962A7615}" type="presOf" srcId="{42348F84-399C-416B-910F-311CE0D1A236}" destId="{8AC1FD30-794E-4BB1-BEC6-50C462BE233D}" srcOrd="0" destOrd="1" presId="urn:microsoft.com/office/officeart/2005/8/layout/process5"/>
    <dgm:cxn modelId="{62627AC3-C191-47AC-AB94-FA720A75BD0A}" type="presOf" srcId="{463BCB92-4D61-4EE6-9973-5D9DE3606161}" destId="{92EDD40A-82C8-47E3-8DC5-FE541B128ECD}" srcOrd="0" destOrd="1" presId="urn:microsoft.com/office/officeart/2005/8/layout/process5"/>
    <dgm:cxn modelId="{2FF04FC4-8115-4965-BE01-7A500458189F}" type="presOf" srcId="{2FF21858-290F-48A7-A2FC-948E783C1869}" destId="{9907C4DA-F01B-4716-918B-6BDC816F0AF9}" srcOrd="0" destOrd="1" presId="urn:microsoft.com/office/officeart/2005/8/layout/process5"/>
    <dgm:cxn modelId="{9157EEC5-BAC1-48F3-8C3E-FF330FFAAD0E}" srcId="{7575C735-1A49-4394-8906-47D377D6B0D4}" destId="{36EDF3CC-C882-4BF1-A067-05C6F50E747D}" srcOrd="2" destOrd="0" parTransId="{9EDDE4AF-AC1E-40A6-A280-7BCDB51E44D9}" sibTransId="{31C4AE7E-4860-4693-B58B-D84F4CF4019C}"/>
    <dgm:cxn modelId="{76FC34D2-E8B0-47B5-8478-1333CA00184E}" srcId="{3E894759-2B9C-4936-80A5-BD7433EF2B1B}" destId="{0D0C9C0A-C49F-47DB-8C3C-D44D9D44DBEB}" srcOrd="0" destOrd="0" parTransId="{DBE77E48-872D-4F72-B14E-393BE57F5D73}" sibTransId="{4C665A2F-89DB-4FD2-B5C9-4CA70167FF1F}"/>
    <dgm:cxn modelId="{0126CAD3-C99D-429F-9B22-21383278F491}" type="presOf" srcId="{7A21BBCA-145D-47AC-A0F7-7E5E2E3C3686}" destId="{860885CD-16BD-4034-9450-C13E093DC7A1}" srcOrd="1" destOrd="0" presId="urn:microsoft.com/office/officeart/2005/8/layout/process5"/>
    <dgm:cxn modelId="{74E240D5-0F98-4157-82F0-502ABE153C2B}" type="presOf" srcId="{54235301-A4F5-468F-8284-FB90771FF6E5}" destId="{9C8F8991-C753-405E-A6E7-6F4A6EECB5D5}" srcOrd="0" destOrd="2" presId="urn:microsoft.com/office/officeart/2005/8/layout/process5"/>
    <dgm:cxn modelId="{E63D21D7-D4F4-47B2-8567-2AF1D2883F3F}" srcId="{4B17FD40-065E-429B-86A1-B0A237EC12C6}" destId="{BF843F23-B833-40F0-A4E6-4783EAE0337E}" srcOrd="2" destOrd="0" parTransId="{E5D1DABD-E3FF-4184-B032-C0A4D527BD0E}" sibTransId="{7D08FA26-63E8-4596-AC86-9744A359212F}"/>
    <dgm:cxn modelId="{AE5DFBD9-A860-4E5E-8B93-22527BD6E972}" type="presOf" srcId="{BF843F23-B833-40F0-A4E6-4783EAE0337E}" destId="{9907C4DA-F01B-4716-918B-6BDC816F0AF9}" srcOrd="0" destOrd="3" presId="urn:microsoft.com/office/officeart/2005/8/layout/process5"/>
    <dgm:cxn modelId="{A25D08E1-3B26-426D-9718-FF681B88B7A3}" type="presOf" srcId="{CAD8656D-402E-42D9-BE45-11E0A46D91E7}" destId="{699387E5-CF3A-411A-ABDF-7B3D6AF4F5E0}" srcOrd="0" destOrd="0" presId="urn:microsoft.com/office/officeart/2005/8/layout/process5"/>
    <dgm:cxn modelId="{90A027E5-BCBD-4DAC-A312-4E8BA4F0B2EA}" srcId="{237F65E5-744F-4CB2-94FD-211C408CC260}" destId="{6146D274-6033-4195-BE8A-649D0DB5F2A6}" srcOrd="1" destOrd="0" parTransId="{1BE07C5B-9426-4473-9B3A-64150CA112DB}" sibTransId="{6F6B13B6-1354-40EE-BED5-CD396BC288F0}"/>
    <dgm:cxn modelId="{DB92BAEA-6495-49D0-A74F-1C2017678717}" type="presOf" srcId="{3E894759-2B9C-4936-80A5-BD7433EF2B1B}" destId="{9C8F8991-C753-405E-A6E7-6F4A6EECB5D5}" srcOrd="0" destOrd="0" presId="urn:microsoft.com/office/officeart/2005/8/layout/process5"/>
    <dgm:cxn modelId="{CC3FF2EE-B264-44B8-A9B3-4FB07677E574}" type="presOf" srcId="{527E219E-6560-4C1D-92B0-3C81C0BBB9D2}" destId="{161A61FF-2AFA-4E89-A29E-6774239FF8A3}" srcOrd="1" destOrd="0" presId="urn:microsoft.com/office/officeart/2005/8/layout/process5"/>
    <dgm:cxn modelId="{20F1DCF3-03B9-462E-96BE-C70EF5E509C3}" srcId="{D1838144-FA84-40D7-AAD9-0C7039A4C72F}" destId="{7575C735-1A49-4394-8906-47D377D6B0D4}" srcOrd="1" destOrd="0" parTransId="{16DB3F2B-0D98-4691-B120-E4DD873F6A45}" sibTransId="{7A21BBCA-145D-47AC-A0F7-7E5E2E3C3686}"/>
    <dgm:cxn modelId="{0602A5F6-F8B4-4F81-BF34-82A4C21B5808}" type="presOf" srcId="{0D0C9C0A-C49F-47DB-8C3C-D44D9D44DBEB}" destId="{9C8F8991-C753-405E-A6E7-6F4A6EECB5D5}" srcOrd="0" destOrd="1" presId="urn:microsoft.com/office/officeart/2005/8/layout/process5"/>
    <dgm:cxn modelId="{3909F5F8-3FE7-4CC2-9EEA-FE0BE838F981}" srcId="{D1838144-FA84-40D7-AAD9-0C7039A4C72F}" destId="{8571ABFC-BCF0-4803-9543-8221F3F3BA76}" srcOrd="4" destOrd="0" parTransId="{F5F455B6-D6DE-4C21-8C79-59FB2184F339}" sibTransId="{A165D8B8-F35D-44C7-BB7F-A8DDF8CE77BE}"/>
    <dgm:cxn modelId="{4BBE9DFC-FD3E-4752-9EDF-227441770C8B}" type="presOf" srcId="{60C74B5B-B9C8-4DEF-8ED3-A3C38DA05FA8}" destId="{7B4A63B5-C4FA-4F17-9B1C-5393999B2C67}" srcOrd="0" destOrd="3" presId="urn:microsoft.com/office/officeart/2005/8/layout/process5"/>
    <dgm:cxn modelId="{722DBB3A-25BE-480F-A4DB-3DE729056B74}" type="presParOf" srcId="{FE9B115C-A285-4A73-A460-0D925980B991}" destId="{699387E5-CF3A-411A-ABDF-7B3D6AF4F5E0}" srcOrd="0" destOrd="0" presId="urn:microsoft.com/office/officeart/2005/8/layout/process5"/>
    <dgm:cxn modelId="{DC31AC99-65AA-4980-8F8B-B351099F7E5A}" type="presParOf" srcId="{FE9B115C-A285-4A73-A460-0D925980B991}" destId="{C0E9F52E-5AF5-44C4-99A3-E553309D13C4}" srcOrd="1" destOrd="0" presId="urn:microsoft.com/office/officeart/2005/8/layout/process5"/>
    <dgm:cxn modelId="{E4ECEF51-897A-4A20-BB7A-E44CEA3FB13D}" type="presParOf" srcId="{C0E9F52E-5AF5-44C4-99A3-E553309D13C4}" destId="{161A61FF-2AFA-4E89-A29E-6774239FF8A3}" srcOrd="0" destOrd="0" presId="urn:microsoft.com/office/officeart/2005/8/layout/process5"/>
    <dgm:cxn modelId="{810A0926-F3BD-49FC-A0A4-74698224CDBA}" type="presParOf" srcId="{FE9B115C-A285-4A73-A460-0D925980B991}" destId="{8AC1FD30-794E-4BB1-BEC6-50C462BE233D}" srcOrd="2" destOrd="0" presId="urn:microsoft.com/office/officeart/2005/8/layout/process5"/>
    <dgm:cxn modelId="{BF53D117-07A1-4DAD-8819-7C730CF915D1}" type="presParOf" srcId="{FE9B115C-A285-4A73-A460-0D925980B991}" destId="{E4BB40CA-56DE-4C2B-9C9B-DE62F313C6E4}" srcOrd="3" destOrd="0" presId="urn:microsoft.com/office/officeart/2005/8/layout/process5"/>
    <dgm:cxn modelId="{F8EAD9BA-2EBB-44E8-8D36-EB49F87ABC23}" type="presParOf" srcId="{E4BB40CA-56DE-4C2B-9C9B-DE62F313C6E4}" destId="{860885CD-16BD-4034-9450-C13E093DC7A1}" srcOrd="0" destOrd="0" presId="urn:microsoft.com/office/officeart/2005/8/layout/process5"/>
    <dgm:cxn modelId="{DC66C163-DB49-4496-83AD-C660AEB065DF}" type="presParOf" srcId="{FE9B115C-A285-4A73-A460-0D925980B991}" destId="{92EDD40A-82C8-47E3-8DC5-FE541B128ECD}" srcOrd="4" destOrd="0" presId="urn:microsoft.com/office/officeart/2005/8/layout/process5"/>
    <dgm:cxn modelId="{09387A3F-E5A1-4477-BC9D-ABBCFD52826F}" type="presParOf" srcId="{FE9B115C-A285-4A73-A460-0D925980B991}" destId="{A7921E3E-2271-42E7-BAE5-6B19A0539A3E}" srcOrd="5" destOrd="0" presId="urn:microsoft.com/office/officeart/2005/8/layout/process5"/>
    <dgm:cxn modelId="{CBB87F0E-7695-4911-9570-1BC9DDB4728A}" type="presParOf" srcId="{A7921E3E-2271-42E7-BAE5-6B19A0539A3E}" destId="{5DFBF2C4-0725-4471-9227-1170CD1C1E8C}" srcOrd="0" destOrd="0" presId="urn:microsoft.com/office/officeart/2005/8/layout/process5"/>
    <dgm:cxn modelId="{A2DAC6AB-D287-4FD8-9490-C1709E1B9ECC}" type="presParOf" srcId="{FE9B115C-A285-4A73-A460-0D925980B991}" destId="{9C8F8991-C753-405E-A6E7-6F4A6EECB5D5}" srcOrd="6" destOrd="0" presId="urn:microsoft.com/office/officeart/2005/8/layout/process5"/>
    <dgm:cxn modelId="{1DAE558D-E282-4354-8A4C-E16BCD9DF0E7}" type="presParOf" srcId="{FE9B115C-A285-4A73-A460-0D925980B991}" destId="{502A2F21-07A6-4BF1-8A7D-3CC5428EB4C2}" srcOrd="7" destOrd="0" presId="urn:microsoft.com/office/officeart/2005/8/layout/process5"/>
    <dgm:cxn modelId="{01C214C6-7B7E-4564-93A4-105198BF7D02}" type="presParOf" srcId="{502A2F21-07A6-4BF1-8A7D-3CC5428EB4C2}" destId="{2BEBFA79-D27A-4CD8-A869-84BD1EAB96CF}" srcOrd="0" destOrd="0" presId="urn:microsoft.com/office/officeart/2005/8/layout/process5"/>
    <dgm:cxn modelId="{38A6B61A-F557-49EA-820C-15DD01ADA441}" type="presParOf" srcId="{FE9B115C-A285-4A73-A460-0D925980B991}" destId="{7B4A63B5-C4FA-4F17-9B1C-5393999B2C67}" srcOrd="8" destOrd="0" presId="urn:microsoft.com/office/officeart/2005/8/layout/process5"/>
    <dgm:cxn modelId="{B47141DD-B603-427E-A656-028B35224D41}" type="presParOf" srcId="{FE9B115C-A285-4A73-A460-0D925980B991}" destId="{B374AD91-D526-45B2-8A6A-7CE80790BB9C}" srcOrd="9" destOrd="0" presId="urn:microsoft.com/office/officeart/2005/8/layout/process5"/>
    <dgm:cxn modelId="{2DBA2CCB-33F8-4F8C-946C-D117C54AD81E}" type="presParOf" srcId="{B374AD91-D526-45B2-8A6A-7CE80790BB9C}" destId="{A2F4453B-15BB-482C-B6BF-8E236E19FE70}" srcOrd="0" destOrd="0" presId="urn:microsoft.com/office/officeart/2005/8/layout/process5"/>
    <dgm:cxn modelId="{884BF9FF-2C04-4E54-8939-240BDD9ABCF9}" type="presParOf" srcId="{FE9B115C-A285-4A73-A460-0D925980B991}" destId="{9907C4DA-F01B-4716-918B-6BDC816F0AF9}" srcOrd="10" destOrd="0" presId="urn:microsoft.com/office/officeart/2005/8/layout/process5"/>
  </dgm:cxnLst>
  <dgm:bg>
    <a:solidFill>
      <a:schemeClr val="bg1"/>
    </a:solidFill>
    <a:effectLst>
      <a:outerShdw blurRad="50800" dist="38100" algn="l" rotWithShape="0">
        <a:prstClr val="black">
          <a:alpha val="40000"/>
        </a:prstClr>
      </a:outerShdw>
    </a:effectLst>
  </dgm:bg>
  <dgm:whole>
    <a:ln>
      <a:solidFill>
        <a:srgbClr val="00330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5DB17-0F4B-4848-8B25-6922A0552299}" type="doc">
      <dgm:prSet loTypeId="urn:microsoft.com/office/officeart/2008/layout/LinedList" loCatId="list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en-GB"/>
        </a:p>
      </dgm:t>
    </dgm:pt>
    <dgm:pt modelId="{812B010C-486D-4450-A8FC-074ABD2251A5}">
      <dgm:prSet phldrT="[Text]" custT="1"/>
      <dgm:spPr>
        <a:ln>
          <a:solidFill>
            <a:srgbClr val="003300"/>
          </a:solidFill>
        </a:ln>
      </dgm:spPr>
      <dgm:t>
        <a:bodyPr vert="vert"/>
        <a:lstStyle/>
        <a:p>
          <a:r>
            <a:rPr lang="en-US" sz="2400" dirty="0">
              <a:solidFill>
                <a:schemeClr val="tx1"/>
              </a:solidFill>
            </a:rPr>
            <a:t>key Research Attributes </a:t>
          </a:r>
          <a:endParaRPr lang="en-GB" sz="2400" dirty="0"/>
        </a:p>
      </dgm:t>
    </dgm:pt>
    <dgm:pt modelId="{00937AF7-898E-487A-B554-383AD0FC7B68}" type="parTrans" cxnId="{76A2053E-2D5C-4767-A5EF-141E65A492E9}">
      <dgm:prSet/>
      <dgm:spPr/>
      <dgm:t>
        <a:bodyPr/>
        <a:lstStyle/>
        <a:p>
          <a:endParaRPr lang="en-GB" sz="1200"/>
        </a:p>
      </dgm:t>
    </dgm:pt>
    <dgm:pt modelId="{D164427E-578B-4BB0-85F4-CB3B4BD72478}" type="sibTrans" cxnId="{76A2053E-2D5C-4767-A5EF-141E65A492E9}">
      <dgm:prSet/>
      <dgm:spPr/>
      <dgm:t>
        <a:bodyPr/>
        <a:lstStyle/>
        <a:p>
          <a:endParaRPr lang="en-GB" sz="1200"/>
        </a:p>
      </dgm:t>
    </dgm:pt>
    <dgm:pt modelId="{148460D8-09F3-4E4C-A362-23D88E3ECECD}">
      <dgm:prSet phldrT="[Text]" custT="1"/>
      <dgm:spPr/>
      <dgm:t>
        <a:bodyPr/>
        <a:lstStyle/>
        <a:p>
          <a:pPr>
            <a:buAutoNum type="alphaUcParenR"/>
          </a:pPr>
          <a:r>
            <a:rPr lang="en-GB" sz="1600" dirty="0"/>
            <a:t>Systematic </a:t>
          </a:r>
        </a:p>
      </dgm:t>
    </dgm:pt>
    <dgm:pt modelId="{0BB3F80C-EA2E-4392-AC4C-AD50C425F33E}" type="parTrans" cxnId="{6E2E70FF-4B24-4103-9E35-63D9A381C5AC}">
      <dgm:prSet/>
      <dgm:spPr/>
      <dgm:t>
        <a:bodyPr/>
        <a:lstStyle/>
        <a:p>
          <a:endParaRPr lang="en-GB" sz="1200"/>
        </a:p>
      </dgm:t>
    </dgm:pt>
    <dgm:pt modelId="{3D613E66-95F6-4789-A73E-E33501D6E933}" type="sibTrans" cxnId="{6E2E70FF-4B24-4103-9E35-63D9A381C5AC}">
      <dgm:prSet/>
      <dgm:spPr/>
      <dgm:t>
        <a:bodyPr/>
        <a:lstStyle/>
        <a:p>
          <a:endParaRPr lang="en-GB" sz="1200"/>
        </a:p>
      </dgm:t>
    </dgm:pt>
    <dgm:pt modelId="{85FC83C9-7861-408E-A573-FF396CA88C89}">
      <dgm:prSet custT="1"/>
      <dgm:spPr/>
      <dgm:t>
        <a:bodyPr/>
        <a:lstStyle/>
        <a:p>
          <a:r>
            <a:rPr lang="en-GB" sz="1600"/>
            <a:t>Empirical </a:t>
          </a:r>
          <a:endParaRPr lang="en-GB" sz="1600" dirty="0"/>
        </a:p>
      </dgm:t>
    </dgm:pt>
    <dgm:pt modelId="{F6D31A0D-A5CB-4388-A7B3-22E756316F4F}" type="parTrans" cxnId="{346DF550-3D95-4898-8F61-A491F5B5F9E3}">
      <dgm:prSet/>
      <dgm:spPr/>
      <dgm:t>
        <a:bodyPr/>
        <a:lstStyle/>
        <a:p>
          <a:endParaRPr lang="en-GB" sz="1200"/>
        </a:p>
      </dgm:t>
    </dgm:pt>
    <dgm:pt modelId="{A0B8BA4B-AEEF-4F84-A0B5-896C806A089B}" type="sibTrans" cxnId="{346DF550-3D95-4898-8F61-A491F5B5F9E3}">
      <dgm:prSet/>
      <dgm:spPr/>
      <dgm:t>
        <a:bodyPr/>
        <a:lstStyle/>
        <a:p>
          <a:endParaRPr lang="en-GB" sz="1200"/>
        </a:p>
      </dgm:t>
    </dgm:pt>
    <dgm:pt modelId="{D68E97CC-AD06-411B-BA6D-7BABB1A8C8C8}">
      <dgm:prSet custT="1"/>
      <dgm:spPr/>
      <dgm:t>
        <a:bodyPr/>
        <a:lstStyle/>
        <a:p>
          <a:r>
            <a:rPr lang="en-GB" sz="1600"/>
            <a:t>Replicable </a:t>
          </a:r>
          <a:endParaRPr lang="en-GB" sz="1600" dirty="0"/>
        </a:p>
      </dgm:t>
    </dgm:pt>
    <dgm:pt modelId="{2A906EE0-FEFC-41DD-8AE7-5703F410B617}" type="parTrans" cxnId="{DC786B5B-1B57-43D4-850C-AFF5C1020848}">
      <dgm:prSet/>
      <dgm:spPr/>
      <dgm:t>
        <a:bodyPr/>
        <a:lstStyle/>
        <a:p>
          <a:endParaRPr lang="en-GB" sz="1200"/>
        </a:p>
      </dgm:t>
    </dgm:pt>
    <dgm:pt modelId="{BDD4D800-AB96-455D-9AF0-16E9C630AA00}" type="sibTrans" cxnId="{DC786B5B-1B57-43D4-850C-AFF5C1020848}">
      <dgm:prSet/>
      <dgm:spPr/>
      <dgm:t>
        <a:bodyPr/>
        <a:lstStyle/>
        <a:p>
          <a:endParaRPr lang="en-GB" sz="1200"/>
        </a:p>
      </dgm:t>
    </dgm:pt>
    <dgm:pt modelId="{899BA6C4-ED03-4EE1-8967-E807AC6A746E}">
      <dgm:prSet custT="1"/>
      <dgm:spPr/>
      <dgm:t>
        <a:bodyPr/>
        <a:lstStyle/>
        <a:p>
          <a:r>
            <a:rPr lang="en-GB" sz="1600"/>
            <a:t>Objective </a:t>
          </a:r>
          <a:endParaRPr lang="en-GB" sz="1600" dirty="0"/>
        </a:p>
      </dgm:t>
    </dgm:pt>
    <dgm:pt modelId="{D61A0B44-47E3-4209-A6E1-5908362E1814}" type="parTrans" cxnId="{1361EED4-64A1-4E05-A9A8-A9B0D34C0E6F}">
      <dgm:prSet/>
      <dgm:spPr/>
      <dgm:t>
        <a:bodyPr/>
        <a:lstStyle/>
        <a:p>
          <a:endParaRPr lang="en-GB" sz="1200"/>
        </a:p>
      </dgm:t>
    </dgm:pt>
    <dgm:pt modelId="{46B2B881-1EFC-44F2-85D2-3FBBF3F117A9}" type="sibTrans" cxnId="{1361EED4-64A1-4E05-A9A8-A9B0D34C0E6F}">
      <dgm:prSet/>
      <dgm:spPr/>
      <dgm:t>
        <a:bodyPr/>
        <a:lstStyle/>
        <a:p>
          <a:endParaRPr lang="en-GB" sz="1200"/>
        </a:p>
      </dgm:t>
    </dgm:pt>
    <dgm:pt modelId="{49E61B7C-43DE-4203-8AB4-312129B6A398}">
      <dgm:prSet custT="1"/>
      <dgm:spPr/>
      <dgm:t>
        <a:bodyPr/>
        <a:lstStyle/>
        <a:p>
          <a:r>
            <a:rPr lang="en-GB" sz="1600"/>
            <a:t>Valid </a:t>
          </a:r>
          <a:endParaRPr lang="en-GB" sz="1600" dirty="0"/>
        </a:p>
      </dgm:t>
    </dgm:pt>
    <dgm:pt modelId="{ADF16AEE-656A-484B-ACC3-4D015A0CE07B}" type="parTrans" cxnId="{80F146A5-7D8B-4040-94FF-9380DAD66C02}">
      <dgm:prSet/>
      <dgm:spPr/>
      <dgm:t>
        <a:bodyPr/>
        <a:lstStyle/>
        <a:p>
          <a:endParaRPr lang="en-GB" sz="1200"/>
        </a:p>
      </dgm:t>
    </dgm:pt>
    <dgm:pt modelId="{A08DD77B-F746-4DBB-BB3C-A2311D1499BB}" type="sibTrans" cxnId="{80F146A5-7D8B-4040-94FF-9380DAD66C02}">
      <dgm:prSet/>
      <dgm:spPr/>
      <dgm:t>
        <a:bodyPr/>
        <a:lstStyle/>
        <a:p>
          <a:endParaRPr lang="en-GB" sz="1200"/>
        </a:p>
      </dgm:t>
    </dgm:pt>
    <dgm:pt modelId="{08FAE306-F04B-4307-BB32-97FAAD5B2F9F}">
      <dgm:prSet custT="1"/>
      <dgm:spPr/>
      <dgm:t>
        <a:bodyPr/>
        <a:lstStyle/>
        <a:p>
          <a:r>
            <a:rPr lang="en-GB" sz="1600" dirty="0"/>
            <a:t>Reliable </a:t>
          </a:r>
        </a:p>
      </dgm:t>
    </dgm:pt>
    <dgm:pt modelId="{D522A16D-FBF5-4371-B3B5-956DBAF5630E}" type="parTrans" cxnId="{EFF533FE-9401-4C4D-8AF1-9A8D0D59561B}">
      <dgm:prSet/>
      <dgm:spPr/>
      <dgm:t>
        <a:bodyPr/>
        <a:lstStyle/>
        <a:p>
          <a:endParaRPr lang="en-GB" sz="1200"/>
        </a:p>
      </dgm:t>
    </dgm:pt>
    <dgm:pt modelId="{BC30F719-083C-4269-994E-628927B2B406}" type="sibTrans" cxnId="{EFF533FE-9401-4C4D-8AF1-9A8D0D59561B}">
      <dgm:prSet/>
      <dgm:spPr/>
      <dgm:t>
        <a:bodyPr/>
        <a:lstStyle/>
        <a:p>
          <a:endParaRPr lang="en-GB" sz="1200"/>
        </a:p>
      </dgm:t>
    </dgm:pt>
    <dgm:pt modelId="{404973AF-0B3F-41F3-A400-4B07BE4EE68B}">
      <dgm:prSet custT="1"/>
      <dgm:spPr/>
      <dgm:t>
        <a:bodyPr/>
        <a:lstStyle/>
        <a:p>
          <a:r>
            <a:rPr lang="en-GB" sz="1600" dirty="0"/>
            <a:t>Generalizable </a:t>
          </a:r>
        </a:p>
      </dgm:t>
    </dgm:pt>
    <dgm:pt modelId="{6301F156-051B-44DC-800E-F01748488057}" type="parTrans" cxnId="{57650E57-FE5F-4035-A85B-CF3B22167FD5}">
      <dgm:prSet/>
      <dgm:spPr/>
      <dgm:t>
        <a:bodyPr/>
        <a:lstStyle/>
        <a:p>
          <a:endParaRPr lang="en-GB" sz="1200"/>
        </a:p>
      </dgm:t>
    </dgm:pt>
    <dgm:pt modelId="{CA74AF70-A5AB-48D6-A131-BDB459F19743}" type="sibTrans" cxnId="{57650E57-FE5F-4035-A85B-CF3B22167FD5}">
      <dgm:prSet/>
      <dgm:spPr/>
      <dgm:t>
        <a:bodyPr/>
        <a:lstStyle/>
        <a:p>
          <a:endParaRPr lang="en-GB" sz="1200"/>
        </a:p>
      </dgm:t>
    </dgm:pt>
    <dgm:pt modelId="{DB80E7B1-34A0-4933-A8D8-6F4FAC8BAFF2}">
      <dgm:prSet custT="1"/>
      <dgm:spPr/>
      <dgm:t>
        <a:bodyPr/>
        <a:lstStyle/>
        <a:p>
          <a:r>
            <a:rPr lang="en-GB" sz="1600"/>
            <a:t>Ethical </a:t>
          </a:r>
          <a:endParaRPr lang="en-GB" sz="1600" dirty="0"/>
        </a:p>
      </dgm:t>
    </dgm:pt>
    <dgm:pt modelId="{69795F22-9712-4CB5-9FFD-13A1069013CD}" type="parTrans" cxnId="{08D784E3-0FB2-45E9-9CE3-20327F476927}">
      <dgm:prSet/>
      <dgm:spPr/>
      <dgm:t>
        <a:bodyPr/>
        <a:lstStyle/>
        <a:p>
          <a:endParaRPr lang="en-GB" sz="1200"/>
        </a:p>
      </dgm:t>
    </dgm:pt>
    <dgm:pt modelId="{F5181C54-6505-4937-8E74-ED5C272D9379}" type="sibTrans" cxnId="{08D784E3-0FB2-45E9-9CE3-20327F476927}">
      <dgm:prSet/>
      <dgm:spPr/>
      <dgm:t>
        <a:bodyPr/>
        <a:lstStyle/>
        <a:p>
          <a:endParaRPr lang="en-GB" sz="1200"/>
        </a:p>
      </dgm:t>
    </dgm:pt>
    <dgm:pt modelId="{B99FE8F6-27BC-4213-A9EA-413EE4EA7CBB}">
      <dgm:prSet custT="1"/>
      <dgm:spPr/>
      <dgm:t>
        <a:bodyPr/>
        <a:lstStyle/>
        <a:p>
          <a:r>
            <a:rPr lang="en-GB" sz="1600"/>
            <a:t>Original </a:t>
          </a:r>
          <a:endParaRPr lang="en-GB" sz="1600" dirty="0"/>
        </a:p>
      </dgm:t>
    </dgm:pt>
    <dgm:pt modelId="{6AA7CFEF-A371-44EA-A2E0-E210C2D1118F}" type="parTrans" cxnId="{500197F6-068A-4447-9539-869D76E47944}">
      <dgm:prSet/>
      <dgm:spPr/>
      <dgm:t>
        <a:bodyPr/>
        <a:lstStyle/>
        <a:p>
          <a:endParaRPr lang="en-GB" sz="1200"/>
        </a:p>
      </dgm:t>
    </dgm:pt>
    <dgm:pt modelId="{C927C29E-27F0-422B-82B0-6A9738A5B418}" type="sibTrans" cxnId="{500197F6-068A-4447-9539-869D76E47944}">
      <dgm:prSet/>
      <dgm:spPr/>
      <dgm:t>
        <a:bodyPr/>
        <a:lstStyle/>
        <a:p>
          <a:endParaRPr lang="en-GB" sz="1200"/>
        </a:p>
      </dgm:t>
    </dgm:pt>
    <dgm:pt modelId="{2323A996-64E3-4A02-9ACF-4A591CCD0ABD}">
      <dgm:prSet custT="1"/>
      <dgm:spPr/>
      <dgm:t>
        <a:bodyPr/>
        <a:lstStyle/>
        <a:p>
          <a:r>
            <a:rPr lang="en-GB" sz="1600"/>
            <a:t>Significant</a:t>
          </a:r>
          <a:endParaRPr lang="en-GB" sz="1600" dirty="0"/>
        </a:p>
      </dgm:t>
    </dgm:pt>
    <dgm:pt modelId="{298849B6-8964-4183-A1D5-4EFAFDE599A2}" type="parTrans" cxnId="{47D2443A-EBB6-43C6-B364-6051A84454F7}">
      <dgm:prSet/>
      <dgm:spPr/>
      <dgm:t>
        <a:bodyPr/>
        <a:lstStyle/>
        <a:p>
          <a:endParaRPr lang="en-GB" sz="1200"/>
        </a:p>
      </dgm:t>
    </dgm:pt>
    <dgm:pt modelId="{2FA60F4E-2BAC-4053-AB2C-63117CB00ED8}" type="sibTrans" cxnId="{47D2443A-EBB6-43C6-B364-6051A84454F7}">
      <dgm:prSet/>
      <dgm:spPr/>
      <dgm:t>
        <a:bodyPr/>
        <a:lstStyle/>
        <a:p>
          <a:endParaRPr lang="en-GB" sz="1200"/>
        </a:p>
      </dgm:t>
    </dgm:pt>
    <dgm:pt modelId="{09988131-7745-4961-AA9B-B890FFA146DA}">
      <dgm:prSet custT="1"/>
      <dgm:spPr/>
      <dgm:t>
        <a:bodyPr/>
        <a:lstStyle/>
        <a:p>
          <a:r>
            <a:rPr lang="en-GB" sz="1600"/>
            <a:t>Interest</a:t>
          </a:r>
          <a:endParaRPr lang="en-GB" sz="1600" dirty="0"/>
        </a:p>
      </dgm:t>
    </dgm:pt>
    <dgm:pt modelId="{C0F5CDEF-12BF-4169-91A2-0524A2D992EE}" type="parTrans" cxnId="{732F1770-E6EC-44BC-AD35-732EDAEFCE6A}">
      <dgm:prSet/>
      <dgm:spPr/>
      <dgm:t>
        <a:bodyPr/>
        <a:lstStyle/>
        <a:p>
          <a:endParaRPr lang="en-GB" sz="1200"/>
        </a:p>
      </dgm:t>
    </dgm:pt>
    <dgm:pt modelId="{93C8A45A-CEE9-4E35-930B-CED1C2652FC0}" type="sibTrans" cxnId="{732F1770-E6EC-44BC-AD35-732EDAEFCE6A}">
      <dgm:prSet/>
      <dgm:spPr/>
      <dgm:t>
        <a:bodyPr/>
        <a:lstStyle/>
        <a:p>
          <a:endParaRPr lang="en-GB" sz="1200"/>
        </a:p>
      </dgm:t>
    </dgm:pt>
    <dgm:pt modelId="{6A43B549-A42C-4CE4-88D9-165A9E045B42}" type="pres">
      <dgm:prSet presAssocID="{2BD5DB17-0F4B-4848-8B25-6922A0552299}" presName="vert0" presStyleCnt="0">
        <dgm:presLayoutVars>
          <dgm:dir/>
          <dgm:animOne val="branch"/>
          <dgm:animLvl val="lvl"/>
        </dgm:presLayoutVars>
      </dgm:prSet>
      <dgm:spPr/>
    </dgm:pt>
    <dgm:pt modelId="{EDC41A32-7726-4B1D-957D-EB9E3FAB6C20}" type="pres">
      <dgm:prSet presAssocID="{812B010C-486D-4450-A8FC-074ABD2251A5}" presName="thickLine" presStyleLbl="alignNode1" presStyleIdx="0" presStyleCnt="1"/>
      <dgm:spPr/>
    </dgm:pt>
    <dgm:pt modelId="{8A0EAD8F-07A8-45FE-9B2D-E79D2486C3BB}" type="pres">
      <dgm:prSet presAssocID="{812B010C-486D-4450-A8FC-074ABD2251A5}" presName="horz1" presStyleCnt="0"/>
      <dgm:spPr/>
    </dgm:pt>
    <dgm:pt modelId="{40D151A3-F49A-44C4-B545-B85F685BEBA2}" type="pres">
      <dgm:prSet presAssocID="{812B010C-486D-4450-A8FC-074ABD2251A5}" presName="tx1" presStyleLbl="revTx" presStyleIdx="0" presStyleCnt="12"/>
      <dgm:spPr/>
    </dgm:pt>
    <dgm:pt modelId="{587FF300-2D55-4DD6-8B78-2EF5D119E026}" type="pres">
      <dgm:prSet presAssocID="{812B010C-486D-4450-A8FC-074ABD2251A5}" presName="vert1" presStyleCnt="0"/>
      <dgm:spPr/>
    </dgm:pt>
    <dgm:pt modelId="{53545917-2989-4BC9-9061-170BCB1F3E79}" type="pres">
      <dgm:prSet presAssocID="{148460D8-09F3-4E4C-A362-23D88E3ECECD}" presName="vertSpace2a" presStyleCnt="0"/>
      <dgm:spPr/>
    </dgm:pt>
    <dgm:pt modelId="{201B611D-2589-452B-A6FF-FB0223519BB7}" type="pres">
      <dgm:prSet presAssocID="{148460D8-09F3-4E4C-A362-23D88E3ECECD}" presName="horz2" presStyleCnt="0"/>
      <dgm:spPr/>
    </dgm:pt>
    <dgm:pt modelId="{313A3C95-0797-4D67-B5EA-9194D7AF5933}" type="pres">
      <dgm:prSet presAssocID="{148460D8-09F3-4E4C-A362-23D88E3ECECD}" presName="horzSpace2" presStyleCnt="0"/>
      <dgm:spPr/>
    </dgm:pt>
    <dgm:pt modelId="{8DAA054B-7810-4991-A6D3-8F9D1C080914}" type="pres">
      <dgm:prSet presAssocID="{148460D8-09F3-4E4C-A362-23D88E3ECECD}" presName="tx2" presStyleLbl="revTx" presStyleIdx="1" presStyleCnt="12"/>
      <dgm:spPr/>
    </dgm:pt>
    <dgm:pt modelId="{01D43A99-92C5-45C1-B0F7-BA0177B62C95}" type="pres">
      <dgm:prSet presAssocID="{148460D8-09F3-4E4C-A362-23D88E3ECECD}" presName="vert2" presStyleCnt="0"/>
      <dgm:spPr/>
    </dgm:pt>
    <dgm:pt modelId="{FFB6E531-3367-4FA8-82C6-4107D5969807}" type="pres">
      <dgm:prSet presAssocID="{148460D8-09F3-4E4C-A362-23D88E3ECECD}" presName="thinLine2b" presStyleLbl="callout" presStyleIdx="0" presStyleCnt="11"/>
      <dgm:spPr/>
    </dgm:pt>
    <dgm:pt modelId="{E17A3734-8287-4626-8ED5-45F09ADAB5AA}" type="pres">
      <dgm:prSet presAssocID="{148460D8-09F3-4E4C-A362-23D88E3ECECD}" presName="vertSpace2b" presStyleCnt="0"/>
      <dgm:spPr/>
    </dgm:pt>
    <dgm:pt modelId="{704F81B0-C1AF-40AC-9D0E-C0D674C6F772}" type="pres">
      <dgm:prSet presAssocID="{85FC83C9-7861-408E-A573-FF396CA88C89}" presName="horz2" presStyleCnt="0"/>
      <dgm:spPr/>
    </dgm:pt>
    <dgm:pt modelId="{3D809F16-8E4D-4FBD-81E0-6DB7E58D0136}" type="pres">
      <dgm:prSet presAssocID="{85FC83C9-7861-408E-A573-FF396CA88C89}" presName="horzSpace2" presStyleCnt="0"/>
      <dgm:spPr/>
    </dgm:pt>
    <dgm:pt modelId="{DF5A8BA9-0EBB-4368-A760-FD87A6A72813}" type="pres">
      <dgm:prSet presAssocID="{85FC83C9-7861-408E-A573-FF396CA88C89}" presName="tx2" presStyleLbl="revTx" presStyleIdx="2" presStyleCnt="12"/>
      <dgm:spPr/>
    </dgm:pt>
    <dgm:pt modelId="{BE654D8C-03C0-46D6-BA9F-D0518CF4A0B9}" type="pres">
      <dgm:prSet presAssocID="{85FC83C9-7861-408E-A573-FF396CA88C89}" presName="vert2" presStyleCnt="0"/>
      <dgm:spPr/>
    </dgm:pt>
    <dgm:pt modelId="{93368078-AFDC-449A-A862-9D829C28915F}" type="pres">
      <dgm:prSet presAssocID="{85FC83C9-7861-408E-A573-FF396CA88C89}" presName="thinLine2b" presStyleLbl="callout" presStyleIdx="1" presStyleCnt="11"/>
      <dgm:spPr/>
    </dgm:pt>
    <dgm:pt modelId="{07F2D400-223E-4519-A2BB-DF70C38D990A}" type="pres">
      <dgm:prSet presAssocID="{85FC83C9-7861-408E-A573-FF396CA88C89}" presName="vertSpace2b" presStyleCnt="0"/>
      <dgm:spPr/>
    </dgm:pt>
    <dgm:pt modelId="{5D42BFDF-FD46-49EA-9A2D-F6CF7E03E73F}" type="pres">
      <dgm:prSet presAssocID="{D68E97CC-AD06-411B-BA6D-7BABB1A8C8C8}" presName="horz2" presStyleCnt="0"/>
      <dgm:spPr/>
    </dgm:pt>
    <dgm:pt modelId="{ECFF7778-8F1A-48B3-A79A-E47F99C2011D}" type="pres">
      <dgm:prSet presAssocID="{D68E97CC-AD06-411B-BA6D-7BABB1A8C8C8}" presName="horzSpace2" presStyleCnt="0"/>
      <dgm:spPr/>
    </dgm:pt>
    <dgm:pt modelId="{7840CDD1-646C-44A3-B739-0A30100695A5}" type="pres">
      <dgm:prSet presAssocID="{D68E97CC-AD06-411B-BA6D-7BABB1A8C8C8}" presName="tx2" presStyleLbl="revTx" presStyleIdx="3" presStyleCnt="12"/>
      <dgm:spPr/>
    </dgm:pt>
    <dgm:pt modelId="{0C85AA65-C7E3-4850-89DF-C106CB103CA9}" type="pres">
      <dgm:prSet presAssocID="{D68E97CC-AD06-411B-BA6D-7BABB1A8C8C8}" presName="vert2" presStyleCnt="0"/>
      <dgm:spPr/>
    </dgm:pt>
    <dgm:pt modelId="{EC8DA377-04E4-4CAE-A980-8B4BB77F9A02}" type="pres">
      <dgm:prSet presAssocID="{D68E97CC-AD06-411B-BA6D-7BABB1A8C8C8}" presName="thinLine2b" presStyleLbl="callout" presStyleIdx="2" presStyleCnt="11"/>
      <dgm:spPr/>
    </dgm:pt>
    <dgm:pt modelId="{0C4C992D-F571-4E67-8254-A6DB2468F68A}" type="pres">
      <dgm:prSet presAssocID="{D68E97CC-AD06-411B-BA6D-7BABB1A8C8C8}" presName="vertSpace2b" presStyleCnt="0"/>
      <dgm:spPr/>
    </dgm:pt>
    <dgm:pt modelId="{342B8AAE-E0E9-4FA4-9E16-0E868828A9AF}" type="pres">
      <dgm:prSet presAssocID="{899BA6C4-ED03-4EE1-8967-E807AC6A746E}" presName="horz2" presStyleCnt="0"/>
      <dgm:spPr/>
    </dgm:pt>
    <dgm:pt modelId="{814F7ADD-DFA9-4348-A244-A7FB47F2B24D}" type="pres">
      <dgm:prSet presAssocID="{899BA6C4-ED03-4EE1-8967-E807AC6A746E}" presName="horzSpace2" presStyleCnt="0"/>
      <dgm:spPr/>
    </dgm:pt>
    <dgm:pt modelId="{F0168B02-DD2B-48E7-8ECE-1EBA85920FEC}" type="pres">
      <dgm:prSet presAssocID="{899BA6C4-ED03-4EE1-8967-E807AC6A746E}" presName="tx2" presStyleLbl="revTx" presStyleIdx="4" presStyleCnt="12"/>
      <dgm:spPr/>
    </dgm:pt>
    <dgm:pt modelId="{76ED300C-C866-4D57-B2F9-E434D9F2D4A8}" type="pres">
      <dgm:prSet presAssocID="{899BA6C4-ED03-4EE1-8967-E807AC6A746E}" presName="vert2" presStyleCnt="0"/>
      <dgm:spPr/>
    </dgm:pt>
    <dgm:pt modelId="{B4755E91-8229-48B7-9CD0-538DF24A9794}" type="pres">
      <dgm:prSet presAssocID="{899BA6C4-ED03-4EE1-8967-E807AC6A746E}" presName="thinLine2b" presStyleLbl="callout" presStyleIdx="3" presStyleCnt="11"/>
      <dgm:spPr/>
    </dgm:pt>
    <dgm:pt modelId="{D8992311-8F5F-42B4-AE34-BBD27B9E97AD}" type="pres">
      <dgm:prSet presAssocID="{899BA6C4-ED03-4EE1-8967-E807AC6A746E}" presName="vertSpace2b" presStyleCnt="0"/>
      <dgm:spPr/>
    </dgm:pt>
    <dgm:pt modelId="{0CA4C439-1C29-4D9C-88A2-521F713A9063}" type="pres">
      <dgm:prSet presAssocID="{49E61B7C-43DE-4203-8AB4-312129B6A398}" presName="horz2" presStyleCnt="0"/>
      <dgm:spPr/>
    </dgm:pt>
    <dgm:pt modelId="{25A2403B-D654-440E-92B3-0E2942E24607}" type="pres">
      <dgm:prSet presAssocID="{49E61B7C-43DE-4203-8AB4-312129B6A398}" presName="horzSpace2" presStyleCnt="0"/>
      <dgm:spPr/>
    </dgm:pt>
    <dgm:pt modelId="{472A5943-1536-4CCC-9D52-8ECB67352C9C}" type="pres">
      <dgm:prSet presAssocID="{49E61B7C-43DE-4203-8AB4-312129B6A398}" presName="tx2" presStyleLbl="revTx" presStyleIdx="5" presStyleCnt="12"/>
      <dgm:spPr/>
    </dgm:pt>
    <dgm:pt modelId="{FE638084-EBE0-4D49-B9E1-A00136C64DFB}" type="pres">
      <dgm:prSet presAssocID="{49E61B7C-43DE-4203-8AB4-312129B6A398}" presName="vert2" presStyleCnt="0"/>
      <dgm:spPr/>
    </dgm:pt>
    <dgm:pt modelId="{EFF471F4-9F8B-412C-88B7-3CDEEA7EAA57}" type="pres">
      <dgm:prSet presAssocID="{49E61B7C-43DE-4203-8AB4-312129B6A398}" presName="thinLine2b" presStyleLbl="callout" presStyleIdx="4" presStyleCnt="11"/>
      <dgm:spPr/>
    </dgm:pt>
    <dgm:pt modelId="{7D79BBAA-5648-4912-B98A-CC20173665A6}" type="pres">
      <dgm:prSet presAssocID="{49E61B7C-43DE-4203-8AB4-312129B6A398}" presName="vertSpace2b" presStyleCnt="0"/>
      <dgm:spPr/>
    </dgm:pt>
    <dgm:pt modelId="{577FDDAC-2CFB-441E-9456-568CA38779FF}" type="pres">
      <dgm:prSet presAssocID="{08FAE306-F04B-4307-BB32-97FAAD5B2F9F}" presName="horz2" presStyleCnt="0"/>
      <dgm:spPr/>
    </dgm:pt>
    <dgm:pt modelId="{3D0B913C-593F-4BBD-99B9-AF98844A2F7F}" type="pres">
      <dgm:prSet presAssocID="{08FAE306-F04B-4307-BB32-97FAAD5B2F9F}" presName="horzSpace2" presStyleCnt="0"/>
      <dgm:spPr/>
    </dgm:pt>
    <dgm:pt modelId="{E4DF2A30-893F-45DB-AA50-D373DBEDDE70}" type="pres">
      <dgm:prSet presAssocID="{08FAE306-F04B-4307-BB32-97FAAD5B2F9F}" presName="tx2" presStyleLbl="revTx" presStyleIdx="6" presStyleCnt="12"/>
      <dgm:spPr/>
    </dgm:pt>
    <dgm:pt modelId="{F733AA80-D6CE-469A-BCE4-D47ADF1B3AF9}" type="pres">
      <dgm:prSet presAssocID="{08FAE306-F04B-4307-BB32-97FAAD5B2F9F}" presName="vert2" presStyleCnt="0"/>
      <dgm:spPr/>
    </dgm:pt>
    <dgm:pt modelId="{7546C878-B9AC-489C-A8CF-ECECDDD961E6}" type="pres">
      <dgm:prSet presAssocID="{08FAE306-F04B-4307-BB32-97FAAD5B2F9F}" presName="thinLine2b" presStyleLbl="callout" presStyleIdx="5" presStyleCnt="11"/>
      <dgm:spPr/>
    </dgm:pt>
    <dgm:pt modelId="{8C2AB7B5-8B4B-4955-AD6F-F2D9948B2BC9}" type="pres">
      <dgm:prSet presAssocID="{08FAE306-F04B-4307-BB32-97FAAD5B2F9F}" presName="vertSpace2b" presStyleCnt="0"/>
      <dgm:spPr/>
    </dgm:pt>
    <dgm:pt modelId="{A2DC3C71-D722-4BFA-88E3-0E3BFC871611}" type="pres">
      <dgm:prSet presAssocID="{404973AF-0B3F-41F3-A400-4B07BE4EE68B}" presName="horz2" presStyleCnt="0"/>
      <dgm:spPr/>
    </dgm:pt>
    <dgm:pt modelId="{6050A98A-4F47-49B2-B822-CB72C5DB8D89}" type="pres">
      <dgm:prSet presAssocID="{404973AF-0B3F-41F3-A400-4B07BE4EE68B}" presName="horzSpace2" presStyleCnt="0"/>
      <dgm:spPr/>
    </dgm:pt>
    <dgm:pt modelId="{1D7F731A-7261-40DD-9069-88D6384D9F7B}" type="pres">
      <dgm:prSet presAssocID="{404973AF-0B3F-41F3-A400-4B07BE4EE68B}" presName="tx2" presStyleLbl="revTx" presStyleIdx="7" presStyleCnt="12"/>
      <dgm:spPr/>
    </dgm:pt>
    <dgm:pt modelId="{60DB12E8-9019-4B5F-8FE6-440D5A799D40}" type="pres">
      <dgm:prSet presAssocID="{404973AF-0B3F-41F3-A400-4B07BE4EE68B}" presName="vert2" presStyleCnt="0"/>
      <dgm:spPr/>
    </dgm:pt>
    <dgm:pt modelId="{00EB4322-531A-452C-BB88-DDFACDF57198}" type="pres">
      <dgm:prSet presAssocID="{404973AF-0B3F-41F3-A400-4B07BE4EE68B}" presName="thinLine2b" presStyleLbl="callout" presStyleIdx="6" presStyleCnt="11"/>
      <dgm:spPr/>
    </dgm:pt>
    <dgm:pt modelId="{BA2BA721-A9BE-4524-B7B6-DAA6BFF2CA98}" type="pres">
      <dgm:prSet presAssocID="{404973AF-0B3F-41F3-A400-4B07BE4EE68B}" presName="vertSpace2b" presStyleCnt="0"/>
      <dgm:spPr/>
    </dgm:pt>
    <dgm:pt modelId="{B2A582F0-6A31-482E-9B7B-570C431A7FC0}" type="pres">
      <dgm:prSet presAssocID="{DB80E7B1-34A0-4933-A8D8-6F4FAC8BAFF2}" presName="horz2" presStyleCnt="0"/>
      <dgm:spPr/>
    </dgm:pt>
    <dgm:pt modelId="{D29A0039-32BF-4949-8028-AE2A1CB4CD37}" type="pres">
      <dgm:prSet presAssocID="{DB80E7B1-34A0-4933-A8D8-6F4FAC8BAFF2}" presName="horzSpace2" presStyleCnt="0"/>
      <dgm:spPr/>
    </dgm:pt>
    <dgm:pt modelId="{6123AA98-3DBF-47E8-9135-28C764A6B985}" type="pres">
      <dgm:prSet presAssocID="{DB80E7B1-34A0-4933-A8D8-6F4FAC8BAFF2}" presName="tx2" presStyleLbl="revTx" presStyleIdx="8" presStyleCnt="12"/>
      <dgm:spPr/>
    </dgm:pt>
    <dgm:pt modelId="{CADEE709-1059-4C08-B5C2-87C893A0575C}" type="pres">
      <dgm:prSet presAssocID="{DB80E7B1-34A0-4933-A8D8-6F4FAC8BAFF2}" presName="vert2" presStyleCnt="0"/>
      <dgm:spPr/>
    </dgm:pt>
    <dgm:pt modelId="{088B7184-54B1-43D0-88A6-620C6968C4E6}" type="pres">
      <dgm:prSet presAssocID="{DB80E7B1-34A0-4933-A8D8-6F4FAC8BAFF2}" presName="thinLine2b" presStyleLbl="callout" presStyleIdx="7" presStyleCnt="11"/>
      <dgm:spPr/>
    </dgm:pt>
    <dgm:pt modelId="{8A83EA35-C9EF-4C5F-A691-F117C887726C}" type="pres">
      <dgm:prSet presAssocID="{DB80E7B1-34A0-4933-A8D8-6F4FAC8BAFF2}" presName="vertSpace2b" presStyleCnt="0"/>
      <dgm:spPr/>
    </dgm:pt>
    <dgm:pt modelId="{0E1E149E-21EE-4F46-8DB3-AEECC5F09609}" type="pres">
      <dgm:prSet presAssocID="{B99FE8F6-27BC-4213-A9EA-413EE4EA7CBB}" presName="horz2" presStyleCnt="0"/>
      <dgm:spPr/>
    </dgm:pt>
    <dgm:pt modelId="{7F285BDB-3163-4396-8CF7-0CB2F52D525F}" type="pres">
      <dgm:prSet presAssocID="{B99FE8F6-27BC-4213-A9EA-413EE4EA7CBB}" presName="horzSpace2" presStyleCnt="0"/>
      <dgm:spPr/>
    </dgm:pt>
    <dgm:pt modelId="{C9ED3509-4D0F-49E1-9798-6334F997C0AF}" type="pres">
      <dgm:prSet presAssocID="{B99FE8F6-27BC-4213-A9EA-413EE4EA7CBB}" presName="tx2" presStyleLbl="revTx" presStyleIdx="9" presStyleCnt="12"/>
      <dgm:spPr/>
    </dgm:pt>
    <dgm:pt modelId="{72CC7F5A-EA66-4105-85D5-B00A66C85D2B}" type="pres">
      <dgm:prSet presAssocID="{B99FE8F6-27BC-4213-A9EA-413EE4EA7CBB}" presName="vert2" presStyleCnt="0"/>
      <dgm:spPr/>
    </dgm:pt>
    <dgm:pt modelId="{6BDE2382-5B3B-4963-8202-0F6893E35132}" type="pres">
      <dgm:prSet presAssocID="{B99FE8F6-27BC-4213-A9EA-413EE4EA7CBB}" presName="thinLine2b" presStyleLbl="callout" presStyleIdx="8" presStyleCnt="11"/>
      <dgm:spPr/>
    </dgm:pt>
    <dgm:pt modelId="{47CC404E-13D3-416F-9C3A-D7522BBC8FDC}" type="pres">
      <dgm:prSet presAssocID="{B99FE8F6-27BC-4213-A9EA-413EE4EA7CBB}" presName="vertSpace2b" presStyleCnt="0"/>
      <dgm:spPr/>
    </dgm:pt>
    <dgm:pt modelId="{FB75FD5D-14E5-44C8-A9EE-992F48D49510}" type="pres">
      <dgm:prSet presAssocID="{2323A996-64E3-4A02-9ACF-4A591CCD0ABD}" presName="horz2" presStyleCnt="0"/>
      <dgm:spPr/>
    </dgm:pt>
    <dgm:pt modelId="{4127A876-39DA-4C6F-8BDE-D4A9A37B7394}" type="pres">
      <dgm:prSet presAssocID="{2323A996-64E3-4A02-9ACF-4A591CCD0ABD}" presName="horzSpace2" presStyleCnt="0"/>
      <dgm:spPr/>
    </dgm:pt>
    <dgm:pt modelId="{D91FDFB4-DA70-46E5-913A-2FEE7464098E}" type="pres">
      <dgm:prSet presAssocID="{2323A996-64E3-4A02-9ACF-4A591CCD0ABD}" presName="tx2" presStyleLbl="revTx" presStyleIdx="10" presStyleCnt="12"/>
      <dgm:spPr/>
    </dgm:pt>
    <dgm:pt modelId="{7A703419-96B9-4C9F-B9C8-73E391EF8009}" type="pres">
      <dgm:prSet presAssocID="{2323A996-64E3-4A02-9ACF-4A591CCD0ABD}" presName="vert2" presStyleCnt="0"/>
      <dgm:spPr/>
    </dgm:pt>
    <dgm:pt modelId="{15B0396E-5455-45AF-96F8-798A6100D2D7}" type="pres">
      <dgm:prSet presAssocID="{2323A996-64E3-4A02-9ACF-4A591CCD0ABD}" presName="thinLine2b" presStyleLbl="callout" presStyleIdx="9" presStyleCnt="11"/>
      <dgm:spPr/>
    </dgm:pt>
    <dgm:pt modelId="{3F17701E-56D6-4A00-9470-95AFAFD8F97E}" type="pres">
      <dgm:prSet presAssocID="{2323A996-64E3-4A02-9ACF-4A591CCD0ABD}" presName="vertSpace2b" presStyleCnt="0"/>
      <dgm:spPr/>
    </dgm:pt>
    <dgm:pt modelId="{C72F292B-5333-4702-A355-770F78F99C25}" type="pres">
      <dgm:prSet presAssocID="{09988131-7745-4961-AA9B-B890FFA146DA}" presName="horz2" presStyleCnt="0"/>
      <dgm:spPr/>
    </dgm:pt>
    <dgm:pt modelId="{8C7B1ECF-E666-4FDB-A042-819C3C3006AB}" type="pres">
      <dgm:prSet presAssocID="{09988131-7745-4961-AA9B-B890FFA146DA}" presName="horzSpace2" presStyleCnt="0"/>
      <dgm:spPr/>
    </dgm:pt>
    <dgm:pt modelId="{2260031C-B97F-494F-8695-CE20A5022749}" type="pres">
      <dgm:prSet presAssocID="{09988131-7745-4961-AA9B-B890FFA146DA}" presName="tx2" presStyleLbl="revTx" presStyleIdx="11" presStyleCnt="12"/>
      <dgm:spPr/>
    </dgm:pt>
    <dgm:pt modelId="{839B58CF-1378-41CC-8610-33DE2E633761}" type="pres">
      <dgm:prSet presAssocID="{09988131-7745-4961-AA9B-B890FFA146DA}" presName="vert2" presStyleCnt="0"/>
      <dgm:spPr/>
    </dgm:pt>
    <dgm:pt modelId="{EA8124C8-D7A6-4FC1-8850-0A6595B54517}" type="pres">
      <dgm:prSet presAssocID="{09988131-7745-4961-AA9B-B890FFA146DA}" presName="thinLine2b" presStyleLbl="callout" presStyleIdx="10" presStyleCnt="11"/>
      <dgm:spPr/>
    </dgm:pt>
    <dgm:pt modelId="{5BC35C40-3A7A-44C9-8D34-913DA80F749B}" type="pres">
      <dgm:prSet presAssocID="{09988131-7745-4961-AA9B-B890FFA146DA}" presName="vertSpace2b" presStyleCnt="0"/>
      <dgm:spPr/>
    </dgm:pt>
  </dgm:ptLst>
  <dgm:cxnLst>
    <dgm:cxn modelId="{AD7BCF06-A5AE-4B96-BC9A-A585A60EEFAE}" type="presOf" srcId="{2BD5DB17-0F4B-4848-8B25-6922A0552299}" destId="{6A43B549-A42C-4CE4-88D9-165A9E045B42}" srcOrd="0" destOrd="0" presId="urn:microsoft.com/office/officeart/2008/layout/LinedList"/>
    <dgm:cxn modelId="{2D43D319-2B0E-44FC-8FE4-A7BB5EA0DF2D}" type="presOf" srcId="{DB80E7B1-34A0-4933-A8D8-6F4FAC8BAFF2}" destId="{6123AA98-3DBF-47E8-9135-28C764A6B985}" srcOrd="0" destOrd="0" presId="urn:microsoft.com/office/officeart/2008/layout/LinedList"/>
    <dgm:cxn modelId="{F13BED27-3F7B-4CC0-BD14-9F0AA6134356}" type="presOf" srcId="{B99FE8F6-27BC-4213-A9EA-413EE4EA7CBB}" destId="{C9ED3509-4D0F-49E1-9798-6334F997C0AF}" srcOrd="0" destOrd="0" presId="urn:microsoft.com/office/officeart/2008/layout/LinedList"/>
    <dgm:cxn modelId="{47D2443A-EBB6-43C6-B364-6051A84454F7}" srcId="{812B010C-486D-4450-A8FC-074ABD2251A5}" destId="{2323A996-64E3-4A02-9ACF-4A591CCD0ABD}" srcOrd="9" destOrd="0" parTransId="{298849B6-8964-4183-A1D5-4EFAFDE599A2}" sibTransId="{2FA60F4E-2BAC-4053-AB2C-63117CB00ED8}"/>
    <dgm:cxn modelId="{76A2053E-2D5C-4767-A5EF-141E65A492E9}" srcId="{2BD5DB17-0F4B-4848-8B25-6922A0552299}" destId="{812B010C-486D-4450-A8FC-074ABD2251A5}" srcOrd="0" destOrd="0" parTransId="{00937AF7-898E-487A-B554-383AD0FC7B68}" sibTransId="{D164427E-578B-4BB0-85F4-CB3B4BD72478}"/>
    <dgm:cxn modelId="{DC786B5B-1B57-43D4-850C-AFF5C1020848}" srcId="{812B010C-486D-4450-A8FC-074ABD2251A5}" destId="{D68E97CC-AD06-411B-BA6D-7BABB1A8C8C8}" srcOrd="2" destOrd="0" parTransId="{2A906EE0-FEFC-41DD-8AE7-5703F410B617}" sibTransId="{BDD4D800-AB96-455D-9AF0-16E9C630AA00}"/>
    <dgm:cxn modelId="{732F1770-E6EC-44BC-AD35-732EDAEFCE6A}" srcId="{812B010C-486D-4450-A8FC-074ABD2251A5}" destId="{09988131-7745-4961-AA9B-B890FFA146DA}" srcOrd="10" destOrd="0" parTransId="{C0F5CDEF-12BF-4169-91A2-0524A2D992EE}" sibTransId="{93C8A45A-CEE9-4E35-930B-CED1C2652FC0}"/>
    <dgm:cxn modelId="{346DF550-3D95-4898-8F61-A491F5B5F9E3}" srcId="{812B010C-486D-4450-A8FC-074ABD2251A5}" destId="{85FC83C9-7861-408E-A573-FF396CA88C89}" srcOrd="1" destOrd="0" parTransId="{F6D31A0D-A5CB-4388-A7B3-22E756316F4F}" sibTransId="{A0B8BA4B-AEEF-4F84-A0B5-896C806A089B}"/>
    <dgm:cxn modelId="{05712551-D6C1-4818-B545-688DD4F30200}" type="presOf" srcId="{148460D8-09F3-4E4C-A362-23D88E3ECECD}" destId="{8DAA054B-7810-4991-A6D3-8F9D1C080914}" srcOrd="0" destOrd="0" presId="urn:microsoft.com/office/officeart/2008/layout/LinedList"/>
    <dgm:cxn modelId="{57650E57-FE5F-4035-A85B-CF3B22167FD5}" srcId="{812B010C-486D-4450-A8FC-074ABD2251A5}" destId="{404973AF-0B3F-41F3-A400-4B07BE4EE68B}" srcOrd="6" destOrd="0" parTransId="{6301F156-051B-44DC-800E-F01748488057}" sibTransId="{CA74AF70-A5AB-48D6-A131-BDB459F19743}"/>
    <dgm:cxn modelId="{5EDC4F83-4FCA-474F-B501-8EDE613F5D07}" type="presOf" srcId="{899BA6C4-ED03-4EE1-8967-E807AC6A746E}" destId="{F0168B02-DD2B-48E7-8ECE-1EBA85920FEC}" srcOrd="0" destOrd="0" presId="urn:microsoft.com/office/officeart/2008/layout/LinedList"/>
    <dgm:cxn modelId="{BEC29890-859C-489F-9AA9-4FD92628BA7F}" type="presOf" srcId="{D68E97CC-AD06-411B-BA6D-7BABB1A8C8C8}" destId="{7840CDD1-646C-44A3-B739-0A30100695A5}" srcOrd="0" destOrd="0" presId="urn:microsoft.com/office/officeart/2008/layout/LinedList"/>
    <dgm:cxn modelId="{D5E4CC9B-118A-4710-BC1D-556F6CB02A88}" type="presOf" srcId="{2323A996-64E3-4A02-9ACF-4A591CCD0ABD}" destId="{D91FDFB4-DA70-46E5-913A-2FEE7464098E}" srcOrd="0" destOrd="0" presId="urn:microsoft.com/office/officeart/2008/layout/LinedList"/>
    <dgm:cxn modelId="{80F146A5-7D8B-4040-94FF-9380DAD66C02}" srcId="{812B010C-486D-4450-A8FC-074ABD2251A5}" destId="{49E61B7C-43DE-4203-8AB4-312129B6A398}" srcOrd="4" destOrd="0" parTransId="{ADF16AEE-656A-484B-ACC3-4D015A0CE07B}" sibTransId="{A08DD77B-F746-4DBB-BB3C-A2311D1499BB}"/>
    <dgm:cxn modelId="{F49BD0B6-9319-49F6-86C5-8F79326B35C1}" type="presOf" srcId="{85FC83C9-7861-408E-A573-FF396CA88C89}" destId="{DF5A8BA9-0EBB-4368-A760-FD87A6A72813}" srcOrd="0" destOrd="0" presId="urn:microsoft.com/office/officeart/2008/layout/LinedList"/>
    <dgm:cxn modelId="{E88869C2-D801-489E-853E-9DF2EECE01A0}" type="presOf" srcId="{08FAE306-F04B-4307-BB32-97FAAD5B2F9F}" destId="{E4DF2A30-893F-45DB-AA50-D373DBEDDE70}" srcOrd="0" destOrd="0" presId="urn:microsoft.com/office/officeart/2008/layout/LinedList"/>
    <dgm:cxn modelId="{B6A085CC-51B9-4063-AC72-715C13325A11}" type="presOf" srcId="{09988131-7745-4961-AA9B-B890FFA146DA}" destId="{2260031C-B97F-494F-8695-CE20A5022749}" srcOrd="0" destOrd="0" presId="urn:microsoft.com/office/officeart/2008/layout/LinedList"/>
    <dgm:cxn modelId="{A492CED1-C1F0-4DF0-80F5-D815E7D80EF0}" type="presOf" srcId="{404973AF-0B3F-41F3-A400-4B07BE4EE68B}" destId="{1D7F731A-7261-40DD-9069-88D6384D9F7B}" srcOrd="0" destOrd="0" presId="urn:microsoft.com/office/officeart/2008/layout/LinedList"/>
    <dgm:cxn modelId="{1361EED4-64A1-4E05-A9A8-A9B0D34C0E6F}" srcId="{812B010C-486D-4450-A8FC-074ABD2251A5}" destId="{899BA6C4-ED03-4EE1-8967-E807AC6A746E}" srcOrd="3" destOrd="0" parTransId="{D61A0B44-47E3-4209-A6E1-5908362E1814}" sibTransId="{46B2B881-1EFC-44F2-85D2-3FBBF3F117A9}"/>
    <dgm:cxn modelId="{08D784E3-0FB2-45E9-9CE3-20327F476927}" srcId="{812B010C-486D-4450-A8FC-074ABD2251A5}" destId="{DB80E7B1-34A0-4933-A8D8-6F4FAC8BAFF2}" srcOrd="7" destOrd="0" parTransId="{69795F22-9712-4CB5-9FFD-13A1069013CD}" sibTransId="{F5181C54-6505-4937-8E74-ED5C272D9379}"/>
    <dgm:cxn modelId="{2DC29AEE-9D8C-40AD-A031-007863389CB9}" type="presOf" srcId="{812B010C-486D-4450-A8FC-074ABD2251A5}" destId="{40D151A3-F49A-44C4-B545-B85F685BEBA2}" srcOrd="0" destOrd="0" presId="urn:microsoft.com/office/officeart/2008/layout/LinedList"/>
    <dgm:cxn modelId="{500197F6-068A-4447-9539-869D76E47944}" srcId="{812B010C-486D-4450-A8FC-074ABD2251A5}" destId="{B99FE8F6-27BC-4213-A9EA-413EE4EA7CBB}" srcOrd="8" destOrd="0" parTransId="{6AA7CFEF-A371-44EA-A2E0-E210C2D1118F}" sibTransId="{C927C29E-27F0-422B-82B0-6A9738A5B418}"/>
    <dgm:cxn modelId="{0626C9F7-E7B7-4155-9038-D224F0FC3376}" type="presOf" srcId="{49E61B7C-43DE-4203-8AB4-312129B6A398}" destId="{472A5943-1536-4CCC-9D52-8ECB67352C9C}" srcOrd="0" destOrd="0" presId="urn:microsoft.com/office/officeart/2008/layout/LinedList"/>
    <dgm:cxn modelId="{EFF533FE-9401-4C4D-8AF1-9A8D0D59561B}" srcId="{812B010C-486D-4450-A8FC-074ABD2251A5}" destId="{08FAE306-F04B-4307-BB32-97FAAD5B2F9F}" srcOrd="5" destOrd="0" parTransId="{D522A16D-FBF5-4371-B3B5-956DBAF5630E}" sibTransId="{BC30F719-083C-4269-994E-628927B2B406}"/>
    <dgm:cxn modelId="{6E2E70FF-4B24-4103-9E35-63D9A381C5AC}" srcId="{812B010C-486D-4450-A8FC-074ABD2251A5}" destId="{148460D8-09F3-4E4C-A362-23D88E3ECECD}" srcOrd="0" destOrd="0" parTransId="{0BB3F80C-EA2E-4392-AC4C-AD50C425F33E}" sibTransId="{3D613E66-95F6-4789-A73E-E33501D6E933}"/>
    <dgm:cxn modelId="{18B196FF-7769-407D-B616-3D170BC9D9C9}" type="presParOf" srcId="{6A43B549-A42C-4CE4-88D9-165A9E045B42}" destId="{EDC41A32-7726-4B1D-957D-EB9E3FAB6C20}" srcOrd="0" destOrd="0" presId="urn:microsoft.com/office/officeart/2008/layout/LinedList"/>
    <dgm:cxn modelId="{95B650AF-F721-4BD0-978B-FEEA2C42BFF6}" type="presParOf" srcId="{6A43B549-A42C-4CE4-88D9-165A9E045B42}" destId="{8A0EAD8F-07A8-45FE-9B2D-E79D2486C3BB}" srcOrd="1" destOrd="0" presId="urn:microsoft.com/office/officeart/2008/layout/LinedList"/>
    <dgm:cxn modelId="{A992F6CC-0B72-411C-9445-37DB7CE2A202}" type="presParOf" srcId="{8A0EAD8F-07A8-45FE-9B2D-E79D2486C3BB}" destId="{40D151A3-F49A-44C4-B545-B85F685BEBA2}" srcOrd="0" destOrd="0" presId="urn:microsoft.com/office/officeart/2008/layout/LinedList"/>
    <dgm:cxn modelId="{080E27C7-547B-4896-9475-AA4E1327CE69}" type="presParOf" srcId="{8A0EAD8F-07A8-45FE-9B2D-E79D2486C3BB}" destId="{587FF300-2D55-4DD6-8B78-2EF5D119E026}" srcOrd="1" destOrd="0" presId="urn:microsoft.com/office/officeart/2008/layout/LinedList"/>
    <dgm:cxn modelId="{E0353525-9DB8-487A-87B3-82809CF79DEE}" type="presParOf" srcId="{587FF300-2D55-4DD6-8B78-2EF5D119E026}" destId="{53545917-2989-4BC9-9061-170BCB1F3E79}" srcOrd="0" destOrd="0" presId="urn:microsoft.com/office/officeart/2008/layout/LinedList"/>
    <dgm:cxn modelId="{87806EFC-BE4E-482E-A508-2837E913BBB5}" type="presParOf" srcId="{587FF300-2D55-4DD6-8B78-2EF5D119E026}" destId="{201B611D-2589-452B-A6FF-FB0223519BB7}" srcOrd="1" destOrd="0" presId="urn:microsoft.com/office/officeart/2008/layout/LinedList"/>
    <dgm:cxn modelId="{9129DA44-39B1-4A7A-A9A0-E2B51D884CAD}" type="presParOf" srcId="{201B611D-2589-452B-A6FF-FB0223519BB7}" destId="{313A3C95-0797-4D67-B5EA-9194D7AF5933}" srcOrd="0" destOrd="0" presId="urn:microsoft.com/office/officeart/2008/layout/LinedList"/>
    <dgm:cxn modelId="{CC1BFE33-2CC7-40B6-B7BD-3212BDD7A0A1}" type="presParOf" srcId="{201B611D-2589-452B-A6FF-FB0223519BB7}" destId="{8DAA054B-7810-4991-A6D3-8F9D1C080914}" srcOrd="1" destOrd="0" presId="urn:microsoft.com/office/officeart/2008/layout/LinedList"/>
    <dgm:cxn modelId="{77C14E2B-AE76-431B-A7D7-C9479FB78D31}" type="presParOf" srcId="{201B611D-2589-452B-A6FF-FB0223519BB7}" destId="{01D43A99-92C5-45C1-B0F7-BA0177B62C95}" srcOrd="2" destOrd="0" presId="urn:microsoft.com/office/officeart/2008/layout/LinedList"/>
    <dgm:cxn modelId="{D59C4012-FAEE-455D-B70E-0DAE8DB04138}" type="presParOf" srcId="{587FF300-2D55-4DD6-8B78-2EF5D119E026}" destId="{FFB6E531-3367-4FA8-82C6-4107D5969807}" srcOrd="2" destOrd="0" presId="urn:microsoft.com/office/officeart/2008/layout/LinedList"/>
    <dgm:cxn modelId="{A48BD015-2963-4226-B3C7-308886A6361F}" type="presParOf" srcId="{587FF300-2D55-4DD6-8B78-2EF5D119E026}" destId="{E17A3734-8287-4626-8ED5-45F09ADAB5AA}" srcOrd="3" destOrd="0" presId="urn:microsoft.com/office/officeart/2008/layout/LinedList"/>
    <dgm:cxn modelId="{768A0170-AF08-4C04-B4E3-9EB8F82D431C}" type="presParOf" srcId="{587FF300-2D55-4DD6-8B78-2EF5D119E026}" destId="{704F81B0-C1AF-40AC-9D0E-C0D674C6F772}" srcOrd="4" destOrd="0" presId="urn:microsoft.com/office/officeart/2008/layout/LinedList"/>
    <dgm:cxn modelId="{D2FE3E6F-F697-472F-9138-63E61E3BE162}" type="presParOf" srcId="{704F81B0-C1AF-40AC-9D0E-C0D674C6F772}" destId="{3D809F16-8E4D-4FBD-81E0-6DB7E58D0136}" srcOrd="0" destOrd="0" presId="urn:microsoft.com/office/officeart/2008/layout/LinedList"/>
    <dgm:cxn modelId="{6F1B2B37-0D4F-44D5-806E-9CF43CFB0926}" type="presParOf" srcId="{704F81B0-C1AF-40AC-9D0E-C0D674C6F772}" destId="{DF5A8BA9-0EBB-4368-A760-FD87A6A72813}" srcOrd="1" destOrd="0" presId="urn:microsoft.com/office/officeart/2008/layout/LinedList"/>
    <dgm:cxn modelId="{1D5A8845-1392-489B-8E18-6177E8D25AC8}" type="presParOf" srcId="{704F81B0-C1AF-40AC-9D0E-C0D674C6F772}" destId="{BE654D8C-03C0-46D6-BA9F-D0518CF4A0B9}" srcOrd="2" destOrd="0" presId="urn:microsoft.com/office/officeart/2008/layout/LinedList"/>
    <dgm:cxn modelId="{60BDACC2-F361-4FF1-88EB-473F682315AB}" type="presParOf" srcId="{587FF300-2D55-4DD6-8B78-2EF5D119E026}" destId="{93368078-AFDC-449A-A862-9D829C28915F}" srcOrd="5" destOrd="0" presId="urn:microsoft.com/office/officeart/2008/layout/LinedList"/>
    <dgm:cxn modelId="{280B378C-5CFA-4676-9ECF-0B1270F43786}" type="presParOf" srcId="{587FF300-2D55-4DD6-8B78-2EF5D119E026}" destId="{07F2D400-223E-4519-A2BB-DF70C38D990A}" srcOrd="6" destOrd="0" presId="urn:microsoft.com/office/officeart/2008/layout/LinedList"/>
    <dgm:cxn modelId="{69725819-0E0B-4383-A689-B95A8C49D711}" type="presParOf" srcId="{587FF300-2D55-4DD6-8B78-2EF5D119E026}" destId="{5D42BFDF-FD46-49EA-9A2D-F6CF7E03E73F}" srcOrd="7" destOrd="0" presId="urn:microsoft.com/office/officeart/2008/layout/LinedList"/>
    <dgm:cxn modelId="{4E5EC8B5-663C-4623-88CE-960D54314754}" type="presParOf" srcId="{5D42BFDF-FD46-49EA-9A2D-F6CF7E03E73F}" destId="{ECFF7778-8F1A-48B3-A79A-E47F99C2011D}" srcOrd="0" destOrd="0" presId="urn:microsoft.com/office/officeart/2008/layout/LinedList"/>
    <dgm:cxn modelId="{3A2A0E62-6D11-46A8-A67B-E7A2E042B933}" type="presParOf" srcId="{5D42BFDF-FD46-49EA-9A2D-F6CF7E03E73F}" destId="{7840CDD1-646C-44A3-B739-0A30100695A5}" srcOrd="1" destOrd="0" presId="urn:microsoft.com/office/officeart/2008/layout/LinedList"/>
    <dgm:cxn modelId="{62EA0459-CA02-4B8B-ADC6-D6C4426D7165}" type="presParOf" srcId="{5D42BFDF-FD46-49EA-9A2D-F6CF7E03E73F}" destId="{0C85AA65-C7E3-4850-89DF-C106CB103CA9}" srcOrd="2" destOrd="0" presId="urn:microsoft.com/office/officeart/2008/layout/LinedList"/>
    <dgm:cxn modelId="{ED10C693-465C-49BC-B4FE-DA8664F1BF20}" type="presParOf" srcId="{587FF300-2D55-4DD6-8B78-2EF5D119E026}" destId="{EC8DA377-04E4-4CAE-A980-8B4BB77F9A02}" srcOrd="8" destOrd="0" presId="urn:microsoft.com/office/officeart/2008/layout/LinedList"/>
    <dgm:cxn modelId="{334A32C4-9AC9-4DFC-A9DB-50FD4929FC95}" type="presParOf" srcId="{587FF300-2D55-4DD6-8B78-2EF5D119E026}" destId="{0C4C992D-F571-4E67-8254-A6DB2468F68A}" srcOrd="9" destOrd="0" presId="urn:microsoft.com/office/officeart/2008/layout/LinedList"/>
    <dgm:cxn modelId="{8D30BD99-D845-4B9B-934F-C0E5DB161D44}" type="presParOf" srcId="{587FF300-2D55-4DD6-8B78-2EF5D119E026}" destId="{342B8AAE-E0E9-4FA4-9E16-0E868828A9AF}" srcOrd="10" destOrd="0" presId="urn:microsoft.com/office/officeart/2008/layout/LinedList"/>
    <dgm:cxn modelId="{3200B1AC-691E-4BB2-95E2-8A239202430B}" type="presParOf" srcId="{342B8AAE-E0E9-4FA4-9E16-0E868828A9AF}" destId="{814F7ADD-DFA9-4348-A244-A7FB47F2B24D}" srcOrd="0" destOrd="0" presId="urn:microsoft.com/office/officeart/2008/layout/LinedList"/>
    <dgm:cxn modelId="{C2BF4862-BE46-4B4B-8146-3F51F3BAB724}" type="presParOf" srcId="{342B8AAE-E0E9-4FA4-9E16-0E868828A9AF}" destId="{F0168B02-DD2B-48E7-8ECE-1EBA85920FEC}" srcOrd="1" destOrd="0" presId="urn:microsoft.com/office/officeart/2008/layout/LinedList"/>
    <dgm:cxn modelId="{7E061ED2-5268-40B0-BACA-614FEA6E432D}" type="presParOf" srcId="{342B8AAE-E0E9-4FA4-9E16-0E868828A9AF}" destId="{76ED300C-C866-4D57-B2F9-E434D9F2D4A8}" srcOrd="2" destOrd="0" presId="urn:microsoft.com/office/officeart/2008/layout/LinedList"/>
    <dgm:cxn modelId="{EB47A57C-693E-40B0-9048-36BDAA34D678}" type="presParOf" srcId="{587FF300-2D55-4DD6-8B78-2EF5D119E026}" destId="{B4755E91-8229-48B7-9CD0-538DF24A9794}" srcOrd="11" destOrd="0" presId="urn:microsoft.com/office/officeart/2008/layout/LinedList"/>
    <dgm:cxn modelId="{6649E507-27D0-4A6A-9DE9-91626F93DCA1}" type="presParOf" srcId="{587FF300-2D55-4DD6-8B78-2EF5D119E026}" destId="{D8992311-8F5F-42B4-AE34-BBD27B9E97AD}" srcOrd="12" destOrd="0" presId="urn:microsoft.com/office/officeart/2008/layout/LinedList"/>
    <dgm:cxn modelId="{A07D14BC-880D-4EA4-B580-B0C3DB93FE27}" type="presParOf" srcId="{587FF300-2D55-4DD6-8B78-2EF5D119E026}" destId="{0CA4C439-1C29-4D9C-88A2-521F713A9063}" srcOrd="13" destOrd="0" presId="urn:microsoft.com/office/officeart/2008/layout/LinedList"/>
    <dgm:cxn modelId="{AB943604-6084-4805-895A-D6AC0B927FDA}" type="presParOf" srcId="{0CA4C439-1C29-4D9C-88A2-521F713A9063}" destId="{25A2403B-D654-440E-92B3-0E2942E24607}" srcOrd="0" destOrd="0" presId="urn:microsoft.com/office/officeart/2008/layout/LinedList"/>
    <dgm:cxn modelId="{97A15B46-06DC-4747-B8EA-E4C0FE2D2F24}" type="presParOf" srcId="{0CA4C439-1C29-4D9C-88A2-521F713A9063}" destId="{472A5943-1536-4CCC-9D52-8ECB67352C9C}" srcOrd="1" destOrd="0" presId="urn:microsoft.com/office/officeart/2008/layout/LinedList"/>
    <dgm:cxn modelId="{92C8579F-6568-4152-80D9-9C691204DBD2}" type="presParOf" srcId="{0CA4C439-1C29-4D9C-88A2-521F713A9063}" destId="{FE638084-EBE0-4D49-B9E1-A00136C64DFB}" srcOrd="2" destOrd="0" presId="urn:microsoft.com/office/officeart/2008/layout/LinedList"/>
    <dgm:cxn modelId="{A8459107-9DBC-4EE2-92AD-EC71AE254870}" type="presParOf" srcId="{587FF300-2D55-4DD6-8B78-2EF5D119E026}" destId="{EFF471F4-9F8B-412C-88B7-3CDEEA7EAA57}" srcOrd="14" destOrd="0" presId="urn:microsoft.com/office/officeart/2008/layout/LinedList"/>
    <dgm:cxn modelId="{E2C41332-5413-472F-861A-E79F90879AA0}" type="presParOf" srcId="{587FF300-2D55-4DD6-8B78-2EF5D119E026}" destId="{7D79BBAA-5648-4912-B98A-CC20173665A6}" srcOrd="15" destOrd="0" presId="urn:microsoft.com/office/officeart/2008/layout/LinedList"/>
    <dgm:cxn modelId="{70774AC4-6A38-47EA-A358-2D5B4B67A89C}" type="presParOf" srcId="{587FF300-2D55-4DD6-8B78-2EF5D119E026}" destId="{577FDDAC-2CFB-441E-9456-568CA38779FF}" srcOrd="16" destOrd="0" presId="urn:microsoft.com/office/officeart/2008/layout/LinedList"/>
    <dgm:cxn modelId="{FC270703-EB7F-4963-B816-1AC7F15E0072}" type="presParOf" srcId="{577FDDAC-2CFB-441E-9456-568CA38779FF}" destId="{3D0B913C-593F-4BBD-99B9-AF98844A2F7F}" srcOrd="0" destOrd="0" presId="urn:microsoft.com/office/officeart/2008/layout/LinedList"/>
    <dgm:cxn modelId="{4E6C86B9-648F-48F9-8643-2821AF18597B}" type="presParOf" srcId="{577FDDAC-2CFB-441E-9456-568CA38779FF}" destId="{E4DF2A30-893F-45DB-AA50-D373DBEDDE70}" srcOrd="1" destOrd="0" presId="urn:microsoft.com/office/officeart/2008/layout/LinedList"/>
    <dgm:cxn modelId="{029F1DBF-6172-4ECE-B399-315820EDBB68}" type="presParOf" srcId="{577FDDAC-2CFB-441E-9456-568CA38779FF}" destId="{F733AA80-D6CE-469A-BCE4-D47ADF1B3AF9}" srcOrd="2" destOrd="0" presId="urn:microsoft.com/office/officeart/2008/layout/LinedList"/>
    <dgm:cxn modelId="{BED123C3-38FF-4026-8C16-4BF0AC9BE871}" type="presParOf" srcId="{587FF300-2D55-4DD6-8B78-2EF5D119E026}" destId="{7546C878-B9AC-489C-A8CF-ECECDDD961E6}" srcOrd="17" destOrd="0" presId="urn:microsoft.com/office/officeart/2008/layout/LinedList"/>
    <dgm:cxn modelId="{87D0A225-01A4-439D-99D8-4E53115DC8AB}" type="presParOf" srcId="{587FF300-2D55-4DD6-8B78-2EF5D119E026}" destId="{8C2AB7B5-8B4B-4955-AD6F-F2D9948B2BC9}" srcOrd="18" destOrd="0" presId="urn:microsoft.com/office/officeart/2008/layout/LinedList"/>
    <dgm:cxn modelId="{86CB4DF2-F1F6-41B0-BBBD-4DED4B904C88}" type="presParOf" srcId="{587FF300-2D55-4DD6-8B78-2EF5D119E026}" destId="{A2DC3C71-D722-4BFA-88E3-0E3BFC871611}" srcOrd="19" destOrd="0" presId="urn:microsoft.com/office/officeart/2008/layout/LinedList"/>
    <dgm:cxn modelId="{7420D29F-E497-44BF-9D9D-DF3E39B7F36A}" type="presParOf" srcId="{A2DC3C71-D722-4BFA-88E3-0E3BFC871611}" destId="{6050A98A-4F47-49B2-B822-CB72C5DB8D89}" srcOrd="0" destOrd="0" presId="urn:microsoft.com/office/officeart/2008/layout/LinedList"/>
    <dgm:cxn modelId="{98BB55D5-30E4-419A-BD79-FC4A2F221F60}" type="presParOf" srcId="{A2DC3C71-D722-4BFA-88E3-0E3BFC871611}" destId="{1D7F731A-7261-40DD-9069-88D6384D9F7B}" srcOrd="1" destOrd="0" presId="urn:microsoft.com/office/officeart/2008/layout/LinedList"/>
    <dgm:cxn modelId="{D0F5F1B3-7602-4EBC-8F6E-CB7170D5B7AA}" type="presParOf" srcId="{A2DC3C71-D722-4BFA-88E3-0E3BFC871611}" destId="{60DB12E8-9019-4B5F-8FE6-440D5A799D40}" srcOrd="2" destOrd="0" presId="urn:microsoft.com/office/officeart/2008/layout/LinedList"/>
    <dgm:cxn modelId="{DA238461-E1F4-4174-BB3C-78C891B95871}" type="presParOf" srcId="{587FF300-2D55-4DD6-8B78-2EF5D119E026}" destId="{00EB4322-531A-452C-BB88-DDFACDF57198}" srcOrd="20" destOrd="0" presId="urn:microsoft.com/office/officeart/2008/layout/LinedList"/>
    <dgm:cxn modelId="{590B32AD-5267-4724-8FA3-927B7C631E5D}" type="presParOf" srcId="{587FF300-2D55-4DD6-8B78-2EF5D119E026}" destId="{BA2BA721-A9BE-4524-B7B6-DAA6BFF2CA98}" srcOrd="21" destOrd="0" presId="urn:microsoft.com/office/officeart/2008/layout/LinedList"/>
    <dgm:cxn modelId="{2E045933-2444-453F-8890-6D32FE99701A}" type="presParOf" srcId="{587FF300-2D55-4DD6-8B78-2EF5D119E026}" destId="{B2A582F0-6A31-482E-9B7B-570C431A7FC0}" srcOrd="22" destOrd="0" presId="urn:microsoft.com/office/officeart/2008/layout/LinedList"/>
    <dgm:cxn modelId="{5A46BF7C-51CD-44ED-A82A-5D9166AB73C3}" type="presParOf" srcId="{B2A582F0-6A31-482E-9B7B-570C431A7FC0}" destId="{D29A0039-32BF-4949-8028-AE2A1CB4CD37}" srcOrd="0" destOrd="0" presId="urn:microsoft.com/office/officeart/2008/layout/LinedList"/>
    <dgm:cxn modelId="{F95743A3-B62C-4DF5-B849-DD8E2BD6DBA0}" type="presParOf" srcId="{B2A582F0-6A31-482E-9B7B-570C431A7FC0}" destId="{6123AA98-3DBF-47E8-9135-28C764A6B985}" srcOrd="1" destOrd="0" presId="urn:microsoft.com/office/officeart/2008/layout/LinedList"/>
    <dgm:cxn modelId="{4AED603B-B5AC-42FC-8872-2A7CED520DE0}" type="presParOf" srcId="{B2A582F0-6A31-482E-9B7B-570C431A7FC0}" destId="{CADEE709-1059-4C08-B5C2-87C893A0575C}" srcOrd="2" destOrd="0" presId="urn:microsoft.com/office/officeart/2008/layout/LinedList"/>
    <dgm:cxn modelId="{7E062D5F-23CD-4807-9C3D-ED3834744DB1}" type="presParOf" srcId="{587FF300-2D55-4DD6-8B78-2EF5D119E026}" destId="{088B7184-54B1-43D0-88A6-620C6968C4E6}" srcOrd="23" destOrd="0" presId="urn:microsoft.com/office/officeart/2008/layout/LinedList"/>
    <dgm:cxn modelId="{4941062B-B655-4B50-908F-ABFB5CBFFDAC}" type="presParOf" srcId="{587FF300-2D55-4DD6-8B78-2EF5D119E026}" destId="{8A83EA35-C9EF-4C5F-A691-F117C887726C}" srcOrd="24" destOrd="0" presId="urn:microsoft.com/office/officeart/2008/layout/LinedList"/>
    <dgm:cxn modelId="{DA6324CC-9A00-4617-8114-23D559A6EEF4}" type="presParOf" srcId="{587FF300-2D55-4DD6-8B78-2EF5D119E026}" destId="{0E1E149E-21EE-4F46-8DB3-AEECC5F09609}" srcOrd="25" destOrd="0" presId="urn:microsoft.com/office/officeart/2008/layout/LinedList"/>
    <dgm:cxn modelId="{6B9A6C8D-5B3F-4649-AAF0-232C256AD605}" type="presParOf" srcId="{0E1E149E-21EE-4F46-8DB3-AEECC5F09609}" destId="{7F285BDB-3163-4396-8CF7-0CB2F52D525F}" srcOrd="0" destOrd="0" presId="urn:microsoft.com/office/officeart/2008/layout/LinedList"/>
    <dgm:cxn modelId="{44B9A7A1-3F9C-413D-95AE-DC8D76AAAAEB}" type="presParOf" srcId="{0E1E149E-21EE-4F46-8DB3-AEECC5F09609}" destId="{C9ED3509-4D0F-49E1-9798-6334F997C0AF}" srcOrd="1" destOrd="0" presId="urn:microsoft.com/office/officeart/2008/layout/LinedList"/>
    <dgm:cxn modelId="{587A481A-5076-4BB7-B421-1A5A8209B3FC}" type="presParOf" srcId="{0E1E149E-21EE-4F46-8DB3-AEECC5F09609}" destId="{72CC7F5A-EA66-4105-85D5-B00A66C85D2B}" srcOrd="2" destOrd="0" presId="urn:microsoft.com/office/officeart/2008/layout/LinedList"/>
    <dgm:cxn modelId="{80E2FC9F-DAC8-4AA0-8973-D7C805C72BDF}" type="presParOf" srcId="{587FF300-2D55-4DD6-8B78-2EF5D119E026}" destId="{6BDE2382-5B3B-4963-8202-0F6893E35132}" srcOrd="26" destOrd="0" presId="urn:microsoft.com/office/officeart/2008/layout/LinedList"/>
    <dgm:cxn modelId="{49597103-3D4D-47FE-8312-779055953525}" type="presParOf" srcId="{587FF300-2D55-4DD6-8B78-2EF5D119E026}" destId="{47CC404E-13D3-416F-9C3A-D7522BBC8FDC}" srcOrd="27" destOrd="0" presId="urn:microsoft.com/office/officeart/2008/layout/LinedList"/>
    <dgm:cxn modelId="{4DB7CACD-ACDD-40EC-A7DD-D60C14DB95A8}" type="presParOf" srcId="{587FF300-2D55-4DD6-8B78-2EF5D119E026}" destId="{FB75FD5D-14E5-44C8-A9EE-992F48D49510}" srcOrd="28" destOrd="0" presId="urn:microsoft.com/office/officeart/2008/layout/LinedList"/>
    <dgm:cxn modelId="{0398CDC3-AEBF-4240-9768-3053ABA6C37C}" type="presParOf" srcId="{FB75FD5D-14E5-44C8-A9EE-992F48D49510}" destId="{4127A876-39DA-4C6F-8BDE-D4A9A37B7394}" srcOrd="0" destOrd="0" presId="urn:microsoft.com/office/officeart/2008/layout/LinedList"/>
    <dgm:cxn modelId="{0344EDDC-E0B0-43C9-9FD1-E04EFDF84094}" type="presParOf" srcId="{FB75FD5D-14E5-44C8-A9EE-992F48D49510}" destId="{D91FDFB4-DA70-46E5-913A-2FEE7464098E}" srcOrd="1" destOrd="0" presId="urn:microsoft.com/office/officeart/2008/layout/LinedList"/>
    <dgm:cxn modelId="{B5B3C9F7-8B45-4C79-A3BB-4C07CBBA93C5}" type="presParOf" srcId="{FB75FD5D-14E5-44C8-A9EE-992F48D49510}" destId="{7A703419-96B9-4C9F-B9C8-73E391EF8009}" srcOrd="2" destOrd="0" presId="urn:microsoft.com/office/officeart/2008/layout/LinedList"/>
    <dgm:cxn modelId="{E75AE75A-7C41-4FFC-9C8A-135CB567C3BF}" type="presParOf" srcId="{587FF300-2D55-4DD6-8B78-2EF5D119E026}" destId="{15B0396E-5455-45AF-96F8-798A6100D2D7}" srcOrd="29" destOrd="0" presId="urn:microsoft.com/office/officeart/2008/layout/LinedList"/>
    <dgm:cxn modelId="{306D1749-D0E0-4539-84F5-8467D71BDA3B}" type="presParOf" srcId="{587FF300-2D55-4DD6-8B78-2EF5D119E026}" destId="{3F17701E-56D6-4A00-9470-95AFAFD8F97E}" srcOrd="30" destOrd="0" presId="urn:microsoft.com/office/officeart/2008/layout/LinedList"/>
    <dgm:cxn modelId="{2AE2015E-CA87-45A1-A58F-CCD9235F1B13}" type="presParOf" srcId="{587FF300-2D55-4DD6-8B78-2EF5D119E026}" destId="{C72F292B-5333-4702-A355-770F78F99C25}" srcOrd="31" destOrd="0" presId="urn:microsoft.com/office/officeart/2008/layout/LinedList"/>
    <dgm:cxn modelId="{FB4C55C7-B70F-4DCB-9681-2B1C6AD604D6}" type="presParOf" srcId="{C72F292B-5333-4702-A355-770F78F99C25}" destId="{8C7B1ECF-E666-4FDB-A042-819C3C3006AB}" srcOrd="0" destOrd="0" presId="urn:microsoft.com/office/officeart/2008/layout/LinedList"/>
    <dgm:cxn modelId="{1D65A718-3EBF-4F0E-9498-2BAED5DA6B63}" type="presParOf" srcId="{C72F292B-5333-4702-A355-770F78F99C25}" destId="{2260031C-B97F-494F-8695-CE20A5022749}" srcOrd="1" destOrd="0" presId="urn:microsoft.com/office/officeart/2008/layout/LinedList"/>
    <dgm:cxn modelId="{F0353A18-938B-41CB-87FB-1FAC159E2520}" type="presParOf" srcId="{C72F292B-5333-4702-A355-770F78F99C25}" destId="{839B58CF-1378-41CC-8610-33DE2E633761}" srcOrd="2" destOrd="0" presId="urn:microsoft.com/office/officeart/2008/layout/LinedList"/>
    <dgm:cxn modelId="{02E004B5-EDC2-417C-A989-0F7974A07811}" type="presParOf" srcId="{587FF300-2D55-4DD6-8B78-2EF5D119E026}" destId="{EA8124C8-D7A6-4FC1-8850-0A6595B54517}" srcOrd="32" destOrd="0" presId="urn:microsoft.com/office/officeart/2008/layout/LinedList"/>
    <dgm:cxn modelId="{E86E059B-2057-4188-A9CE-D2361FE0BB14}" type="presParOf" srcId="{587FF300-2D55-4DD6-8B78-2EF5D119E026}" destId="{5BC35C40-3A7A-44C9-8D34-913DA80F749B}" srcOrd="33" destOrd="0" presId="urn:microsoft.com/office/officeart/2008/layout/LinedList"/>
  </dgm:cxnLst>
  <dgm:bg/>
  <dgm:whole>
    <a:ln>
      <a:solidFill>
        <a:srgbClr val="003300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387E5-CF3A-411A-ABDF-7B3D6AF4F5E0}">
      <dsp:nvSpPr>
        <dsp:cNvPr id="0" name=""/>
        <dsp:cNvSpPr/>
      </dsp:nvSpPr>
      <dsp:spPr>
        <a:xfrm>
          <a:off x="9623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Identify Research Problem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Define a clear, focused area of study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Identify gaps in current knowledge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Ensure the problem is relevant and significant</a:t>
          </a:r>
        </a:p>
      </dsp:txBody>
      <dsp:txXfrm>
        <a:off x="60171" y="515442"/>
        <a:ext cx="2775314" cy="1624750"/>
      </dsp:txXfrm>
    </dsp:sp>
    <dsp:sp modelId="{C0E9F52E-5AF5-44C4-99A3-E553309D13C4}">
      <dsp:nvSpPr>
        <dsp:cNvPr id="0" name=""/>
        <dsp:cNvSpPr/>
      </dsp:nvSpPr>
      <dsp:spPr>
        <a:xfrm>
          <a:off x="3139158" y="971142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3139158" y="1113812"/>
        <a:ext cx="426859" cy="428009"/>
      </dsp:txXfrm>
    </dsp:sp>
    <dsp:sp modelId="{8AC1FD30-794E-4BB1-BEC6-50C462BE233D}">
      <dsp:nvSpPr>
        <dsp:cNvPr id="0" name=""/>
        <dsp:cNvSpPr/>
      </dsp:nvSpPr>
      <dsp:spPr>
        <a:xfrm>
          <a:off x="4036599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10413"/>
            <a:satOff val="1221"/>
            <a:lumOff val="-2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Literature Review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Systematically search and analyze existing research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Identify key theories, methods, and findings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Synthesize information to provide context for your study</a:t>
          </a:r>
        </a:p>
      </dsp:txBody>
      <dsp:txXfrm>
        <a:off x="4087147" y="515442"/>
        <a:ext cx="2775314" cy="1624750"/>
      </dsp:txXfrm>
    </dsp:sp>
    <dsp:sp modelId="{E4BB40CA-56DE-4C2B-9C9B-DE62F313C6E4}">
      <dsp:nvSpPr>
        <dsp:cNvPr id="0" name=""/>
        <dsp:cNvSpPr/>
      </dsp:nvSpPr>
      <dsp:spPr>
        <a:xfrm>
          <a:off x="7166134" y="971142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3017"/>
            <a:satOff val="1526"/>
            <a:lumOff val="-30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7166134" y="1113812"/>
        <a:ext cx="426859" cy="428009"/>
      </dsp:txXfrm>
    </dsp:sp>
    <dsp:sp modelId="{92EDD40A-82C8-47E3-8DC5-FE541B128ECD}">
      <dsp:nvSpPr>
        <dsp:cNvPr id="0" name=""/>
        <dsp:cNvSpPr/>
      </dsp:nvSpPr>
      <dsp:spPr>
        <a:xfrm>
          <a:off x="8063574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20827"/>
            <a:satOff val="2441"/>
            <a:lumOff val="-4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Developing Research Questions/Hypotheses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b="0" i="0" kern="1200" dirty="0"/>
            <a:t>Formulate specific, answerable questions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Develop testable hypotheses based on literature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Ensure questions align with research goals</a:t>
          </a:r>
        </a:p>
      </dsp:txBody>
      <dsp:txXfrm>
        <a:off x="8114122" y="515442"/>
        <a:ext cx="2775314" cy="1624750"/>
      </dsp:txXfrm>
    </dsp:sp>
    <dsp:sp modelId="{A7921E3E-2271-42E7-BAE5-6B19A0539A3E}">
      <dsp:nvSpPr>
        <dsp:cNvPr id="0" name=""/>
        <dsp:cNvSpPr/>
      </dsp:nvSpPr>
      <dsp:spPr>
        <a:xfrm rot="5400000">
          <a:off x="9196880" y="2392089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6033"/>
            <a:satOff val="3051"/>
            <a:lumOff val="-6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9287775" y="2443864"/>
        <a:ext cx="428009" cy="426859"/>
      </dsp:txXfrm>
    </dsp:sp>
    <dsp:sp modelId="{9C8F8991-C753-405E-A6E7-6F4A6EECB5D5}">
      <dsp:nvSpPr>
        <dsp:cNvPr id="0" name=""/>
        <dsp:cNvSpPr/>
      </dsp:nvSpPr>
      <dsp:spPr>
        <a:xfrm>
          <a:off x="8063574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31240"/>
            <a:satOff val="3662"/>
            <a:lumOff val="-7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Selecting Appropriate Methodologies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b="0" i="0" kern="1200" dirty="0"/>
            <a:t>Choose quantitative, qualitative, or mixed methods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Consider study design (e.g., experimental, observational)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Ensure methodology aligns with research questions</a:t>
          </a:r>
        </a:p>
      </dsp:txBody>
      <dsp:txXfrm>
        <a:off x="8114122" y="3391853"/>
        <a:ext cx="2775314" cy="1624750"/>
      </dsp:txXfrm>
    </dsp:sp>
    <dsp:sp modelId="{502A2F21-07A6-4BF1-8A7D-3CC5428EB4C2}">
      <dsp:nvSpPr>
        <dsp:cNvPr id="0" name=""/>
        <dsp:cNvSpPr/>
      </dsp:nvSpPr>
      <dsp:spPr>
        <a:xfrm rot="10800000">
          <a:off x="7200651" y="3847553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50"/>
            <a:satOff val="4577"/>
            <a:lumOff val="-92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7383591" y="3990223"/>
        <a:ext cx="426859" cy="428009"/>
      </dsp:txXfrm>
    </dsp:sp>
    <dsp:sp modelId="{7B4A63B5-C4FA-4F17-9B1C-5393999B2C67}">
      <dsp:nvSpPr>
        <dsp:cNvPr id="0" name=""/>
        <dsp:cNvSpPr/>
      </dsp:nvSpPr>
      <dsp:spPr>
        <a:xfrm>
          <a:off x="4036599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41654"/>
            <a:satOff val="4882"/>
            <a:lumOff val="-9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Data Collection and Analysis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Implement chosen methods to gather data</a:t>
          </a:r>
          <a:endParaRPr lang="en-GB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Use appropriate tools and techniques for analysis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Ensure data quality and reliability</a:t>
          </a:r>
        </a:p>
      </dsp:txBody>
      <dsp:txXfrm>
        <a:off x="4087147" y="3391853"/>
        <a:ext cx="2775314" cy="1624750"/>
      </dsp:txXfrm>
    </dsp:sp>
    <dsp:sp modelId="{B374AD91-D526-45B2-8A6A-7CE80790BB9C}">
      <dsp:nvSpPr>
        <dsp:cNvPr id="0" name=""/>
        <dsp:cNvSpPr/>
      </dsp:nvSpPr>
      <dsp:spPr>
        <a:xfrm rot="10800000">
          <a:off x="3173675" y="3847553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52067"/>
            <a:satOff val="6103"/>
            <a:lumOff val="-1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3356615" y="3990223"/>
        <a:ext cx="426859" cy="428009"/>
      </dsp:txXfrm>
    </dsp:sp>
    <dsp:sp modelId="{9907C4DA-F01B-4716-918B-6BDC816F0AF9}">
      <dsp:nvSpPr>
        <dsp:cNvPr id="0" name=""/>
        <dsp:cNvSpPr/>
      </dsp:nvSpPr>
      <dsp:spPr>
        <a:xfrm>
          <a:off x="9623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52067"/>
            <a:satOff val="6103"/>
            <a:lumOff val="-1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Drawing Conclusions and Reporting Findings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dirty="0"/>
            <a:t>Interpret results in context of research questions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Discuss implications and limitations of findings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Present results clearly and concisely in reports or papers</a:t>
          </a:r>
        </a:p>
      </dsp:txBody>
      <dsp:txXfrm>
        <a:off x="60171" y="3391853"/>
        <a:ext cx="2775314" cy="1624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41A32-7726-4B1D-957D-EB9E3FAB6C20}">
      <dsp:nvSpPr>
        <dsp:cNvPr id="0" name=""/>
        <dsp:cNvSpPr/>
      </dsp:nvSpPr>
      <dsp:spPr>
        <a:xfrm>
          <a:off x="0" y="2092"/>
          <a:ext cx="23244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151A3-F49A-44C4-B545-B85F685BEBA2}">
      <dsp:nvSpPr>
        <dsp:cNvPr id="0" name=""/>
        <dsp:cNvSpPr/>
      </dsp:nvSpPr>
      <dsp:spPr>
        <a:xfrm>
          <a:off x="0" y="2092"/>
          <a:ext cx="464898" cy="4281566"/>
        </a:xfrm>
        <a:prstGeom prst="rect">
          <a:avLst/>
        </a:prstGeom>
        <a:noFill/>
        <a:ln>
          <a:solidFill>
            <a:srgbClr val="00330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key Research Attributes </a:t>
          </a:r>
          <a:endParaRPr lang="en-GB" sz="2400" kern="1200" dirty="0"/>
        </a:p>
      </dsp:txBody>
      <dsp:txXfrm>
        <a:off x="0" y="2092"/>
        <a:ext cx="464898" cy="4281566"/>
      </dsp:txXfrm>
    </dsp:sp>
    <dsp:sp modelId="{8DAA054B-7810-4991-A6D3-8F9D1C080914}">
      <dsp:nvSpPr>
        <dsp:cNvPr id="0" name=""/>
        <dsp:cNvSpPr/>
      </dsp:nvSpPr>
      <dsp:spPr>
        <a:xfrm>
          <a:off x="499765" y="2054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Systematic </a:t>
          </a:r>
        </a:p>
      </dsp:txBody>
      <dsp:txXfrm>
        <a:off x="499765" y="20542"/>
        <a:ext cx="1824725" cy="368992"/>
      </dsp:txXfrm>
    </dsp:sp>
    <dsp:sp modelId="{FFB6E531-3367-4FA8-82C6-4107D5969807}">
      <dsp:nvSpPr>
        <dsp:cNvPr id="0" name=""/>
        <dsp:cNvSpPr/>
      </dsp:nvSpPr>
      <dsp:spPr>
        <a:xfrm>
          <a:off x="464898" y="389534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A8BA9-0EBB-4368-A760-FD87A6A72813}">
      <dsp:nvSpPr>
        <dsp:cNvPr id="0" name=""/>
        <dsp:cNvSpPr/>
      </dsp:nvSpPr>
      <dsp:spPr>
        <a:xfrm>
          <a:off x="499765" y="407984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Empirical </a:t>
          </a:r>
          <a:endParaRPr lang="en-GB" sz="1600" kern="1200" dirty="0"/>
        </a:p>
      </dsp:txBody>
      <dsp:txXfrm>
        <a:off x="499765" y="407984"/>
        <a:ext cx="1824725" cy="368992"/>
      </dsp:txXfrm>
    </dsp:sp>
    <dsp:sp modelId="{93368078-AFDC-449A-A862-9D829C28915F}">
      <dsp:nvSpPr>
        <dsp:cNvPr id="0" name=""/>
        <dsp:cNvSpPr/>
      </dsp:nvSpPr>
      <dsp:spPr>
        <a:xfrm>
          <a:off x="464898" y="776976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0CDD1-646C-44A3-B739-0A30100695A5}">
      <dsp:nvSpPr>
        <dsp:cNvPr id="0" name=""/>
        <dsp:cNvSpPr/>
      </dsp:nvSpPr>
      <dsp:spPr>
        <a:xfrm>
          <a:off x="499765" y="795426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Replicable </a:t>
          </a:r>
          <a:endParaRPr lang="en-GB" sz="1600" kern="1200" dirty="0"/>
        </a:p>
      </dsp:txBody>
      <dsp:txXfrm>
        <a:off x="499765" y="795426"/>
        <a:ext cx="1824725" cy="368992"/>
      </dsp:txXfrm>
    </dsp:sp>
    <dsp:sp modelId="{EC8DA377-04E4-4CAE-A980-8B4BB77F9A02}">
      <dsp:nvSpPr>
        <dsp:cNvPr id="0" name=""/>
        <dsp:cNvSpPr/>
      </dsp:nvSpPr>
      <dsp:spPr>
        <a:xfrm>
          <a:off x="464898" y="1164418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68B02-DD2B-48E7-8ECE-1EBA85920FEC}">
      <dsp:nvSpPr>
        <dsp:cNvPr id="0" name=""/>
        <dsp:cNvSpPr/>
      </dsp:nvSpPr>
      <dsp:spPr>
        <a:xfrm>
          <a:off x="499765" y="1182868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Objective </a:t>
          </a:r>
          <a:endParaRPr lang="en-GB" sz="1600" kern="1200" dirty="0"/>
        </a:p>
      </dsp:txBody>
      <dsp:txXfrm>
        <a:off x="499765" y="1182868"/>
        <a:ext cx="1824725" cy="368992"/>
      </dsp:txXfrm>
    </dsp:sp>
    <dsp:sp modelId="{B4755E91-8229-48B7-9CD0-538DF24A9794}">
      <dsp:nvSpPr>
        <dsp:cNvPr id="0" name=""/>
        <dsp:cNvSpPr/>
      </dsp:nvSpPr>
      <dsp:spPr>
        <a:xfrm>
          <a:off x="464898" y="1551860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A5943-1536-4CCC-9D52-8ECB67352C9C}">
      <dsp:nvSpPr>
        <dsp:cNvPr id="0" name=""/>
        <dsp:cNvSpPr/>
      </dsp:nvSpPr>
      <dsp:spPr>
        <a:xfrm>
          <a:off x="499765" y="1570310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Valid </a:t>
          </a:r>
          <a:endParaRPr lang="en-GB" sz="1600" kern="1200" dirty="0"/>
        </a:p>
      </dsp:txBody>
      <dsp:txXfrm>
        <a:off x="499765" y="1570310"/>
        <a:ext cx="1824725" cy="368992"/>
      </dsp:txXfrm>
    </dsp:sp>
    <dsp:sp modelId="{EFF471F4-9F8B-412C-88B7-3CDEEA7EAA57}">
      <dsp:nvSpPr>
        <dsp:cNvPr id="0" name=""/>
        <dsp:cNvSpPr/>
      </dsp:nvSpPr>
      <dsp:spPr>
        <a:xfrm>
          <a:off x="464898" y="1939302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F2A30-893F-45DB-AA50-D373DBEDDE70}">
      <dsp:nvSpPr>
        <dsp:cNvPr id="0" name=""/>
        <dsp:cNvSpPr/>
      </dsp:nvSpPr>
      <dsp:spPr>
        <a:xfrm>
          <a:off x="499765" y="195775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Reliable </a:t>
          </a:r>
        </a:p>
      </dsp:txBody>
      <dsp:txXfrm>
        <a:off x="499765" y="1957752"/>
        <a:ext cx="1824725" cy="368992"/>
      </dsp:txXfrm>
    </dsp:sp>
    <dsp:sp modelId="{7546C878-B9AC-489C-A8CF-ECECDDD961E6}">
      <dsp:nvSpPr>
        <dsp:cNvPr id="0" name=""/>
        <dsp:cNvSpPr/>
      </dsp:nvSpPr>
      <dsp:spPr>
        <a:xfrm>
          <a:off x="464898" y="2326745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F731A-7261-40DD-9069-88D6384D9F7B}">
      <dsp:nvSpPr>
        <dsp:cNvPr id="0" name=""/>
        <dsp:cNvSpPr/>
      </dsp:nvSpPr>
      <dsp:spPr>
        <a:xfrm>
          <a:off x="499765" y="2345194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Generalizable </a:t>
          </a:r>
        </a:p>
      </dsp:txBody>
      <dsp:txXfrm>
        <a:off x="499765" y="2345194"/>
        <a:ext cx="1824725" cy="368992"/>
      </dsp:txXfrm>
    </dsp:sp>
    <dsp:sp modelId="{00EB4322-531A-452C-BB88-DDFACDF57198}">
      <dsp:nvSpPr>
        <dsp:cNvPr id="0" name=""/>
        <dsp:cNvSpPr/>
      </dsp:nvSpPr>
      <dsp:spPr>
        <a:xfrm>
          <a:off x="464898" y="2714187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3AA98-3DBF-47E8-9135-28C764A6B985}">
      <dsp:nvSpPr>
        <dsp:cNvPr id="0" name=""/>
        <dsp:cNvSpPr/>
      </dsp:nvSpPr>
      <dsp:spPr>
        <a:xfrm>
          <a:off x="499765" y="2732636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Ethical </a:t>
          </a:r>
          <a:endParaRPr lang="en-GB" sz="1600" kern="1200" dirty="0"/>
        </a:p>
      </dsp:txBody>
      <dsp:txXfrm>
        <a:off x="499765" y="2732636"/>
        <a:ext cx="1824725" cy="368992"/>
      </dsp:txXfrm>
    </dsp:sp>
    <dsp:sp modelId="{088B7184-54B1-43D0-88A6-620C6968C4E6}">
      <dsp:nvSpPr>
        <dsp:cNvPr id="0" name=""/>
        <dsp:cNvSpPr/>
      </dsp:nvSpPr>
      <dsp:spPr>
        <a:xfrm>
          <a:off x="464898" y="3101629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D3509-4D0F-49E1-9798-6334F997C0AF}">
      <dsp:nvSpPr>
        <dsp:cNvPr id="0" name=""/>
        <dsp:cNvSpPr/>
      </dsp:nvSpPr>
      <dsp:spPr>
        <a:xfrm>
          <a:off x="499765" y="3120078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Original </a:t>
          </a:r>
          <a:endParaRPr lang="en-GB" sz="1600" kern="1200" dirty="0"/>
        </a:p>
      </dsp:txBody>
      <dsp:txXfrm>
        <a:off x="499765" y="3120078"/>
        <a:ext cx="1824725" cy="368992"/>
      </dsp:txXfrm>
    </dsp:sp>
    <dsp:sp modelId="{6BDE2382-5B3B-4963-8202-0F6893E35132}">
      <dsp:nvSpPr>
        <dsp:cNvPr id="0" name=""/>
        <dsp:cNvSpPr/>
      </dsp:nvSpPr>
      <dsp:spPr>
        <a:xfrm>
          <a:off x="464898" y="3489071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FDFB4-DA70-46E5-913A-2FEE7464098E}">
      <dsp:nvSpPr>
        <dsp:cNvPr id="0" name=""/>
        <dsp:cNvSpPr/>
      </dsp:nvSpPr>
      <dsp:spPr>
        <a:xfrm>
          <a:off x="499765" y="3507520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Significant</a:t>
          </a:r>
          <a:endParaRPr lang="en-GB" sz="1600" kern="1200" dirty="0"/>
        </a:p>
      </dsp:txBody>
      <dsp:txXfrm>
        <a:off x="499765" y="3507520"/>
        <a:ext cx="1824725" cy="368992"/>
      </dsp:txXfrm>
    </dsp:sp>
    <dsp:sp modelId="{15B0396E-5455-45AF-96F8-798A6100D2D7}">
      <dsp:nvSpPr>
        <dsp:cNvPr id="0" name=""/>
        <dsp:cNvSpPr/>
      </dsp:nvSpPr>
      <dsp:spPr>
        <a:xfrm>
          <a:off x="464898" y="3876513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0031C-B97F-494F-8695-CE20A5022749}">
      <dsp:nvSpPr>
        <dsp:cNvPr id="0" name=""/>
        <dsp:cNvSpPr/>
      </dsp:nvSpPr>
      <dsp:spPr>
        <a:xfrm>
          <a:off x="499765" y="389496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Interest</a:t>
          </a:r>
          <a:endParaRPr lang="en-GB" sz="1600" kern="1200" dirty="0"/>
        </a:p>
      </dsp:txBody>
      <dsp:txXfrm>
        <a:off x="499765" y="3894962"/>
        <a:ext cx="1824725" cy="368992"/>
      </dsp:txXfrm>
    </dsp:sp>
    <dsp:sp modelId="{EA8124C8-D7A6-4FC1-8850-0A6595B54517}">
      <dsp:nvSpPr>
        <dsp:cNvPr id="0" name=""/>
        <dsp:cNvSpPr/>
      </dsp:nvSpPr>
      <dsp:spPr>
        <a:xfrm>
          <a:off x="464898" y="4263955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257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806ada915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806ada915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61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404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6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1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7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1788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382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3076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284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291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031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080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5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5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6776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3311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035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hyperlink" Target="https://moodle.bolton.ac.uk/course/view.php?id=23108" TargetMode="Externa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1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1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689" r:id="rId16"/>
    <p:sldLayoutId id="2147483690" r:id="rId17"/>
    <p:sldLayoutId id="2147483688" r:id="rId18"/>
    <p:sldLayoutId id="2147483681" r:id="rId19"/>
    <p:sldLayoutId id="2147483680" r:id="rId20"/>
    <p:sldLayoutId id="2147483682" r:id="rId21"/>
    <p:sldLayoutId id="2147483677" r:id="rId22"/>
    <p:sldLayoutId id="2147483654" r:id="rId23"/>
    <p:sldLayoutId id="2147483685" r:id="rId24"/>
    <p:sldLayoutId id="2147483684" r:id="rId25"/>
    <p:sldLayoutId id="2147483686" r:id="rId26"/>
    <p:sldLayoutId id="2147483687" r:id="rId27"/>
    <p:sldLayoutId id="2147483675" r:id="rId28"/>
    <p:sldLayoutId id="2147483704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mailto:b.tighe@bolton.ac.uk" TargetMode="External"/><Relationship Id="rId6" Type="http://schemas.openxmlformats.org/officeDocument/2006/relationships/hyperlink" Target="mailto:i.feroz@bolton.ac.uk" TargetMode="External"/><Relationship Id="rId7" Type="http://schemas.openxmlformats.org/officeDocument/2006/relationships/image" Target="../media/image5.png"/><Relationship Id="rId8" Type="http://schemas.openxmlformats.org/officeDocument/2006/relationships/hyperlink" Target="mailto:n.islam2@bolton.ac.u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Relationship Id="rId3" Type="http://schemas.openxmlformats.org/officeDocument/2006/relationships/hyperlink" Target="https://wallpaperaccess.com/funny-sci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1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Welcome – Week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EC2CC961-DBF2-4A0D-A6B3-7A630D18573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6897" b="6897"/>
          <a:stretch/>
        </p:blipFill>
        <p:spPr>
          <a:xfrm>
            <a:off x="5403612" y="2416718"/>
            <a:ext cx="1484985" cy="1280160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3DA3586E-5B97-49E4-B090-AD9D2A9C4F80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/>
          <a:srcRect t="6898" b="6898"/>
          <a:stretch/>
        </p:blipFill>
        <p:spPr>
          <a:xfrm>
            <a:off x="3124644" y="2418584"/>
            <a:ext cx="1484985" cy="1280160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GB" sz="4800" b="1">
                <a:solidFill>
                  <a:schemeClr val="tx1"/>
                </a:solidFill>
              </a:rPr>
              <a:t>This is your teaching Team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3F2E96-9C2D-4D1E-96F8-93A9DB1304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9610" y="4010341"/>
            <a:ext cx="2139696" cy="344312"/>
          </a:xfrm>
        </p:spPr>
        <p:txBody>
          <a:bodyPr rtlCol="0"/>
          <a:lstStyle/>
          <a:p>
            <a:pPr rtl="0"/>
            <a:r>
              <a:rPr lang="en-GB"/>
              <a:t>Bren Tighe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49611" y="4425839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Associate Professor &amp; Module Leader</a:t>
            </a:r>
          </a:p>
          <a:p>
            <a:pPr rtl="0"/>
            <a:r>
              <a:rPr lang="en-GB" dirty="0">
                <a:hlinkClick r:id="rId5"/>
              </a:rPr>
              <a:t>b.tighe@bolton.ac.uk</a:t>
            </a:r>
            <a:endParaRPr lang="en-GB" dirty="0"/>
          </a:p>
          <a:p>
            <a:pPr rtl="0"/>
            <a:r>
              <a:rPr lang="en-GB" dirty="0"/>
              <a:t>C2-11</a:t>
            </a:r>
            <a:endParaRPr lang="en-GB" sz="1200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F15E5CC-C708-41FE-A7A3-053E1BC87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72958" y="4010341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Irum Feroz 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F4ED7E2-1BC8-493D-91C3-FB23BE9F24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72958" y="4465438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Lecturer Computing &amp; Module Tutor</a:t>
            </a:r>
          </a:p>
          <a:p>
            <a:pPr rtl="0"/>
            <a:r>
              <a:rPr lang="en-GB" dirty="0">
                <a:hlinkClick r:id="rId6"/>
              </a:rPr>
              <a:t>i.feroz@bolton.ac.uk</a:t>
            </a:r>
            <a:endParaRPr lang="en-GB" dirty="0"/>
          </a:p>
          <a:p>
            <a:pPr rtl="0"/>
            <a:r>
              <a:rPr lang="en-GB" dirty="0"/>
              <a:t>C2-11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89F369-9352-00F5-7E08-EA324E11EA7E}"/>
              </a:ext>
            </a:extLst>
          </p:cNvPr>
          <p:cNvSpPr txBox="1"/>
          <p:nvPr/>
        </p:nvSpPr>
        <p:spPr>
          <a:xfrm>
            <a:off x="1693162" y="1450781"/>
            <a:ext cx="9177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You can contact us in a variety of ways – phone, email, Forum pages on Moodle and in our offices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You can also arrange an appointment where we can set aside some dedicated time to help.</a:t>
            </a:r>
          </a:p>
        </p:txBody>
      </p:sp>
      <p:pic>
        <p:nvPicPr>
          <p:cNvPr id="2" name="Picture Placeholder 49">
            <a:extLst>
              <a:ext uri="{FF2B5EF4-FFF2-40B4-BE49-F238E27FC236}">
                <a16:creationId xmlns:a16="http://schemas.microsoft.com/office/drawing/2014/main" id="{6E155F5A-6A73-0674-6C59-49B16D89A5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687" t="9348" r="68733" b="68161"/>
          <a:stretch/>
        </p:blipFill>
        <p:spPr>
          <a:xfrm>
            <a:off x="7558892" y="2456317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619A1B06-FD7F-C7D3-6E11-B3B782FFB1FC}"/>
              </a:ext>
            </a:extLst>
          </p:cNvPr>
          <p:cNvSpPr txBox="1">
            <a:spLocks/>
          </p:cNvSpPr>
          <p:nvPr/>
        </p:nvSpPr>
        <p:spPr>
          <a:xfrm>
            <a:off x="7305748" y="401034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Naveed Islam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98BB2AE-0400-7AD2-E7F7-28D009670F92}"/>
              </a:ext>
            </a:extLst>
          </p:cNvPr>
          <p:cNvSpPr txBox="1">
            <a:spLocks/>
          </p:cNvSpPr>
          <p:nvPr/>
        </p:nvSpPr>
        <p:spPr>
          <a:xfrm>
            <a:off x="7305748" y="4465438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Programme Leader (AI) &amp; Module Tutor</a:t>
            </a:r>
          </a:p>
          <a:p>
            <a:r>
              <a:rPr lang="en-GB" dirty="0">
                <a:hlinkClick r:id="rId8"/>
              </a:rPr>
              <a:t>N.islam2@bolton.ac.uk</a:t>
            </a:r>
            <a:endParaRPr lang="en-GB" dirty="0"/>
          </a:p>
          <a:p>
            <a:pPr rtl="0">
              <a:spcBef>
                <a:spcPts val="0"/>
              </a:spcBef>
            </a:pPr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rtl="0">
              <a:spcBef>
                <a:spcPts val="0"/>
              </a:spcBef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C2-07a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2036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Rectangle 1303">
            <a:extLst>
              <a:ext uri="{FF2B5EF4-FFF2-40B4-BE49-F238E27FC236}">
                <a16:creationId xmlns:a16="http://schemas.microsoft.com/office/drawing/2014/main" id="{F9837B72-63F7-BBEE-4B5E-8D674AEFCFC6}"/>
              </a:ext>
            </a:extLst>
          </p:cNvPr>
          <p:cNvSpPr/>
          <p:nvPr/>
        </p:nvSpPr>
        <p:spPr>
          <a:xfrm>
            <a:off x="-29849" y="606952"/>
            <a:ext cx="12181244" cy="6364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28" name="Google Shape;1228;p29"/>
          <p:cNvSpPr/>
          <p:nvPr/>
        </p:nvSpPr>
        <p:spPr>
          <a:xfrm>
            <a:off x="3630626" y="1353163"/>
            <a:ext cx="15303" cy="939811"/>
          </a:xfrm>
          <a:custGeom>
            <a:avLst/>
            <a:gdLst/>
            <a:ahLst/>
            <a:cxnLst/>
            <a:rect l="l" t="t" r="r" b="b"/>
            <a:pathLst>
              <a:path w="323" h="19837" extrusionOk="0">
                <a:moveTo>
                  <a:pt x="156" y="1"/>
                </a:moveTo>
                <a:cubicBezTo>
                  <a:pt x="72" y="1"/>
                  <a:pt x="1" y="72"/>
                  <a:pt x="1" y="156"/>
                </a:cubicBezTo>
                <a:lnTo>
                  <a:pt x="1" y="19682"/>
                </a:lnTo>
                <a:cubicBezTo>
                  <a:pt x="1" y="19765"/>
                  <a:pt x="72" y="19837"/>
                  <a:pt x="156" y="19837"/>
                </a:cubicBezTo>
                <a:cubicBezTo>
                  <a:pt x="251" y="19837"/>
                  <a:pt x="322" y="19765"/>
                  <a:pt x="322" y="19682"/>
                </a:cubicBezTo>
                <a:lnTo>
                  <a:pt x="322" y="156"/>
                </a:lnTo>
                <a:cubicBezTo>
                  <a:pt x="322" y="72"/>
                  <a:pt x="251" y="1"/>
                  <a:pt x="1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29" name="Google Shape;1229;p29"/>
          <p:cNvSpPr txBox="1">
            <a:spLocks noGrp="1"/>
          </p:cNvSpPr>
          <p:nvPr>
            <p:ph type="title"/>
          </p:nvPr>
        </p:nvSpPr>
        <p:spPr>
          <a:xfrm>
            <a:off x="155601" y="0"/>
            <a:ext cx="10298000" cy="64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Indicative Module Timeline</a:t>
            </a:r>
            <a:endParaRPr dirty="0"/>
          </a:p>
        </p:txBody>
      </p:sp>
      <p:grpSp>
        <p:nvGrpSpPr>
          <p:cNvPr id="1230" name="Google Shape;1230;p29"/>
          <p:cNvGrpSpPr/>
          <p:nvPr/>
        </p:nvGrpSpPr>
        <p:grpSpPr>
          <a:xfrm>
            <a:off x="5901600" y="535243"/>
            <a:ext cx="1722203" cy="3047736"/>
            <a:chOff x="4509800" y="1647760"/>
            <a:chExt cx="1291652" cy="2285802"/>
          </a:xfrm>
        </p:grpSpPr>
        <p:sp>
          <p:nvSpPr>
            <p:cNvPr id="1231" name="Google Shape;1231;p29"/>
            <p:cNvSpPr/>
            <p:nvPr/>
          </p:nvSpPr>
          <p:spPr>
            <a:xfrm>
              <a:off x="5146097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5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32" name="Google Shape;1232;p29"/>
            <p:cNvGrpSpPr/>
            <p:nvPr/>
          </p:nvGrpSpPr>
          <p:grpSpPr>
            <a:xfrm>
              <a:off x="4989575" y="1647760"/>
              <a:ext cx="332122" cy="501792"/>
              <a:chOff x="4989575" y="1647760"/>
              <a:chExt cx="332122" cy="501792"/>
            </a:xfrm>
          </p:grpSpPr>
          <p:sp>
            <p:nvSpPr>
              <p:cNvPr id="1233" name="Google Shape;1233;p29"/>
              <p:cNvSpPr/>
              <p:nvPr/>
            </p:nvSpPr>
            <p:spPr>
              <a:xfrm>
                <a:off x="4989575" y="1836476"/>
                <a:ext cx="332122" cy="313077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8811" extrusionOk="0">
                    <a:moveTo>
                      <a:pt x="8096" y="214"/>
                    </a:moveTo>
                    <a:cubicBezTo>
                      <a:pt x="8668" y="214"/>
                      <a:pt x="9132" y="679"/>
                      <a:pt x="9132" y="1238"/>
                    </a:cubicBezTo>
                    <a:lnTo>
                      <a:pt x="9132" y="7561"/>
                    </a:lnTo>
                    <a:cubicBezTo>
                      <a:pt x="9132" y="8132"/>
                      <a:pt x="8668" y="8596"/>
                      <a:pt x="8096" y="8596"/>
                    </a:cubicBezTo>
                    <a:lnTo>
                      <a:pt x="1250" y="8596"/>
                    </a:lnTo>
                    <a:cubicBezTo>
                      <a:pt x="679" y="8596"/>
                      <a:pt x="226" y="8132"/>
                      <a:pt x="226" y="7561"/>
                    </a:cubicBezTo>
                    <a:lnTo>
                      <a:pt x="226" y="1238"/>
                    </a:lnTo>
                    <a:cubicBezTo>
                      <a:pt x="226" y="679"/>
                      <a:pt x="679" y="214"/>
                      <a:pt x="1250" y="214"/>
                    </a:cubicBezTo>
                    <a:close/>
                    <a:moveTo>
                      <a:pt x="1250" y="0"/>
                    </a:moveTo>
                    <a:cubicBezTo>
                      <a:pt x="560" y="0"/>
                      <a:pt x="0" y="560"/>
                      <a:pt x="0" y="1238"/>
                    </a:cubicBezTo>
                    <a:lnTo>
                      <a:pt x="0" y="7561"/>
                    </a:lnTo>
                    <a:cubicBezTo>
                      <a:pt x="0" y="8251"/>
                      <a:pt x="560" y="8811"/>
                      <a:pt x="1250" y="8811"/>
                    </a:cubicBezTo>
                    <a:lnTo>
                      <a:pt x="8096" y="8811"/>
                    </a:lnTo>
                    <a:cubicBezTo>
                      <a:pt x="8787" y="8811"/>
                      <a:pt x="9347" y="8251"/>
                      <a:pt x="9347" y="7561"/>
                    </a:cubicBezTo>
                    <a:lnTo>
                      <a:pt x="9347" y="1238"/>
                    </a:lnTo>
                    <a:cubicBezTo>
                      <a:pt x="9347" y="560"/>
                      <a:pt x="8787" y="0"/>
                      <a:pt x="8096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29"/>
              <p:cNvSpPr/>
              <p:nvPr/>
            </p:nvSpPr>
            <p:spPr>
              <a:xfrm>
                <a:off x="5137214" y="1879186"/>
                <a:ext cx="143018" cy="189566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533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27"/>
                      <a:pt x="108" y="227"/>
                    </a:cubicBezTo>
                    <a:lnTo>
                      <a:pt x="3168" y="227"/>
                    </a:lnTo>
                    <a:cubicBezTo>
                      <a:pt x="3513" y="227"/>
                      <a:pt x="3799" y="513"/>
                      <a:pt x="3799" y="858"/>
                    </a:cubicBezTo>
                    <a:lnTo>
                      <a:pt x="3799" y="5227"/>
                    </a:lnTo>
                    <a:cubicBezTo>
                      <a:pt x="3799" y="5287"/>
                      <a:pt x="3846" y="5335"/>
                      <a:pt x="3906" y="5335"/>
                    </a:cubicBezTo>
                    <a:cubicBezTo>
                      <a:pt x="3977" y="5335"/>
                      <a:pt x="4025" y="5287"/>
                      <a:pt x="4025" y="5227"/>
                    </a:cubicBezTo>
                    <a:lnTo>
                      <a:pt x="4025" y="858"/>
                    </a:lnTo>
                    <a:cubicBezTo>
                      <a:pt x="4025" y="382"/>
                      <a:pt x="3632" y="1"/>
                      <a:pt x="3168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29"/>
              <p:cNvSpPr/>
              <p:nvPr/>
            </p:nvSpPr>
            <p:spPr>
              <a:xfrm>
                <a:off x="5043727" y="1647760"/>
                <a:ext cx="224246" cy="196353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5526" extrusionOk="0">
                    <a:moveTo>
                      <a:pt x="3346" y="215"/>
                    </a:moveTo>
                    <a:cubicBezTo>
                      <a:pt x="4858" y="215"/>
                      <a:pt x="6084" y="1454"/>
                      <a:pt x="6084" y="2954"/>
                    </a:cubicBezTo>
                    <a:lnTo>
                      <a:pt x="6084" y="5311"/>
                    </a:lnTo>
                    <a:lnTo>
                      <a:pt x="215" y="5311"/>
                    </a:lnTo>
                    <a:lnTo>
                      <a:pt x="215" y="2954"/>
                    </a:lnTo>
                    <a:cubicBezTo>
                      <a:pt x="215" y="1454"/>
                      <a:pt x="1441" y="215"/>
                      <a:pt x="2953" y="215"/>
                    </a:cubicBezTo>
                    <a:close/>
                    <a:moveTo>
                      <a:pt x="2953" y="1"/>
                    </a:moveTo>
                    <a:cubicBezTo>
                      <a:pt x="1322" y="1"/>
                      <a:pt x="0" y="1323"/>
                      <a:pt x="0" y="2954"/>
                    </a:cubicBezTo>
                    <a:lnTo>
                      <a:pt x="0" y="5525"/>
                    </a:lnTo>
                    <a:lnTo>
                      <a:pt x="6311" y="5525"/>
                    </a:lnTo>
                    <a:lnTo>
                      <a:pt x="6311" y="2954"/>
                    </a:lnTo>
                    <a:cubicBezTo>
                      <a:pt x="6311" y="1323"/>
                      <a:pt x="4977" y="1"/>
                      <a:pt x="3346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29"/>
              <p:cNvSpPr/>
              <p:nvPr/>
            </p:nvSpPr>
            <p:spPr>
              <a:xfrm>
                <a:off x="5068245" y="1676542"/>
                <a:ext cx="175175" cy="167571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4716" extrusionOk="0">
                    <a:moveTo>
                      <a:pt x="2620" y="215"/>
                    </a:moveTo>
                    <a:cubicBezTo>
                      <a:pt x="3775" y="215"/>
                      <a:pt x="4716" y="1155"/>
                      <a:pt x="4716" y="2310"/>
                    </a:cubicBezTo>
                    <a:lnTo>
                      <a:pt x="4716" y="4501"/>
                    </a:lnTo>
                    <a:lnTo>
                      <a:pt x="215" y="4501"/>
                    </a:lnTo>
                    <a:lnTo>
                      <a:pt x="215" y="2310"/>
                    </a:lnTo>
                    <a:cubicBezTo>
                      <a:pt x="215" y="1155"/>
                      <a:pt x="1156" y="215"/>
                      <a:pt x="2311" y="215"/>
                    </a:cubicBezTo>
                    <a:close/>
                    <a:moveTo>
                      <a:pt x="2311" y="1"/>
                    </a:moveTo>
                    <a:cubicBezTo>
                      <a:pt x="1037" y="1"/>
                      <a:pt x="1" y="1036"/>
                      <a:pt x="1" y="2310"/>
                    </a:cubicBezTo>
                    <a:lnTo>
                      <a:pt x="1" y="4715"/>
                    </a:lnTo>
                    <a:lnTo>
                      <a:pt x="4930" y="4715"/>
                    </a:lnTo>
                    <a:lnTo>
                      <a:pt x="4930" y="2310"/>
                    </a:lnTo>
                    <a:cubicBezTo>
                      <a:pt x="4930" y="1036"/>
                      <a:pt x="3894" y="1"/>
                      <a:pt x="262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7" name="Google Shape;1237;p29"/>
            <p:cNvSpPr/>
            <p:nvPr/>
          </p:nvSpPr>
          <p:spPr>
            <a:xfrm>
              <a:off x="4509810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29" y="1644"/>
                    <a:pt x="4311" y="3692"/>
                    <a:pt x="4311" y="6192"/>
                  </a:cubicBezTo>
                  <a:cubicBezTo>
                    <a:pt x="4311" y="8692"/>
                    <a:pt x="2429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22" y="10502"/>
                    <a:pt x="36350" y="8573"/>
                    <a:pt x="36350" y="6192"/>
                  </a:cubicBezTo>
                  <a:cubicBezTo>
                    <a:pt x="36350" y="3823"/>
                    <a:pt x="34422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5120300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1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81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9"/>
            <p:cNvSpPr txBox="1"/>
            <p:nvPr/>
          </p:nvSpPr>
          <p:spPr>
            <a:xfrm>
              <a:off x="45098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Literature Reviews</a:t>
              </a:r>
            </a:p>
          </p:txBody>
        </p:sp>
      </p:grpSp>
      <p:grpSp>
        <p:nvGrpSpPr>
          <p:cNvPr id="1240" name="Google Shape;1240;p29"/>
          <p:cNvGrpSpPr/>
          <p:nvPr/>
        </p:nvGrpSpPr>
        <p:grpSpPr>
          <a:xfrm>
            <a:off x="7449956" y="560048"/>
            <a:ext cx="1721621" cy="3009929"/>
            <a:chOff x="5677456" y="1676116"/>
            <a:chExt cx="1291216" cy="2257447"/>
          </a:xfrm>
        </p:grpSpPr>
        <p:sp>
          <p:nvSpPr>
            <p:cNvPr id="1241" name="Google Shape;1241;p29"/>
            <p:cNvSpPr/>
            <p:nvPr/>
          </p:nvSpPr>
          <p:spPr>
            <a:xfrm>
              <a:off x="6313317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8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8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42" name="Google Shape;1242;p29"/>
            <p:cNvGrpSpPr/>
            <p:nvPr/>
          </p:nvGrpSpPr>
          <p:grpSpPr>
            <a:xfrm>
              <a:off x="6086582" y="1676116"/>
              <a:ext cx="337630" cy="473435"/>
              <a:chOff x="6086582" y="1676116"/>
              <a:chExt cx="337630" cy="473435"/>
            </a:xfrm>
          </p:grpSpPr>
          <p:sp>
            <p:nvSpPr>
              <p:cNvPr id="1243" name="Google Shape;1243;p29"/>
              <p:cNvSpPr/>
              <p:nvPr/>
            </p:nvSpPr>
            <p:spPr>
              <a:xfrm>
                <a:off x="6248185" y="1819526"/>
                <a:ext cx="63923" cy="11175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145" extrusionOk="0">
                    <a:moveTo>
                      <a:pt x="841" y="1"/>
                    </a:moveTo>
                    <a:cubicBezTo>
                      <a:pt x="574" y="1"/>
                      <a:pt x="127" y="12"/>
                      <a:pt x="12" y="632"/>
                    </a:cubicBezTo>
                    <a:cubicBezTo>
                      <a:pt x="0" y="691"/>
                      <a:pt x="36" y="751"/>
                      <a:pt x="96" y="763"/>
                    </a:cubicBezTo>
                    <a:cubicBezTo>
                      <a:pt x="103" y="764"/>
                      <a:pt x="111" y="765"/>
                      <a:pt x="119" y="765"/>
                    </a:cubicBezTo>
                    <a:cubicBezTo>
                      <a:pt x="170" y="765"/>
                      <a:pt x="216" y="731"/>
                      <a:pt x="227" y="680"/>
                    </a:cubicBezTo>
                    <a:cubicBezTo>
                      <a:pt x="310" y="215"/>
                      <a:pt x="596" y="215"/>
                      <a:pt x="858" y="215"/>
                    </a:cubicBezTo>
                    <a:lnTo>
                      <a:pt x="929" y="215"/>
                    </a:lnTo>
                    <a:cubicBezTo>
                      <a:pt x="1108" y="215"/>
                      <a:pt x="1584" y="322"/>
                      <a:pt x="1584" y="799"/>
                    </a:cubicBezTo>
                    <a:lnTo>
                      <a:pt x="1584" y="3037"/>
                    </a:lnTo>
                    <a:cubicBezTo>
                      <a:pt x="1584" y="3097"/>
                      <a:pt x="1631" y="3144"/>
                      <a:pt x="1691" y="3144"/>
                    </a:cubicBezTo>
                    <a:cubicBezTo>
                      <a:pt x="1751" y="3144"/>
                      <a:pt x="1798" y="3097"/>
                      <a:pt x="1798" y="3037"/>
                    </a:cubicBezTo>
                    <a:lnTo>
                      <a:pt x="1798" y="799"/>
                    </a:lnTo>
                    <a:cubicBezTo>
                      <a:pt x="1798" y="215"/>
                      <a:pt x="1262" y="1"/>
                      <a:pt x="929" y="1"/>
                    </a:cubicBezTo>
                    <a:lnTo>
                      <a:pt x="869" y="1"/>
                    </a:lnTo>
                    <a:cubicBezTo>
                      <a:pt x="860" y="1"/>
                      <a:pt x="850" y="1"/>
                      <a:pt x="841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29"/>
              <p:cNvSpPr/>
              <p:nvPr/>
            </p:nvSpPr>
            <p:spPr>
              <a:xfrm>
                <a:off x="6304008" y="1819526"/>
                <a:ext cx="63923" cy="11175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145" extrusionOk="0">
                    <a:moveTo>
                      <a:pt x="841" y="1"/>
                    </a:moveTo>
                    <a:cubicBezTo>
                      <a:pt x="575" y="1"/>
                      <a:pt x="128" y="12"/>
                      <a:pt x="13" y="632"/>
                    </a:cubicBezTo>
                    <a:cubicBezTo>
                      <a:pt x="1" y="691"/>
                      <a:pt x="37" y="751"/>
                      <a:pt x="96" y="763"/>
                    </a:cubicBezTo>
                    <a:cubicBezTo>
                      <a:pt x="104" y="764"/>
                      <a:pt x="112" y="765"/>
                      <a:pt x="119" y="765"/>
                    </a:cubicBezTo>
                    <a:cubicBezTo>
                      <a:pt x="170" y="765"/>
                      <a:pt x="217" y="731"/>
                      <a:pt x="227" y="680"/>
                    </a:cubicBezTo>
                    <a:cubicBezTo>
                      <a:pt x="311" y="215"/>
                      <a:pt x="596" y="215"/>
                      <a:pt x="870" y="215"/>
                    </a:cubicBezTo>
                    <a:lnTo>
                      <a:pt x="930" y="215"/>
                    </a:lnTo>
                    <a:cubicBezTo>
                      <a:pt x="1108" y="215"/>
                      <a:pt x="1584" y="322"/>
                      <a:pt x="1584" y="799"/>
                    </a:cubicBezTo>
                    <a:lnTo>
                      <a:pt x="1584" y="3037"/>
                    </a:lnTo>
                    <a:cubicBezTo>
                      <a:pt x="1584" y="3097"/>
                      <a:pt x="1632" y="3144"/>
                      <a:pt x="1692" y="3144"/>
                    </a:cubicBezTo>
                    <a:cubicBezTo>
                      <a:pt x="1751" y="3144"/>
                      <a:pt x="1799" y="3097"/>
                      <a:pt x="1799" y="3037"/>
                    </a:cubicBezTo>
                    <a:lnTo>
                      <a:pt x="1799" y="799"/>
                    </a:lnTo>
                    <a:cubicBezTo>
                      <a:pt x="1799" y="215"/>
                      <a:pt x="1263" y="1"/>
                      <a:pt x="930" y="1"/>
                    </a:cubicBezTo>
                    <a:lnTo>
                      <a:pt x="870" y="1"/>
                    </a:lnTo>
                    <a:cubicBezTo>
                      <a:pt x="861" y="1"/>
                      <a:pt x="851" y="1"/>
                      <a:pt x="841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29"/>
              <p:cNvSpPr/>
              <p:nvPr/>
            </p:nvSpPr>
            <p:spPr>
              <a:xfrm>
                <a:off x="6086582" y="1676116"/>
                <a:ext cx="337630" cy="473435"/>
              </a:xfrm>
              <a:custGeom>
                <a:avLst/>
                <a:gdLst/>
                <a:ahLst/>
                <a:cxnLst/>
                <a:rect l="l" t="t" r="r" b="b"/>
                <a:pathLst>
                  <a:path w="9502" h="13324" extrusionOk="0">
                    <a:moveTo>
                      <a:pt x="3846" y="1"/>
                    </a:moveTo>
                    <a:cubicBezTo>
                      <a:pt x="3274" y="1"/>
                      <a:pt x="2941" y="382"/>
                      <a:pt x="2941" y="1025"/>
                    </a:cubicBezTo>
                    <a:lnTo>
                      <a:pt x="2941" y="8180"/>
                    </a:lnTo>
                    <a:cubicBezTo>
                      <a:pt x="2631" y="7883"/>
                      <a:pt x="1977" y="7252"/>
                      <a:pt x="1500" y="6859"/>
                    </a:cubicBezTo>
                    <a:cubicBezTo>
                      <a:pt x="1375" y="6754"/>
                      <a:pt x="1227" y="6702"/>
                      <a:pt x="1073" y="6702"/>
                    </a:cubicBezTo>
                    <a:cubicBezTo>
                      <a:pt x="878" y="6702"/>
                      <a:pt x="674" y="6787"/>
                      <a:pt x="500" y="6954"/>
                    </a:cubicBezTo>
                    <a:cubicBezTo>
                      <a:pt x="179" y="7263"/>
                      <a:pt x="0" y="7823"/>
                      <a:pt x="381" y="8371"/>
                    </a:cubicBezTo>
                    <a:cubicBezTo>
                      <a:pt x="1012" y="9240"/>
                      <a:pt x="3882" y="12395"/>
                      <a:pt x="4013" y="12526"/>
                    </a:cubicBezTo>
                    <a:cubicBezTo>
                      <a:pt x="4548" y="13098"/>
                      <a:pt x="5417" y="13324"/>
                      <a:pt x="6239" y="13324"/>
                    </a:cubicBezTo>
                    <a:cubicBezTo>
                      <a:pt x="6858" y="13324"/>
                      <a:pt x="7442" y="13205"/>
                      <a:pt x="7858" y="13002"/>
                    </a:cubicBezTo>
                    <a:cubicBezTo>
                      <a:pt x="8727" y="12574"/>
                      <a:pt x="9501" y="11240"/>
                      <a:pt x="9501" y="10133"/>
                    </a:cubicBezTo>
                    <a:lnTo>
                      <a:pt x="9501" y="5382"/>
                    </a:lnTo>
                    <a:cubicBezTo>
                      <a:pt x="9501" y="4799"/>
                      <a:pt x="8954" y="4585"/>
                      <a:pt x="8620" y="4585"/>
                    </a:cubicBezTo>
                    <a:lnTo>
                      <a:pt x="8561" y="4585"/>
                    </a:lnTo>
                    <a:cubicBezTo>
                      <a:pt x="8551" y="4585"/>
                      <a:pt x="8542" y="4585"/>
                      <a:pt x="8532" y="4585"/>
                    </a:cubicBezTo>
                    <a:cubicBezTo>
                      <a:pt x="8265" y="4585"/>
                      <a:pt x="7818" y="4596"/>
                      <a:pt x="7703" y="5216"/>
                    </a:cubicBezTo>
                    <a:cubicBezTo>
                      <a:pt x="7692" y="5275"/>
                      <a:pt x="7739" y="5335"/>
                      <a:pt x="7799" y="5347"/>
                    </a:cubicBezTo>
                    <a:cubicBezTo>
                      <a:pt x="7805" y="5348"/>
                      <a:pt x="7811" y="5349"/>
                      <a:pt x="7818" y="5349"/>
                    </a:cubicBezTo>
                    <a:cubicBezTo>
                      <a:pt x="7861" y="5349"/>
                      <a:pt x="7907" y="5315"/>
                      <a:pt x="7918" y="5263"/>
                    </a:cubicBezTo>
                    <a:cubicBezTo>
                      <a:pt x="8013" y="4799"/>
                      <a:pt x="8287" y="4799"/>
                      <a:pt x="8561" y="4799"/>
                    </a:cubicBezTo>
                    <a:lnTo>
                      <a:pt x="8620" y="4799"/>
                    </a:lnTo>
                    <a:cubicBezTo>
                      <a:pt x="8799" y="4799"/>
                      <a:pt x="9275" y="4906"/>
                      <a:pt x="9275" y="5382"/>
                    </a:cubicBezTo>
                    <a:lnTo>
                      <a:pt x="9275" y="10133"/>
                    </a:lnTo>
                    <a:cubicBezTo>
                      <a:pt x="9275" y="11169"/>
                      <a:pt x="8573" y="12407"/>
                      <a:pt x="7763" y="12800"/>
                    </a:cubicBezTo>
                    <a:cubicBezTo>
                      <a:pt x="7380" y="12989"/>
                      <a:pt x="6821" y="13106"/>
                      <a:pt x="6240" y="13106"/>
                    </a:cubicBezTo>
                    <a:cubicBezTo>
                      <a:pt x="5468" y="13106"/>
                      <a:pt x="4657" y="12900"/>
                      <a:pt x="4167" y="12383"/>
                    </a:cubicBezTo>
                    <a:cubicBezTo>
                      <a:pt x="4144" y="12347"/>
                      <a:pt x="1191" y="9109"/>
                      <a:pt x="560" y="8240"/>
                    </a:cubicBezTo>
                    <a:cubicBezTo>
                      <a:pt x="250" y="7811"/>
                      <a:pt x="381" y="7359"/>
                      <a:pt x="643" y="7109"/>
                    </a:cubicBezTo>
                    <a:cubicBezTo>
                      <a:pt x="758" y="7001"/>
                      <a:pt x="912" y="6924"/>
                      <a:pt x="1068" y="6924"/>
                    </a:cubicBezTo>
                    <a:cubicBezTo>
                      <a:pt x="1171" y="6924"/>
                      <a:pt x="1275" y="6957"/>
                      <a:pt x="1369" y="7037"/>
                    </a:cubicBezTo>
                    <a:cubicBezTo>
                      <a:pt x="1988" y="7549"/>
                      <a:pt x="2965" y="8514"/>
                      <a:pt x="2977" y="8526"/>
                    </a:cubicBezTo>
                    <a:lnTo>
                      <a:pt x="3167" y="8704"/>
                    </a:lnTo>
                    <a:lnTo>
                      <a:pt x="3167" y="1025"/>
                    </a:lnTo>
                    <a:cubicBezTo>
                      <a:pt x="3167" y="501"/>
                      <a:pt x="3405" y="215"/>
                      <a:pt x="3846" y="215"/>
                    </a:cubicBezTo>
                    <a:cubicBezTo>
                      <a:pt x="4060" y="215"/>
                      <a:pt x="4251" y="286"/>
                      <a:pt x="4382" y="417"/>
                    </a:cubicBezTo>
                    <a:cubicBezTo>
                      <a:pt x="4489" y="536"/>
                      <a:pt x="4560" y="691"/>
                      <a:pt x="4560" y="858"/>
                    </a:cubicBezTo>
                    <a:lnTo>
                      <a:pt x="4560" y="7168"/>
                    </a:lnTo>
                    <a:cubicBezTo>
                      <a:pt x="4560" y="7228"/>
                      <a:pt x="4608" y="7275"/>
                      <a:pt x="4667" y="7275"/>
                    </a:cubicBezTo>
                    <a:cubicBezTo>
                      <a:pt x="4727" y="7275"/>
                      <a:pt x="4775" y="7228"/>
                      <a:pt x="4775" y="7168"/>
                    </a:cubicBezTo>
                    <a:lnTo>
                      <a:pt x="4775" y="858"/>
                    </a:lnTo>
                    <a:cubicBezTo>
                      <a:pt x="4775" y="632"/>
                      <a:pt x="4691" y="417"/>
                      <a:pt x="4536" y="263"/>
                    </a:cubicBezTo>
                    <a:cubicBezTo>
                      <a:pt x="4358" y="96"/>
                      <a:pt x="4120" y="1"/>
                      <a:pt x="3846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29"/>
              <p:cNvSpPr/>
              <p:nvPr/>
            </p:nvSpPr>
            <p:spPr>
              <a:xfrm>
                <a:off x="6331936" y="1996302"/>
                <a:ext cx="74085" cy="122374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3444" extrusionOk="0">
                    <a:moveTo>
                      <a:pt x="1710" y="1"/>
                    </a:moveTo>
                    <a:cubicBezTo>
                      <a:pt x="1704" y="1"/>
                      <a:pt x="1698" y="1"/>
                      <a:pt x="1691" y="3"/>
                    </a:cubicBezTo>
                    <a:cubicBezTo>
                      <a:pt x="1632" y="3"/>
                      <a:pt x="1584" y="62"/>
                      <a:pt x="1596" y="122"/>
                    </a:cubicBezTo>
                    <a:cubicBezTo>
                      <a:pt x="1596" y="146"/>
                      <a:pt x="1846" y="2539"/>
                      <a:pt x="84" y="3229"/>
                    </a:cubicBezTo>
                    <a:cubicBezTo>
                      <a:pt x="25" y="3253"/>
                      <a:pt x="1" y="3313"/>
                      <a:pt x="25" y="3372"/>
                    </a:cubicBezTo>
                    <a:cubicBezTo>
                      <a:pt x="36" y="3408"/>
                      <a:pt x="72" y="3444"/>
                      <a:pt x="120" y="3444"/>
                    </a:cubicBezTo>
                    <a:cubicBezTo>
                      <a:pt x="132" y="3444"/>
                      <a:pt x="144" y="3432"/>
                      <a:pt x="156" y="3432"/>
                    </a:cubicBezTo>
                    <a:cubicBezTo>
                      <a:pt x="2084" y="2682"/>
                      <a:pt x="1811" y="122"/>
                      <a:pt x="1811" y="98"/>
                    </a:cubicBezTo>
                    <a:cubicBezTo>
                      <a:pt x="1800" y="45"/>
                      <a:pt x="1761" y="1"/>
                      <a:pt x="1710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7" name="Google Shape;1247;p29"/>
            <p:cNvSpPr/>
            <p:nvPr/>
          </p:nvSpPr>
          <p:spPr>
            <a:xfrm>
              <a:off x="5677456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1" y="12383"/>
                  </a:lnTo>
                  <a:lnTo>
                    <a:pt x="32041" y="10502"/>
                  </a:lnTo>
                  <a:cubicBezTo>
                    <a:pt x="34422" y="10502"/>
                    <a:pt x="36339" y="8573"/>
                    <a:pt x="36339" y="6192"/>
                  </a:cubicBezTo>
                  <a:cubicBezTo>
                    <a:pt x="36339" y="3823"/>
                    <a:pt x="34422" y="1894"/>
                    <a:pt x="32041" y="1894"/>
                  </a:cubicBezTo>
                  <a:lnTo>
                    <a:pt x="32041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3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6287520" y="2235403"/>
              <a:ext cx="63497" cy="63070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5" y="1"/>
                    <a:pt x="1" y="394"/>
                    <a:pt x="1" y="882"/>
                  </a:cubicBezTo>
                  <a:cubicBezTo>
                    <a:pt x="1" y="1382"/>
                    <a:pt x="405" y="1775"/>
                    <a:pt x="894" y="1775"/>
                  </a:cubicBezTo>
                  <a:cubicBezTo>
                    <a:pt x="1382" y="1775"/>
                    <a:pt x="1787" y="1382"/>
                    <a:pt x="1787" y="882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9"/>
            <p:cNvSpPr txBox="1"/>
            <p:nvPr/>
          </p:nvSpPr>
          <p:spPr>
            <a:xfrm>
              <a:off x="5677500" y="3398663"/>
              <a:ext cx="1167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Design &amp; Ethics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0" name="Google Shape;1250;p29"/>
          <p:cNvGrpSpPr/>
          <p:nvPr/>
        </p:nvGrpSpPr>
        <p:grpSpPr>
          <a:xfrm>
            <a:off x="8984467" y="580652"/>
            <a:ext cx="1732601" cy="2979466"/>
            <a:chOff x="6844700" y="1698963"/>
            <a:chExt cx="1299451" cy="2234600"/>
          </a:xfrm>
        </p:grpSpPr>
        <p:sp>
          <p:nvSpPr>
            <p:cNvPr id="1251" name="Google Shape;1251;p29"/>
            <p:cNvSpPr/>
            <p:nvPr/>
          </p:nvSpPr>
          <p:spPr>
            <a:xfrm>
              <a:off x="7480999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55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52" name="Google Shape;1252;p29"/>
            <p:cNvGrpSpPr/>
            <p:nvPr/>
          </p:nvGrpSpPr>
          <p:grpSpPr>
            <a:xfrm>
              <a:off x="7307954" y="1698963"/>
              <a:ext cx="365560" cy="450589"/>
              <a:chOff x="7307954" y="1698963"/>
              <a:chExt cx="365560" cy="450589"/>
            </a:xfrm>
          </p:grpSpPr>
          <p:sp>
            <p:nvSpPr>
              <p:cNvPr id="1253" name="Google Shape;1253;p29"/>
              <p:cNvSpPr/>
              <p:nvPr/>
            </p:nvSpPr>
            <p:spPr>
              <a:xfrm>
                <a:off x="7432319" y="1819526"/>
                <a:ext cx="241195" cy="330026"/>
              </a:xfrm>
              <a:custGeom>
                <a:avLst/>
                <a:gdLst/>
                <a:ahLst/>
                <a:cxnLst/>
                <a:rect l="l" t="t" r="r" b="b"/>
                <a:pathLst>
                  <a:path w="6788" h="9288" extrusionOk="0">
                    <a:moveTo>
                      <a:pt x="3609" y="1"/>
                    </a:moveTo>
                    <a:cubicBezTo>
                      <a:pt x="3549" y="1"/>
                      <a:pt x="3501" y="49"/>
                      <a:pt x="3501" y="120"/>
                    </a:cubicBezTo>
                    <a:cubicBezTo>
                      <a:pt x="3501" y="179"/>
                      <a:pt x="3549" y="227"/>
                      <a:pt x="3609" y="227"/>
                    </a:cubicBezTo>
                    <a:lnTo>
                      <a:pt x="6561" y="227"/>
                    </a:lnTo>
                    <a:lnTo>
                      <a:pt x="6561" y="9073"/>
                    </a:lnTo>
                    <a:lnTo>
                      <a:pt x="215" y="9073"/>
                    </a:lnTo>
                    <a:lnTo>
                      <a:pt x="215" y="7383"/>
                    </a:lnTo>
                    <a:cubicBezTo>
                      <a:pt x="215" y="7323"/>
                      <a:pt x="168" y="7276"/>
                      <a:pt x="108" y="7276"/>
                    </a:cubicBezTo>
                    <a:cubicBezTo>
                      <a:pt x="49" y="7276"/>
                      <a:pt x="1" y="7323"/>
                      <a:pt x="1" y="7383"/>
                    </a:cubicBezTo>
                    <a:lnTo>
                      <a:pt x="1" y="9288"/>
                    </a:lnTo>
                    <a:lnTo>
                      <a:pt x="6787" y="9288"/>
                    </a:lnTo>
                    <a:lnTo>
                      <a:pt x="6787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29"/>
              <p:cNvSpPr/>
              <p:nvPr/>
            </p:nvSpPr>
            <p:spPr>
              <a:xfrm>
                <a:off x="7307954" y="1698963"/>
                <a:ext cx="256403" cy="387127"/>
              </a:xfrm>
              <a:custGeom>
                <a:avLst/>
                <a:gdLst/>
                <a:ahLst/>
                <a:cxnLst/>
                <a:rect l="l" t="t" r="r" b="b"/>
                <a:pathLst>
                  <a:path w="7216" h="10895" extrusionOk="0">
                    <a:moveTo>
                      <a:pt x="7001" y="215"/>
                    </a:moveTo>
                    <a:lnTo>
                      <a:pt x="7001" y="10669"/>
                    </a:lnTo>
                    <a:lnTo>
                      <a:pt x="215" y="10669"/>
                    </a:lnTo>
                    <a:lnTo>
                      <a:pt x="215" y="215"/>
                    </a:lnTo>
                    <a:close/>
                    <a:moveTo>
                      <a:pt x="0" y="1"/>
                    </a:moveTo>
                    <a:lnTo>
                      <a:pt x="0" y="10895"/>
                    </a:lnTo>
                    <a:lnTo>
                      <a:pt x="7216" y="10895"/>
                    </a:lnTo>
                    <a:lnTo>
                      <a:pt x="7216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29"/>
              <p:cNvSpPr/>
              <p:nvPr/>
            </p:nvSpPr>
            <p:spPr>
              <a:xfrm>
                <a:off x="7343487" y="1739577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29"/>
              <p:cNvSpPr/>
              <p:nvPr/>
            </p:nvSpPr>
            <p:spPr>
              <a:xfrm>
                <a:off x="7343487" y="1775963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29"/>
              <p:cNvSpPr/>
              <p:nvPr/>
            </p:nvSpPr>
            <p:spPr>
              <a:xfrm>
                <a:off x="7343487" y="1812349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29"/>
              <p:cNvSpPr/>
              <p:nvPr/>
            </p:nvSpPr>
            <p:spPr>
              <a:xfrm>
                <a:off x="7343487" y="1848734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29"/>
              <p:cNvSpPr/>
              <p:nvPr/>
            </p:nvSpPr>
            <p:spPr>
              <a:xfrm>
                <a:off x="7343487" y="1885120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29"/>
              <p:cNvSpPr/>
              <p:nvPr/>
            </p:nvSpPr>
            <p:spPr>
              <a:xfrm>
                <a:off x="7343487" y="1921506"/>
                <a:ext cx="18533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27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9"/>
                      <a:pt x="48" y="227"/>
                      <a:pt x="108" y="227"/>
                    </a:cubicBezTo>
                    <a:lnTo>
                      <a:pt x="5096" y="227"/>
                    </a:lnTo>
                    <a:cubicBezTo>
                      <a:pt x="5168" y="227"/>
                      <a:pt x="5216" y="179"/>
                      <a:pt x="5216" y="107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29"/>
              <p:cNvSpPr/>
              <p:nvPr/>
            </p:nvSpPr>
            <p:spPr>
              <a:xfrm>
                <a:off x="7343487" y="1957891"/>
                <a:ext cx="18533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27" extrusionOk="0">
                    <a:moveTo>
                      <a:pt x="108" y="0"/>
                    </a:moveTo>
                    <a:cubicBezTo>
                      <a:pt x="48" y="0"/>
                      <a:pt x="1" y="60"/>
                      <a:pt x="1" y="119"/>
                    </a:cubicBezTo>
                    <a:cubicBezTo>
                      <a:pt x="1" y="179"/>
                      <a:pt x="48" y="226"/>
                      <a:pt x="108" y="226"/>
                    </a:cubicBezTo>
                    <a:lnTo>
                      <a:pt x="5096" y="226"/>
                    </a:lnTo>
                    <a:cubicBezTo>
                      <a:pt x="5168" y="226"/>
                      <a:pt x="5216" y="179"/>
                      <a:pt x="5216" y="119"/>
                    </a:cubicBezTo>
                    <a:cubicBezTo>
                      <a:pt x="5216" y="60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29"/>
              <p:cNvSpPr/>
              <p:nvPr/>
            </p:nvSpPr>
            <p:spPr>
              <a:xfrm>
                <a:off x="7343487" y="1994703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4"/>
                      <a:pt x="108" y="214"/>
                    </a:cubicBezTo>
                    <a:lnTo>
                      <a:pt x="5096" y="214"/>
                    </a:lnTo>
                    <a:cubicBezTo>
                      <a:pt x="5168" y="214"/>
                      <a:pt x="5216" y="167"/>
                      <a:pt x="5216" y="107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29"/>
              <p:cNvSpPr/>
              <p:nvPr/>
            </p:nvSpPr>
            <p:spPr>
              <a:xfrm>
                <a:off x="7343487" y="2031053"/>
                <a:ext cx="185338" cy="7675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6" extrusionOk="0">
                    <a:moveTo>
                      <a:pt x="108" y="1"/>
                    </a:moveTo>
                    <a:cubicBezTo>
                      <a:pt x="48" y="1"/>
                      <a:pt x="1" y="49"/>
                      <a:pt x="1" y="108"/>
                    </a:cubicBezTo>
                    <a:cubicBezTo>
                      <a:pt x="1" y="168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8"/>
                      <a:pt x="5216" y="108"/>
                    </a:cubicBezTo>
                    <a:cubicBezTo>
                      <a:pt x="5216" y="49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4" name="Google Shape;1264;p29"/>
            <p:cNvSpPr/>
            <p:nvPr/>
          </p:nvSpPr>
          <p:spPr>
            <a:xfrm>
              <a:off x="6852971" y="2739475"/>
              <a:ext cx="1291180" cy="440034"/>
            </a:xfrm>
            <a:custGeom>
              <a:avLst/>
              <a:gdLst/>
              <a:ahLst/>
              <a:cxnLst/>
              <a:rect l="l" t="t" r="r" b="b"/>
              <a:pathLst>
                <a:path w="36338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3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7455167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2" y="1"/>
                  </a:moveTo>
                  <a:cubicBezTo>
                    <a:pt x="394" y="1"/>
                    <a:pt x="1" y="394"/>
                    <a:pt x="1" y="882"/>
                  </a:cubicBezTo>
                  <a:cubicBezTo>
                    <a:pt x="1" y="1382"/>
                    <a:pt x="394" y="1775"/>
                    <a:pt x="882" y="1775"/>
                  </a:cubicBezTo>
                  <a:cubicBezTo>
                    <a:pt x="1382" y="1775"/>
                    <a:pt x="1775" y="1382"/>
                    <a:pt x="1775" y="882"/>
                  </a:cubicBezTo>
                  <a:cubicBezTo>
                    <a:pt x="1775" y="394"/>
                    <a:pt x="1382" y="1"/>
                    <a:pt x="8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9"/>
            <p:cNvSpPr txBox="1"/>
            <p:nvPr/>
          </p:nvSpPr>
          <p:spPr>
            <a:xfrm>
              <a:off x="6844700" y="3398663"/>
              <a:ext cx="12915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Sampling &amp; Data Collection</a:t>
              </a:r>
              <a:endParaRPr lang="en-US"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7" name="Google Shape;1267;p29"/>
          <p:cNvGrpSpPr/>
          <p:nvPr/>
        </p:nvGrpSpPr>
        <p:grpSpPr>
          <a:xfrm>
            <a:off x="1225950" y="570825"/>
            <a:ext cx="1721621" cy="3012156"/>
            <a:chOff x="1007688" y="1674446"/>
            <a:chExt cx="1291216" cy="2259117"/>
          </a:xfrm>
        </p:grpSpPr>
        <p:sp>
          <p:nvSpPr>
            <p:cNvPr id="1268" name="Google Shape;1268;p29"/>
            <p:cNvSpPr/>
            <p:nvPr/>
          </p:nvSpPr>
          <p:spPr>
            <a:xfrm>
              <a:off x="1643549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7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1440905" y="1674446"/>
              <a:ext cx="426497" cy="222540"/>
            </a:xfrm>
            <a:custGeom>
              <a:avLst/>
              <a:gdLst/>
              <a:ahLst/>
              <a:cxnLst/>
              <a:rect l="l" t="t" r="r" b="b"/>
              <a:pathLst>
                <a:path w="12003" h="6263" extrusionOk="0">
                  <a:moveTo>
                    <a:pt x="5918" y="298"/>
                  </a:moveTo>
                  <a:lnTo>
                    <a:pt x="11645" y="5525"/>
                  </a:lnTo>
                  <a:cubicBezTo>
                    <a:pt x="11752" y="5632"/>
                    <a:pt x="11764" y="5810"/>
                    <a:pt x="11657" y="5929"/>
                  </a:cubicBezTo>
                  <a:cubicBezTo>
                    <a:pt x="11609" y="5989"/>
                    <a:pt x="11538" y="6025"/>
                    <a:pt x="11454" y="6025"/>
                  </a:cubicBezTo>
                  <a:cubicBezTo>
                    <a:pt x="11383" y="6025"/>
                    <a:pt x="11312" y="6001"/>
                    <a:pt x="11252" y="5953"/>
                  </a:cubicBezTo>
                  <a:lnTo>
                    <a:pt x="5918" y="1084"/>
                  </a:lnTo>
                  <a:lnTo>
                    <a:pt x="691" y="5965"/>
                  </a:lnTo>
                  <a:cubicBezTo>
                    <a:pt x="641" y="6016"/>
                    <a:pt x="574" y="6040"/>
                    <a:pt x="507" y="6040"/>
                  </a:cubicBezTo>
                  <a:cubicBezTo>
                    <a:pt x="431" y="6040"/>
                    <a:pt x="355" y="6010"/>
                    <a:pt x="298" y="5953"/>
                  </a:cubicBezTo>
                  <a:cubicBezTo>
                    <a:pt x="251" y="5906"/>
                    <a:pt x="215" y="5834"/>
                    <a:pt x="215" y="5751"/>
                  </a:cubicBezTo>
                  <a:cubicBezTo>
                    <a:pt x="215" y="5667"/>
                    <a:pt x="251" y="5596"/>
                    <a:pt x="310" y="5548"/>
                  </a:cubicBezTo>
                  <a:lnTo>
                    <a:pt x="5918" y="298"/>
                  </a:lnTo>
                  <a:close/>
                  <a:moveTo>
                    <a:pt x="5918" y="0"/>
                  </a:moveTo>
                  <a:lnTo>
                    <a:pt x="155" y="5394"/>
                  </a:lnTo>
                  <a:cubicBezTo>
                    <a:pt x="60" y="5477"/>
                    <a:pt x="1" y="5608"/>
                    <a:pt x="1" y="5751"/>
                  </a:cubicBezTo>
                  <a:cubicBezTo>
                    <a:pt x="1" y="5882"/>
                    <a:pt x="48" y="6013"/>
                    <a:pt x="143" y="6108"/>
                  </a:cubicBezTo>
                  <a:cubicBezTo>
                    <a:pt x="239" y="6215"/>
                    <a:pt x="370" y="6263"/>
                    <a:pt x="501" y="6263"/>
                  </a:cubicBezTo>
                  <a:cubicBezTo>
                    <a:pt x="620" y="6263"/>
                    <a:pt x="751" y="6215"/>
                    <a:pt x="846" y="6120"/>
                  </a:cubicBezTo>
                  <a:lnTo>
                    <a:pt x="5918" y="1381"/>
                  </a:lnTo>
                  <a:lnTo>
                    <a:pt x="11109" y="6108"/>
                  </a:lnTo>
                  <a:cubicBezTo>
                    <a:pt x="11195" y="6194"/>
                    <a:pt x="11309" y="6241"/>
                    <a:pt x="11427" y="6241"/>
                  </a:cubicBezTo>
                  <a:cubicBezTo>
                    <a:pt x="11440" y="6241"/>
                    <a:pt x="11453" y="6240"/>
                    <a:pt x="11466" y="6239"/>
                  </a:cubicBezTo>
                  <a:cubicBezTo>
                    <a:pt x="11609" y="6239"/>
                    <a:pt x="11728" y="6179"/>
                    <a:pt x="11824" y="6072"/>
                  </a:cubicBezTo>
                  <a:cubicBezTo>
                    <a:pt x="12002" y="5870"/>
                    <a:pt x="11990" y="5548"/>
                    <a:pt x="11788" y="5370"/>
                  </a:cubicBezTo>
                  <a:lnTo>
                    <a:pt x="591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1498859" y="1712928"/>
              <a:ext cx="305082" cy="436623"/>
            </a:xfrm>
            <a:custGeom>
              <a:avLst/>
              <a:gdLst/>
              <a:ahLst/>
              <a:cxnLst/>
              <a:rect l="l" t="t" r="r" b="b"/>
              <a:pathLst>
                <a:path w="8586" h="12288" extrusionOk="0">
                  <a:moveTo>
                    <a:pt x="4287" y="298"/>
                  </a:moveTo>
                  <a:lnTo>
                    <a:pt x="8371" y="4132"/>
                  </a:lnTo>
                  <a:lnTo>
                    <a:pt x="8371" y="12073"/>
                  </a:lnTo>
                  <a:lnTo>
                    <a:pt x="6204" y="12073"/>
                  </a:lnTo>
                  <a:lnTo>
                    <a:pt x="6204" y="6989"/>
                  </a:lnTo>
                  <a:cubicBezTo>
                    <a:pt x="6204" y="5954"/>
                    <a:pt x="5370" y="5120"/>
                    <a:pt x="4347" y="5120"/>
                  </a:cubicBezTo>
                  <a:cubicBezTo>
                    <a:pt x="3323" y="5120"/>
                    <a:pt x="2477" y="5954"/>
                    <a:pt x="2477" y="6989"/>
                  </a:cubicBezTo>
                  <a:lnTo>
                    <a:pt x="2477" y="12073"/>
                  </a:lnTo>
                  <a:lnTo>
                    <a:pt x="215" y="12073"/>
                  </a:lnTo>
                  <a:lnTo>
                    <a:pt x="215" y="4132"/>
                  </a:lnTo>
                  <a:lnTo>
                    <a:pt x="4287" y="298"/>
                  </a:lnTo>
                  <a:close/>
                  <a:moveTo>
                    <a:pt x="4287" y="1"/>
                  </a:moveTo>
                  <a:lnTo>
                    <a:pt x="1" y="4037"/>
                  </a:lnTo>
                  <a:lnTo>
                    <a:pt x="1" y="12288"/>
                  </a:lnTo>
                  <a:lnTo>
                    <a:pt x="2703" y="12288"/>
                  </a:lnTo>
                  <a:lnTo>
                    <a:pt x="2703" y="6989"/>
                  </a:lnTo>
                  <a:cubicBezTo>
                    <a:pt x="2703" y="6085"/>
                    <a:pt x="3442" y="5346"/>
                    <a:pt x="4347" y="5346"/>
                  </a:cubicBezTo>
                  <a:cubicBezTo>
                    <a:pt x="5251" y="5346"/>
                    <a:pt x="5990" y="6085"/>
                    <a:pt x="5990" y="6989"/>
                  </a:cubicBezTo>
                  <a:lnTo>
                    <a:pt x="5990" y="12288"/>
                  </a:lnTo>
                  <a:lnTo>
                    <a:pt x="8585" y="12288"/>
                  </a:lnTo>
                  <a:lnTo>
                    <a:pt x="8585" y="4037"/>
                  </a:lnTo>
                  <a:lnTo>
                    <a:pt x="42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1649056" y="1869876"/>
              <a:ext cx="93095" cy="192941"/>
            </a:xfrm>
            <a:custGeom>
              <a:avLst/>
              <a:gdLst/>
              <a:ahLst/>
              <a:cxnLst/>
              <a:rect l="l" t="t" r="r" b="b"/>
              <a:pathLst>
                <a:path w="2620" h="5430" extrusionOk="0">
                  <a:moveTo>
                    <a:pt x="120" y="1"/>
                  </a:moveTo>
                  <a:cubicBezTo>
                    <a:pt x="72" y="1"/>
                    <a:pt x="12" y="48"/>
                    <a:pt x="12" y="108"/>
                  </a:cubicBezTo>
                  <a:cubicBezTo>
                    <a:pt x="0" y="167"/>
                    <a:pt x="48" y="215"/>
                    <a:pt x="108" y="227"/>
                  </a:cubicBezTo>
                  <a:cubicBezTo>
                    <a:pt x="120" y="227"/>
                    <a:pt x="965" y="286"/>
                    <a:pt x="1620" y="846"/>
                  </a:cubicBezTo>
                  <a:cubicBezTo>
                    <a:pt x="2286" y="1406"/>
                    <a:pt x="2406" y="1953"/>
                    <a:pt x="2406" y="2834"/>
                  </a:cubicBezTo>
                  <a:lnTo>
                    <a:pt x="2406" y="5323"/>
                  </a:lnTo>
                  <a:cubicBezTo>
                    <a:pt x="2406" y="5382"/>
                    <a:pt x="2453" y="5430"/>
                    <a:pt x="2513" y="5430"/>
                  </a:cubicBezTo>
                  <a:cubicBezTo>
                    <a:pt x="2572" y="5430"/>
                    <a:pt x="2620" y="5382"/>
                    <a:pt x="2620" y="5323"/>
                  </a:cubicBezTo>
                  <a:lnTo>
                    <a:pt x="2620" y="2834"/>
                  </a:lnTo>
                  <a:cubicBezTo>
                    <a:pt x="2620" y="1906"/>
                    <a:pt x="2489" y="1287"/>
                    <a:pt x="1763" y="679"/>
                  </a:cubicBezTo>
                  <a:cubicBezTo>
                    <a:pt x="1060" y="84"/>
                    <a:pt x="167" y="13"/>
                    <a:pt x="12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1007688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10" y="10502"/>
                    <a:pt x="36338" y="8573"/>
                    <a:pt x="36338" y="6192"/>
                  </a:cubicBezTo>
                  <a:cubicBezTo>
                    <a:pt x="36338" y="3823"/>
                    <a:pt x="34410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1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1617752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93" y="1775"/>
                  </a:cubicBezTo>
                  <a:cubicBezTo>
                    <a:pt x="1382" y="1775"/>
                    <a:pt x="1774" y="1382"/>
                    <a:pt x="1774" y="882"/>
                  </a:cubicBezTo>
                  <a:cubicBezTo>
                    <a:pt x="1774" y="394"/>
                    <a:pt x="1382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9"/>
            <p:cNvSpPr txBox="1"/>
            <p:nvPr/>
          </p:nvSpPr>
          <p:spPr>
            <a:xfrm>
              <a:off x="10077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600" kern="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Research Journey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5" name="Google Shape;1275;p29"/>
          <p:cNvGrpSpPr/>
          <p:nvPr/>
        </p:nvGrpSpPr>
        <p:grpSpPr>
          <a:xfrm>
            <a:off x="2782235" y="438263"/>
            <a:ext cx="1722201" cy="3144717"/>
            <a:chOff x="2174900" y="1575025"/>
            <a:chExt cx="1291650" cy="2358538"/>
          </a:xfrm>
        </p:grpSpPr>
        <p:grpSp>
          <p:nvGrpSpPr>
            <p:cNvPr id="1276" name="Google Shape;1276;p29"/>
            <p:cNvGrpSpPr/>
            <p:nvPr/>
          </p:nvGrpSpPr>
          <p:grpSpPr>
            <a:xfrm>
              <a:off x="2567937" y="1575025"/>
              <a:ext cx="505597" cy="574530"/>
              <a:chOff x="2567937" y="1575025"/>
              <a:chExt cx="505597" cy="574530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2667358" y="1687344"/>
                <a:ext cx="302950" cy="396223"/>
              </a:xfrm>
              <a:custGeom>
                <a:avLst/>
                <a:gdLst/>
                <a:ahLst/>
                <a:cxnLst/>
                <a:rect l="l" t="t" r="r" b="b"/>
                <a:pathLst>
                  <a:path w="8526" h="11151" extrusionOk="0">
                    <a:moveTo>
                      <a:pt x="4326" y="218"/>
                    </a:moveTo>
                    <a:cubicBezTo>
                      <a:pt x="5309" y="218"/>
                      <a:pt x="6237" y="574"/>
                      <a:pt x="6978" y="1232"/>
                    </a:cubicBezTo>
                    <a:cubicBezTo>
                      <a:pt x="7823" y="1994"/>
                      <a:pt x="8299" y="3078"/>
                      <a:pt x="8299" y="4209"/>
                    </a:cubicBezTo>
                    <a:cubicBezTo>
                      <a:pt x="8299" y="5316"/>
                      <a:pt x="7859" y="6340"/>
                      <a:pt x="7061" y="7102"/>
                    </a:cubicBezTo>
                    <a:cubicBezTo>
                      <a:pt x="6299" y="7829"/>
                      <a:pt x="5871" y="8769"/>
                      <a:pt x="5871" y="9769"/>
                    </a:cubicBezTo>
                    <a:lnTo>
                      <a:pt x="5871" y="10924"/>
                    </a:lnTo>
                    <a:lnTo>
                      <a:pt x="2763" y="10924"/>
                    </a:lnTo>
                    <a:lnTo>
                      <a:pt x="2763" y="9734"/>
                    </a:lnTo>
                    <a:cubicBezTo>
                      <a:pt x="2763" y="8757"/>
                      <a:pt x="2346" y="7829"/>
                      <a:pt x="1584" y="7114"/>
                    </a:cubicBezTo>
                    <a:cubicBezTo>
                      <a:pt x="668" y="6257"/>
                      <a:pt x="227" y="5054"/>
                      <a:pt x="346" y="3804"/>
                    </a:cubicBezTo>
                    <a:cubicBezTo>
                      <a:pt x="537" y="1947"/>
                      <a:pt x="2013" y="447"/>
                      <a:pt x="3858" y="244"/>
                    </a:cubicBezTo>
                    <a:cubicBezTo>
                      <a:pt x="4015" y="226"/>
                      <a:pt x="4171" y="218"/>
                      <a:pt x="4326" y="218"/>
                    </a:cubicBezTo>
                    <a:close/>
                    <a:moveTo>
                      <a:pt x="4334" y="0"/>
                    </a:moveTo>
                    <a:cubicBezTo>
                      <a:pt x="4169" y="0"/>
                      <a:pt x="4002" y="10"/>
                      <a:pt x="3835" y="30"/>
                    </a:cubicBezTo>
                    <a:cubicBezTo>
                      <a:pt x="1882" y="244"/>
                      <a:pt x="322" y="1816"/>
                      <a:pt x="132" y="3780"/>
                    </a:cubicBezTo>
                    <a:cubicBezTo>
                      <a:pt x="1" y="5090"/>
                      <a:pt x="477" y="6364"/>
                      <a:pt x="1430" y="7269"/>
                    </a:cubicBezTo>
                    <a:cubicBezTo>
                      <a:pt x="2144" y="7936"/>
                      <a:pt x="2537" y="8817"/>
                      <a:pt x="2537" y="9734"/>
                    </a:cubicBezTo>
                    <a:lnTo>
                      <a:pt x="2537" y="11150"/>
                    </a:lnTo>
                    <a:lnTo>
                      <a:pt x="6097" y="11150"/>
                    </a:lnTo>
                    <a:lnTo>
                      <a:pt x="6097" y="9769"/>
                    </a:lnTo>
                    <a:cubicBezTo>
                      <a:pt x="6097" y="8829"/>
                      <a:pt x="6490" y="7948"/>
                      <a:pt x="7216" y="7257"/>
                    </a:cubicBezTo>
                    <a:cubicBezTo>
                      <a:pt x="8061" y="6459"/>
                      <a:pt x="8526" y="5376"/>
                      <a:pt x="8526" y="4209"/>
                    </a:cubicBezTo>
                    <a:cubicBezTo>
                      <a:pt x="8526" y="3018"/>
                      <a:pt x="8014" y="1875"/>
                      <a:pt x="7121" y="1078"/>
                    </a:cubicBezTo>
                    <a:cubicBezTo>
                      <a:pt x="6341" y="380"/>
                      <a:pt x="5366" y="0"/>
                      <a:pt x="4334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2766779" y="2075505"/>
                <a:ext cx="109191" cy="740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2084" extrusionOk="0">
                    <a:moveTo>
                      <a:pt x="2858" y="226"/>
                    </a:moveTo>
                    <a:lnTo>
                      <a:pt x="2858" y="1548"/>
                    </a:lnTo>
                    <a:cubicBezTo>
                      <a:pt x="2858" y="1727"/>
                      <a:pt x="2715" y="1869"/>
                      <a:pt x="2537" y="1869"/>
                    </a:cubicBezTo>
                    <a:lnTo>
                      <a:pt x="537" y="1869"/>
                    </a:lnTo>
                    <a:cubicBezTo>
                      <a:pt x="358" y="1869"/>
                      <a:pt x="215" y="1727"/>
                      <a:pt x="215" y="1548"/>
                    </a:cubicBezTo>
                    <a:lnTo>
                      <a:pt x="215" y="226"/>
                    </a:lnTo>
                    <a:close/>
                    <a:moveTo>
                      <a:pt x="1" y="0"/>
                    </a:moveTo>
                    <a:lnTo>
                      <a:pt x="1" y="1548"/>
                    </a:lnTo>
                    <a:cubicBezTo>
                      <a:pt x="1" y="1846"/>
                      <a:pt x="239" y="2084"/>
                      <a:pt x="537" y="2084"/>
                    </a:cubicBezTo>
                    <a:lnTo>
                      <a:pt x="2537" y="2084"/>
                    </a:lnTo>
                    <a:cubicBezTo>
                      <a:pt x="2834" y="2084"/>
                      <a:pt x="3073" y="1846"/>
                      <a:pt x="3073" y="1548"/>
                    </a:cubicBezTo>
                    <a:lnTo>
                      <a:pt x="3073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2770190" y="2084815"/>
                <a:ext cx="101978" cy="15243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29" extrusionOk="0">
                    <a:moveTo>
                      <a:pt x="12" y="0"/>
                    </a:moveTo>
                    <a:lnTo>
                      <a:pt x="0" y="214"/>
                    </a:lnTo>
                    <a:lnTo>
                      <a:pt x="2846" y="429"/>
                    </a:lnTo>
                    <a:lnTo>
                      <a:pt x="2869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2770190" y="2102581"/>
                <a:ext cx="101978" cy="15243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29" extrusionOk="0">
                    <a:moveTo>
                      <a:pt x="12" y="0"/>
                    </a:moveTo>
                    <a:lnTo>
                      <a:pt x="0" y="214"/>
                    </a:lnTo>
                    <a:lnTo>
                      <a:pt x="2846" y="429"/>
                    </a:lnTo>
                    <a:lnTo>
                      <a:pt x="2869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2770190" y="2120348"/>
                <a:ext cx="101978" cy="1567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41" extrusionOk="0">
                    <a:moveTo>
                      <a:pt x="12" y="0"/>
                    </a:moveTo>
                    <a:lnTo>
                      <a:pt x="0" y="215"/>
                    </a:lnTo>
                    <a:lnTo>
                      <a:pt x="2846" y="441"/>
                    </a:lnTo>
                    <a:lnTo>
                      <a:pt x="2869" y="21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2795987" y="1817003"/>
                <a:ext cx="49106" cy="26656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7502" extrusionOk="0">
                    <a:moveTo>
                      <a:pt x="691" y="215"/>
                    </a:moveTo>
                    <a:cubicBezTo>
                      <a:pt x="953" y="215"/>
                      <a:pt x="1167" y="429"/>
                      <a:pt x="1167" y="691"/>
                    </a:cubicBezTo>
                    <a:lnTo>
                      <a:pt x="1167" y="7275"/>
                    </a:lnTo>
                    <a:lnTo>
                      <a:pt x="227" y="7275"/>
                    </a:lnTo>
                    <a:lnTo>
                      <a:pt x="227" y="691"/>
                    </a:lnTo>
                    <a:cubicBezTo>
                      <a:pt x="227" y="429"/>
                      <a:pt x="429" y="215"/>
                      <a:pt x="691" y="215"/>
                    </a:cubicBezTo>
                    <a:close/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lnTo>
                      <a:pt x="0" y="7501"/>
                    </a:lnTo>
                    <a:lnTo>
                      <a:pt x="1381" y="7501"/>
                    </a:lnTo>
                    <a:lnTo>
                      <a:pt x="1381" y="691"/>
                    </a:lnTo>
                    <a:cubicBezTo>
                      <a:pt x="1381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2567937" y="1823755"/>
                <a:ext cx="83395" cy="8101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28" extrusionOk="0">
                    <a:moveTo>
                      <a:pt x="108" y="1"/>
                    </a:moveTo>
                    <a:cubicBezTo>
                      <a:pt x="48" y="1"/>
                      <a:pt x="1" y="49"/>
                      <a:pt x="1" y="120"/>
                    </a:cubicBezTo>
                    <a:cubicBezTo>
                      <a:pt x="1" y="180"/>
                      <a:pt x="48" y="227"/>
                      <a:pt x="108" y="227"/>
                    </a:cubicBezTo>
                    <a:lnTo>
                      <a:pt x="2239" y="227"/>
                    </a:lnTo>
                    <a:cubicBezTo>
                      <a:pt x="2299" y="227"/>
                      <a:pt x="2346" y="180"/>
                      <a:pt x="2346" y="120"/>
                    </a:cubicBezTo>
                    <a:cubicBezTo>
                      <a:pt x="2346" y="49"/>
                      <a:pt x="2299" y="1"/>
                      <a:pt x="2239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2990174" y="1823755"/>
                <a:ext cx="83359" cy="8101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8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cubicBezTo>
                      <a:pt x="0" y="180"/>
                      <a:pt x="48" y="227"/>
                      <a:pt x="107" y="227"/>
                    </a:cubicBezTo>
                    <a:lnTo>
                      <a:pt x="2239" y="227"/>
                    </a:lnTo>
                    <a:cubicBezTo>
                      <a:pt x="2298" y="227"/>
                      <a:pt x="2346" y="180"/>
                      <a:pt x="2346" y="120"/>
                    </a:cubicBezTo>
                    <a:cubicBezTo>
                      <a:pt x="2346" y="49"/>
                      <a:pt x="2298" y="1"/>
                      <a:pt x="2239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2640282" y="1946450"/>
                <a:ext cx="62253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28" extrusionOk="0">
                    <a:moveTo>
                      <a:pt x="1630" y="1"/>
                    </a:moveTo>
                    <a:cubicBezTo>
                      <a:pt x="1602" y="1"/>
                      <a:pt x="1572" y="13"/>
                      <a:pt x="1549" y="36"/>
                    </a:cubicBezTo>
                    <a:lnTo>
                      <a:pt x="48" y="1537"/>
                    </a:lnTo>
                    <a:cubicBezTo>
                      <a:pt x="1" y="1584"/>
                      <a:pt x="1" y="1656"/>
                      <a:pt x="48" y="1691"/>
                    </a:cubicBezTo>
                    <a:cubicBezTo>
                      <a:pt x="60" y="1715"/>
                      <a:pt x="96" y="1727"/>
                      <a:pt x="120" y="1727"/>
                    </a:cubicBezTo>
                    <a:cubicBezTo>
                      <a:pt x="156" y="1727"/>
                      <a:pt x="179" y="1715"/>
                      <a:pt x="203" y="1691"/>
                    </a:cubicBezTo>
                    <a:lnTo>
                      <a:pt x="1703" y="191"/>
                    </a:lnTo>
                    <a:cubicBezTo>
                      <a:pt x="1751" y="144"/>
                      <a:pt x="1751" y="72"/>
                      <a:pt x="1703" y="36"/>
                    </a:cubicBezTo>
                    <a:cubicBezTo>
                      <a:pt x="1686" y="13"/>
                      <a:pt x="1659" y="1"/>
                      <a:pt x="1630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938971" y="1647760"/>
                <a:ext cx="62217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728" extrusionOk="0">
                    <a:moveTo>
                      <a:pt x="1626" y="1"/>
                    </a:moveTo>
                    <a:cubicBezTo>
                      <a:pt x="1599" y="1"/>
                      <a:pt x="1572" y="13"/>
                      <a:pt x="1548" y="37"/>
                    </a:cubicBezTo>
                    <a:lnTo>
                      <a:pt x="48" y="1537"/>
                    </a:lnTo>
                    <a:cubicBezTo>
                      <a:pt x="1" y="1584"/>
                      <a:pt x="1" y="1656"/>
                      <a:pt x="48" y="1692"/>
                    </a:cubicBezTo>
                    <a:cubicBezTo>
                      <a:pt x="60" y="1715"/>
                      <a:pt x="96" y="1727"/>
                      <a:pt x="120" y="1727"/>
                    </a:cubicBezTo>
                    <a:cubicBezTo>
                      <a:pt x="144" y="1727"/>
                      <a:pt x="179" y="1715"/>
                      <a:pt x="191" y="1692"/>
                    </a:cubicBezTo>
                    <a:lnTo>
                      <a:pt x="1703" y="191"/>
                    </a:lnTo>
                    <a:cubicBezTo>
                      <a:pt x="1751" y="144"/>
                      <a:pt x="1751" y="72"/>
                      <a:pt x="1703" y="37"/>
                    </a:cubicBezTo>
                    <a:cubicBezTo>
                      <a:pt x="1679" y="13"/>
                      <a:pt x="1653" y="1"/>
                      <a:pt x="1626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816703" y="1575025"/>
                <a:ext cx="8066" cy="83359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34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lnTo>
                      <a:pt x="1" y="2238"/>
                    </a:lnTo>
                    <a:cubicBezTo>
                      <a:pt x="1" y="2298"/>
                      <a:pt x="48" y="2346"/>
                      <a:pt x="108" y="2346"/>
                    </a:cubicBezTo>
                    <a:cubicBezTo>
                      <a:pt x="167" y="2346"/>
                      <a:pt x="227" y="2298"/>
                      <a:pt x="227" y="2238"/>
                    </a:cubicBezTo>
                    <a:lnTo>
                      <a:pt x="227" y="107"/>
                    </a:lnTo>
                    <a:cubicBezTo>
                      <a:pt x="227" y="48"/>
                      <a:pt x="167" y="0"/>
                      <a:pt x="108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938971" y="1946450"/>
                <a:ext cx="62217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728" extrusionOk="0">
                    <a:moveTo>
                      <a:pt x="120" y="1"/>
                    </a:moveTo>
                    <a:cubicBezTo>
                      <a:pt x="93" y="1"/>
                      <a:pt x="66" y="13"/>
                      <a:pt x="48" y="36"/>
                    </a:cubicBezTo>
                    <a:cubicBezTo>
                      <a:pt x="1" y="72"/>
                      <a:pt x="1" y="144"/>
                      <a:pt x="48" y="191"/>
                    </a:cubicBezTo>
                    <a:lnTo>
                      <a:pt x="1548" y="1691"/>
                    </a:lnTo>
                    <a:cubicBezTo>
                      <a:pt x="1572" y="1715"/>
                      <a:pt x="1596" y="1727"/>
                      <a:pt x="1632" y="1727"/>
                    </a:cubicBezTo>
                    <a:cubicBezTo>
                      <a:pt x="1656" y="1727"/>
                      <a:pt x="1679" y="1715"/>
                      <a:pt x="1703" y="1691"/>
                    </a:cubicBezTo>
                    <a:cubicBezTo>
                      <a:pt x="1751" y="1656"/>
                      <a:pt x="1751" y="1584"/>
                      <a:pt x="1703" y="1537"/>
                    </a:cubicBezTo>
                    <a:lnTo>
                      <a:pt x="191" y="36"/>
                    </a:lnTo>
                    <a:cubicBezTo>
                      <a:pt x="173" y="13"/>
                      <a:pt x="146" y="1"/>
                      <a:pt x="120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640282" y="1647760"/>
                <a:ext cx="62253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28" extrusionOk="0">
                    <a:moveTo>
                      <a:pt x="121" y="1"/>
                    </a:moveTo>
                    <a:cubicBezTo>
                      <a:pt x="93" y="1"/>
                      <a:pt x="66" y="13"/>
                      <a:pt x="48" y="37"/>
                    </a:cubicBezTo>
                    <a:cubicBezTo>
                      <a:pt x="1" y="72"/>
                      <a:pt x="1" y="144"/>
                      <a:pt x="48" y="191"/>
                    </a:cubicBezTo>
                    <a:lnTo>
                      <a:pt x="1549" y="1692"/>
                    </a:lnTo>
                    <a:cubicBezTo>
                      <a:pt x="1572" y="1715"/>
                      <a:pt x="1596" y="1727"/>
                      <a:pt x="1632" y="1727"/>
                    </a:cubicBezTo>
                    <a:cubicBezTo>
                      <a:pt x="1656" y="1727"/>
                      <a:pt x="1680" y="1715"/>
                      <a:pt x="1703" y="1692"/>
                    </a:cubicBezTo>
                    <a:cubicBezTo>
                      <a:pt x="1751" y="1656"/>
                      <a:pt x="1751" y="1584"/>
                      <a:pt x="1703" y="1537"/>
                    </a:cubicBezTo>
                    <a:lnTo>
                      <a:pt x="203" y="37"/>
                    </a:lnTo>
                    <a:cubicBezTo>
                      <a:pt x="179" y="13"/>
                      <a:pt x="150" y="1"/>
                      <a:pt x="121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853515" y="1726217"/>
                <a:ext cx="84638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2382" h="3080" extrusionOk="0">
                    <a:moveTo>
                      <a:pt x="118" y="0"/>
                    </a:moveTo>
                    <a:cubicBezTo>
                      <a:pt x="72" y="0"/>
                      <a:pt x="31" y="32"/>
                      <a:pt x="12" y="79"/>
                    </a:cubicBezTo>
                    <a:cubicBezTo>
                      <a:pt x="1" y="138"/>
                      <a:pt x="36" y="198"/>
                      <a:pt x="96" y="210"/>
                    </a:cubicBezTo>
                    <a:cubicBezTo>
                      <a:pt x="108" y="222"/>
                      <a:pt x="1894" y="734"/>
                      <a:pt x="2156" y="2984"/>
                    </a:cubicBezTo>
                    <a:cubicBezTo>
                      <a:pt x="2156" y="3032"/>
                      <a:pt x="2203" y="3079"/>
                      <a:pt x="2263" y="3079"/>
                    </a:cubicBezTo>
                    <a:lnTo>
                      <a:pt x="2275" y="3079"/>
                    </a:lnTo>
                    <a:cubicBezTo>
                      <a:pt x="2334" y="3067"/>
                      <a:pt x="2382" y="3020"/>
                      <a:pt x="2370" y="2960"/>
                    </a:cubicBezTo>
                    <a:cubicBezTo>
                      <a:pt x="2096" y="567"/>
                      <a:pt x="167" y="8"/>
                      <a:pt x="155" y="8"/>
                    </a:cubicBezTo>
                    <a:cubicBezTo>
                      <a:pt x="143" y="2"/>
                      <a:pt x="130" y="0"/>
                      <a:pt x="118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1" name="Google Shape;1291;p29"/>
            <p:cNvSpPr/>
            <p:nvPr/>
          </p:nvSpPr>
          <p:spPr>
            <a:xfrm>
              <a:off x="2174908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30" y="1644"/>
                    <a:pt x="4311" y="3692"/>
                    <a:pt x="4311" y="6192"/>
                  </a:cubicBezTo>
                  <a:cubicBezTo>
                    <a:pt x="4311" y="8692"/>
                    <a:pt x="2430" y="10752"/>
                    <a:pt x="1" y="11038"/>
                  </a:cubicBezTo>
                  <a:lnTo>
                    <a:pt x="1" y="12383"/>
                  </a:lnTo>
                  <a:lnTo>
                    <a:pt x="32041" y="12383"/>
                  </a:lnTo>
                  <a:lnTo>
                    <a:pt x="32041" y="10502"/>
                  </a:lnTo>
                  <a:cubicBezTo>
                    <a:pt x="34422" y="10502"/>
                    <a:pt x="36351" y="8573"/>
                    <a:pt x="36351" y="6192"/>
                  </a:cubicBezTo>
                  <a:cubicBezTo>
                    <a:pt x="36351" y="3823"/>
                    <a:pt x="34422" y="1894"/>
                    <a:pt x="32041" y="1894"/>
                  </a:cubicBezTo>
                  <a:lnTo>
                    <a:pt x="32041" y="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1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2785398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2" y="1"/>
                  </a:moveTo>
                  <a:cubicBezTo>
                    <a:pt x="394" y="1"/>
                    <a:pt x="1" y="394"/>
                    <a:pt x="1" y="882"/>
                  </a:cubicBezTo>
                  <a:cubicBezTo>
                    <a:pt x="1" y="1382"/>
                    <a:pt x="394" y="1775"/>
                    <a:pt x="882" y="1775"/>
                  </a:cubicBezTo>
                  <a:cubicBezTo>
                    <a:pt x="1370" y="1775"/>
                    <a:pt x="1775" y="1382"/>
                    <a:pt x="1775" y="882"/>
                  </a:cubicBezTo>
                  <a:cubicBezTo>
                    <a:pt x="1775" y="394"/>
                    <a:pt x="1370" y="1"/>
                    <a:pt x="8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9"/>
            <p:cNvSpPr txBox="1"/>
            <p:nvPr/>
          </p:nvSpPr>
          <p:spPr>
            <a:xfrm>
              <a:off x="21749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Philosophy/ Paradigms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94" name="Google Shape;1294;p29"/>
          <p:cNvGrpSpPr/>
          <p:nvPr/>
        </p:nvGrpSpPr>
        <p:grpSpPr>
          <a:xfrm>
            <a:off x="4339152" y="539223"/>
            <a:ext cx="1721621" cy="3043756"/>
            <a:chOff x="3342590" y="1650745"/>
            <a:chExt cx="1291216" cy="2282817"/>
          </a:xfrm>
          <a:solidFill>
            <a:srgbClr val="4949E7"/>
          </a:solidFill>
        </p:grpSpPr>
        <p:sp>
          <p:nvSpPr>
            <p:cNvPr id="1295" name="Google Shape;1295;p29"/>
            <p:cNvSpPr/>
            <p:nvPr/>
          </p:nvSpPr>
          <p:spPr>
            <a:xfrm>
              <a:off x="3978451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67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96" name="Google Shape;1296;p29"/>
            <p:cNvGrpSpPr/>
            <p:nvPr/>
          </p:nvGrpSpPr>
          <p:grpSpPr>
            <a:xfrm>
              <a:off x="3826157" y="1650745"/>
              <a:ext cx="324092" cy="498805"/>
              <a:chOff x="3826157" y="1650745"/>
              <a:chExt cx="324092" cy="498805"/>
            </a:xfrm>
            <a:grpFill/>
          </p:grpSpPr>
          <p:sp>
            <p:nvSpPr>
              <p:cNvPr id="1297" name="Google Shape;1297;p29"/>
              <p:cNvSpPr/>
              <p:nvPr/>
            </p:nvSpPr>
            <p:spPr>
              <a:xfrm>
                <a:off x="3850248" y="1674446"/>
                <a:ext cx="275874" cy="275839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7763" extrusionOk="0">
                    <a:moveTo>
                      <a:pt x="3882" y="226"/>
                    </a:moveTo>
                    <a:cubicBezTo>
                      <a:pt x="5906" y="226"/>
                      <a:pt x="7549" y="1869"/>
                      <a:pt x="7549" y="3881"/>
                    </a:cubicBezTo>
                    <a:cubicBezTo>
                      <a:pt x="7549" y="5906"/>
                      <a:pt x="5906" y="7549"/>
                      <a:pt x="3882" y="7549"/>
                    </a:cubicBezTo>
                    <a:cubicBezTo>
                      <a:pt x="1858" y="7549"/>
                      <a:pt x="215" y="5906"/>
                      <a:pt x="215" y="3881"/>
                    </a:cubicBezTo>
                    <a:cubicBezTo>
                      <a:pt x="215" y="1869"/>
                      <a:pt x="1858" y="226"/>
                      <a:pt x="3882" y="226"/>
                    </a:cubicBezTo>
                    <a:close/>
                    <a:moveTo>
                      <a:pt x="3882" y="0"/>
                    </a:moveTo>
                    <a:cubicBezTo>
                      <a:pt x="1739" y="0"/>
                      <a:pt x="1" y="1750"/>
                      <a:pt x="1" y="3881"/>
                    </a:cubicBezTo>
                    <a:cubicBezTo>
                      <a:pt x="1" y="6025"/>
                      <a:pt x="1739" y="7763"/>
                      <a:pt x="3882" y="7763"/>
                    </a:cubicBezTo>
                    <a:cubicBezTo>
                      <a:pt x="6025" y="7763"/>
                      <a:pt x="7764" y="6025"/>
                      <a:pt x="7764" y="3881"/>
                    </a:cubicBezTo>
                    <a:cubicBezTo>
                      <a:pt x="7764" y="1750"/>
                      <a:pt x="6025" y="0"/>
                      <a:pt x="38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3826157" y="1650745"/>
                <a:ext cx="324092" cy="498805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14038" extrusionOk="0">
                    <a:moveTo>
                      <a:pt x="4560" y="215"/>
                    </a:moveTo>
                    <a:cubicBezTo>
                      <a:pt x="6953" y="215"/>
                      <a:pt x="8894" y="2167"/>
                      <a:pt x="8894" y="4548"/>
                    </a:cubicBezTo>
                    <a:cubicBezTo>
                      <a:pt x="8894" y="6573"/>
                      <a:pt x="7501" y="8275"/>
                      <a:pt x="5620" y="8751"/>
                    </a:cubicBezTo>
                    <a:cubicBezTo>
                      <a:pt x="5548" y="8775"/>
                      <a:pt x="5477" y="8787"/>
                      <a:pt x="5405" y="8811"/>
                    </a:cubicBezTo>
                    <a:cubicBezTo>
                      <a:pt x="5132" y="8859"/>
                      <a:pt x="4846" y="8894"/>
                      <a:pt x="4560" y="8894"/>
                    </a:cubicBezTo>
                    <a:cubicBezTo>
                      <a:pt x="4274" y="8894"/>
                      <a:pt x="3989" y="8859"/>
                      <a:pt x="3715" y="8811"/>
                    </a:cubicBezTo>
                    <a:cubicBezTo>
                      <a:pt x="3643" y="8787"/>
                      <a:pt x="3572" y="8775"/>
                      <a:pt x="3489" y="8751"/>
                    </a:cubicBezTo>
                    <a:cubicBezTo>
                      <a:pt x="1619" y="8275"/>
                      <a:pt x="226" y="6573"/>
                      <a:pt x="226" y="4548"/>
                    </a:cubicBezTo>
                    <a:cubicBezTo>
                      <a:pt x="226" y="2167"/>
                      <a:pt x="2167" y="215"/>
                      <a:pt x="4560" y="215"/>
                    </a:cubicBezTo>
                    <a:close/>
                    <a:moveTo>
                      <a:pt x="5405" y="9025"/>
                    </a:moveTo>
                    <a:lnTo>
                      <a:pt x="5405" y="12978"/>
                    </a:lnTo>
                    <a:cubicBezTo>
                      <a:pt x="5405" y="13442"/>
                      <a:pt x="5024" y="13823"/>
                      <a:pt x="4560" y="13823"/>
                    </a:cubicBezTo>
                    <a:cubicBezTo>
                      <a:pt x="4096" y="13823"/>
                      <a:pt x="3715" y="13442"/>
                      <a:pt x="3715" y="12978"/>
                    </a:cubicBezTo>
                    <a:lnTo>
                      <a:pt x="3715" y="9025"/>
                    </a:lnTo>
                    <a:cubicBezTo>
                      <a:pt x="3989" y="9073"/>
                      <a:pt x="4274" y="9109"/>
                      <a:pt x="4560" y="9109"/>
                    </a:cubicBezTo>
                    <a:cubicBezTo>
                      <a:pt x="4846" y="9109"/>
                      <a:pt x="5132" y="9073"/>
                      <a:pt x="5405" y="9025"/>
                    </a:cubicBezTo>
                    <a:close/>
                    <a:moveTo>
                      <a:pt x="4560" y="0"/>
                    </a:moveTo>
                    <a:cubicBezTo>
                      <a:pt x="2048" y="0"/>
                      <a:pt x="0" y="2036"/>
                      <a:pt x="0" y="4548"/>
                    </a:cubicBezTo>
                    <a:cubicBezTo>
                      <a:pt x="0" y="6704"/>
                      <a:pt x="1500" y="8501"/>
                      <a:pt x="3489" y="8978"/>
                    </a:cubicBezTo>
                    <a:lnTo>
                      <a:pt x="3489" y="12978"/>
                    </a:lnTo>
                    <a:cubicBezTo>
                      <a:pt x="3489" y="13561"/>
                      <a:pt x="3977" y="14038"/>
                      <a:pt x="4560" y="14038"/>
                    </a:cubicBezTo>
                    <a:cubicBezTo>
                      <a:pt x="5144" y="14038"/>
                      <a:pt x="5620" y="13561"/>
                      <a:pt x="5620" y="12978"/>
                    </a:cubicBezTo>
                    <a:lnTo>
                      <a:pt x="5620" y="8978"/>
                    </a:lnTo>
                    <a:cubicBezTo>
                      <a:pt x="7620" y="8501"/>
                      <a:pt x="9120" y="6704"/>
                      <a:pt x="9120" y="4548"/>
                    </a:cubicBezTo>
                    <a:cubicBezTo>
                      <a:pt x="9120" y="2036"/>
                      <a:pt x="7072" y="0"/>
                      <a:pt x="456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4003821" y="1713781"/>
                <a:ext cx="104110" cy="183206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15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5"/>
                      <a:pt x="108" y="215"/>
                    </a:cubicBezTo>
                    <a:cubicBezTo>
                      <a:pt x="822" y="215"/>
                      <a:pt x="1989" y="834"/>
                      <a:pt x="2299" y="2001"/>
                    </a:cubicBezTo>
                    <a:cubicBezTo>
                      <a:pt x="2691" y="3501"/>
                      <a:pt x="1977" y="4572"/>
                      <a:pt x="1489" y="4965"/>
                    </a:cubicBezTo>
                    <a:cubicBezTo>
                      <a:pt x="1441" y="5001"/>
                      <a:pt x="1441" y="5072"/>
                      <a:pt x="1477" y="5120"/>
                    </a:cubicBezTo>
                    <a:cubicBezTo>
                      <a:pt x="1501" y="5144"/>
                      <a:pt x="1525" y="5156"/>
                      <a:pt x="1560" y="5156"/>
                    </a:cubicBezTo>
                    <a:cubicBezTo>
                      <a:pt x="1584" y="5156"/>
                      <a:pt x="1608" y="5156"/>
                      <a:pt x="1632" y="5132"/>
                    </a:cubicBezTo>
                    <a:cubicBezTo>
                      <a:pt x="2156" y="4703"/>
                      <a:pt x="2930" y="3548"/>
                      <a:pt x="2501" y="1953"/>
                    </a:cubicBezTo>
                    <a:cubicBezTo>
                      <a:pt x="2168" y="679"/>
                      <a:pt x="894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0" name="Google Shape;1300;p29"/>
            <p:cNvSpPr/>
            <p:nvPr/>
          </p:nvSpPr>
          <p:spPr>
            <a:xfrm>
              <a:off x="3342590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2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3952654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82"/>
                    <a:pt x="405" y="1775"/>
                    <a:pt x="893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9"/>
            <p:cNvSpPr txBox="1"/>
            <p:nvPr/>
          </p:nvSpPr>
          <p:spPr>
            <a:xfrm>
              <a:off x="33426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Questions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" name="Google Shape;1230;p29">
            <a:extLst>
              <a:ext uri="{FF2B5EF4-FFF2-40B4-BE49-F238E27FC236}">
                <a16:creationId xmlns:a16="http://schemas.microsoft.com/office/drawing/2014/main" id="{7CBD698B-90A4-08F1-D4ED-BE66D7B3BDA5}"/>
              </a:ext>
            </a:extLst>
          </p:cNvPr>
          <p:cNvGrpSpPr/>
          <p:nvPr/>
        </p:nvGrpSpPr>
        <p:grpSpPr>
          <a:xfrm>
            <a:off x="7381253" y="3707667"/>
            <a:ext cx="1722203" cy="3047736"/>
            <a:chOff x="4509800" y="1647760"/>
            <a:chExt cx="1291652" cy="2285802"/>
          </a:xfrm>
        </p:grpSpPr>
        <p:sp>
          <p:nvSpPr>
            <p:cNvPr id="4" name="Google Shape;1231;p29">
              <a:extLst>
                <a:ext uri="{FF2B5EF4-FFF2-40B4-BE49-F238E27FC236}">
                  <a16:creationId xmlns:a16="http://schemas.microsoft.com/office/drawing/2014/main" id="{3233C429-277B-34D4-5938-7AED568208DE}"/>
                </a:ext>
              </a:extLst>
            </p:cNvPr>
            <p:cNvSpPr/>
            <p:nvPr/>
          </p:nvSpPr>
          <p:spPr>
            <a:xfrm>
              <a:off x="5146097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5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1232;p29">
              <a:extLst>
                <a:ext uri="{FF2B5EF4-FFF2-40B4-BE49-F238E27FC236}">
                  <a16:creationId xmlns:a16="http://schemas.microsoft.com/office/drawing/2014/main" id="{5A7E3DE5-2349-C870-32B2-E01C111596B8}"/>
                </a:ext>
              </a:extLst>
            </p:cNvPr>
            <p:cNvGrpSpPr/>
            <p:nvPr/>
          </p:nvGrpSpPr>
          <p:grpSpPr>
            <a:xfrm>
              <a:off x="4989575" y="1647760"/>
              <a:ext cx="332122" cy="501792"/>
              <a:chOff x="4989575" y="1647760"/>
              <a:chExt cx="332122" cy="501792"/>
            </a:xfrm>
          </p:grpSpPr>
          <p:sp>
            <p:nvSpPr>
              <p:cNvPr id="9" name="Google Shape;1233;p29">
                <a:extLst>
                  <a:ext uri="{FF2B5EF4-FFF2-40B4-BE49-F238E27FC236}">
                    <a16:creationId xmlns:a16="http://schemas.microsoft.com/office/drawing/2014/main" id="{D45169C2-C55D-B5DB-63CF-CE1DD65A50C1}"/>
                  </a:ext>
                </a:extLst>
              </p:cNvPr>
              <p:cNvSpPr/>
              <p:nvPr/>
            </p:nvSpPr>
            <p:spPr>
              <a:xfrm>
                <a:off x="4989575" y="1836476"/>
                <a:ext cx="332122" cy="313077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8811" extrusionOk="0">
                    <a:moveTo>
                      <a:pt x="8096" y="214"/>
                    </a:moveTo>
                    <a:cubicBezTo>
                      <a:pt x="8668" y="214"/>
                      <a:pt x="9132" y="679"/>
                      <a:pt x="9132" y="1238"/>
                    </a:cubicBezTo>
                    <a:lnTo>
                      <a:pt x="9132" y="7561"/>
                    </a:lnTo>
                    <a:cubicBezTo>
                      <a:pt x="9132" y="8132"/>
                      <a:pt x="8668" y="8596"/>
                      <a:pt x="8096" y="8596"/>
                    </a:cubicBezTo>
                    <a:lnTo>
                      <a:pt x="1250" y="8596"/>
                    </a:lnTo>
                    <a:cubicBezTo>
                      <a:pt x="679" y="8596"/>
                      <a:pt x="226" y="8132"/>
                      <a:pt x="226" y="7561"/>
                    </a:cubicBezTo>
                    <a:lnTo>
                      <a:pt x="226" y="1238"/>
                    </a:lnTo>
                    <a:cubicBezTo>
                      <a:pt x="226" y="679"/>
                      <a:pt x="679" y="214"/>
                      <a:pt x="1250" y="214"/>
                    </a:cubicBezTo>
                    <a:close/>
                    <a:moveTo>
                      <a:pt x="1250" y="0"/>
                    </a:moveTo>
                    <a:cubicBezTo>
                      <a:pt x="560" y="0"/>
                      <a:pt x="0" y="560"/>
                      <a:pt x="0" y="1238"/>
                    </a:cubicBezTo>
                    <a:lnTo>
                      <a:pt x="0" y="7561"/>
                    </a:lnTo>
                    <a:cubicBezTo>
                      <a:pt x="0" y="8251"/>
                      <a:pt x="560" y="8811"/>
                      <a:pt x="1250" y="8811"/>
                    </a:cubicBezTo>
                    <a:lnTo>
                      <a:pt x="8096" y="8811"/>
                    </a:lnTo>
                    <a:cubicBezTo>
                      <a:pt x="8787" y="8811"/>
                      <a:pt x="9347" y="8251"/>
                      <a:pt x="9347" y="7561"/>
                    </a:cubicBezTo>
                    <a:lnTo>
                      <a:pt x="9347" y="1238"/>
                    </a:lnTo>
                    <a:cubicBezTo>
                      <a:pt x="9347" y="560"/>
                      <a:pt x="8787" y="0"/>
                      <a:pt x="8096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234;p29">
                <a:extLst>
                  <a:ext uri="{FF2B5EF4-FFF2-40B4-BE49-F238E27FC236}">
                    <a16:creationId xmlns:a16="http://schemas.microsoft.com/office/drawing/2014/main" id="{4A63732B-75BB-AF5B-42B0-5C1356848B65}"/>
                  </a:ext>
                </a:extLst>
              </p:cNvPr>
              <p:cNvSpPr/>
              <p:nvPr/>
            </p:nvSpPr>
            <p:spPr>
              <a:xfrm>
                <a:off x="5137214" y="1879186"/>
                <a:ext cx="143018" cy="189566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533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27"/>
                      <a:pt x="108" y="227"/>
                    </a:cubicBezTo>
                    <a:lnTo>
                      <a:pt x="3168" y="227"/>
                    </a:lnTo>
                    <a:cubicBezTo>
                      <a:pt x="3513" y="227"/>
                      <a:pt x="3799" y="513"/>
                      <a:pt x="3799" y="858"/>
                    </a:cubicBezTo>
                    <a:lnTo>
                      <a:pt x="3799" y="5227"/>
                    </a:lnTo>
                    <a:cubicBezTo>
                      <a:pt x="3799" y="5287"/>
                      <a:pt x="3846" y="5335"/>
                      <a:pt x="3906" y="5335"/>
                    </a:cubicBezTo>
                    <a:cubicBezTo>
                      <a:pt x="3977" y="5335"/>
                      <a:pt x="4025" y="5287"/>
                      <a:pt x="4025" y="5227"/>
                    </a:cubicBezTo>
                    <a:lnTo>
                      <a:pt x="4025" y="858"/>
                    </a:lnTo>
                    <a:cubicBezTo>
                      <a:pt x="4025" y="382"/>
                      <a:pt x="3632" y="1"/>
                      <a:pt x="3168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235;p29">
                <a:extLst>
                  <a:ext uri="{FF2B5EF4-FFF2-40B4-BE49-F238E27FC236}">
                    <a16:creationId xmlns:a16="http://schemas.microsoft.com/office/drawing/2014/main" id="{751FB1F0-2C4E-9D5D-6186-D6AA24AFEE78}"/>
                  </a:ext>
                </a:extLst>
              </p:cNvPr>
              <p:cNvSpPr/>
              <p:nvPr/>
            </p:nvSpPr>
            <p:spPr>
              <a:xfrm>
                <a:off x="5043727" y="1647760"/>
                <a:ext cx="224246" cy="196353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5526" extrusionOk="0">
                    <a:moveTo>
                      <a:pt x="3346" y="215"/>
                    </a:moveTo>
                    <a:cubicBezTo>
                      <a:pt x="4858" y="215"/>
                      <a:pt x="6084" y="1454"/>
                      <a:pt x="6084" y="2954"/>
                    </a:cubicBezTo>
                    <a:lnTo>
                      <a:pt x="6084" y="5311"/>
                    </a:lnTo>
                    <a:lnTo>
                      <a:pt x="215" y="5311"/>
                    </a:lnTo>
                    <a:lnTo>
                      <a:pt x="215" y="2954"/>
                    </a:lnTo>
                    <a:cubicBezTo>
                      <a:pt x="215" y="1454"/>
                      <a:pt x="1441" y="215"/>
                      <a:pt x="2953" y="215"/>
                    </a:cubicBezTo>
                    <a:close/>
                    <a:moveTo>
                      <a:pt x="2953" y="1"/>
                    </a:moveTo>
                    <a:cubicBezTo>
                      <a:pt x="1322" y="1"/>
                      <a:pt x="0" y="1323"/>
                      <a:pt x="0" y="2954"/>
                    </a:cubicBezTo>
                    <a:lnTo>
                      <a:pt x="0" y="5525"/>
                    </a:lnTo>
                    <a:lnTo>
                      <a:pt x="6311" y="5525"/>
                    </a:lnTo>
                    <a:lnTo>
                      <a:pt x="6311" y="2954"/>
                    </a:lnTo>
                    <a:cubicBezTo>
                      <a:pt x="6311" y="1323"/>
                      <a:pt x="4977" y="1"/>
                      <a:pt x="3346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36;p29">
                <a:extLst>
                  <a:ext uri="{FF2B5EF4-FFF2-40B4-BE49-F238E27FC236}">
                    <a16:creationId xmlns:a16="http://schemas.microsoft.com/office/drawing/2014/main" id="{5C20FF34-0FC3-C857-47A8-D029A5381CB7}"/>
                  </a:ext>
                </a:extLst>
              </p:cNvPr>
              <p:cNvSpPr/>
              <p:nvPr/>
            </p:nvSpPr>
            <p:spPr>
              <a:xfrm>
                <a:off x="5068245" y="1676542"/>
                <a:ext cx="175175" cy="167571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4716" extrusionOk="0">
                    <a:moveTo>
                      <a:pt x="2620" y="215"/>
                    </a:moveTo>
                    <a:cubicBezTo>
                      <a:pt x="3775" y="215"/>
                      <a:pt x="4716" y="1155"/>
                      <a:pt x="4716" y="2310"/>
                    </a:cubicBezTo>
                    <a:lnTo>
                      <a:pt x="4716" y="4501"/>
                    </a:lnTo>
                    <a:lnTo>
                      <a:pt x="215" y="4501"/>
                    </a:lnTo>
                    <a:lnTo>
                      <a:pt x="215" y="2310"/>
                    </a:lnTo>
                    <a:cubicBezTo>
                      <a:pt x="215" y="1155"/>
                      <a:pt x="1156" y="215"/>
                      <a:pt x="2311" y="215"/>
                    </a:cubicBezTo>
                    <a:close/>
                    <a:moveTo>
                      <a:pt x="2311" y="1"/>
                    </a:moveTo>
                    <a:cubicBezTo>
                      <a:pt x="1037" y="1"/>
                      <a:pt x="1" y="1036"/>
                      <a:pt x="1" y="2310"/>
                    </a:cubicBezTo>
                    <a:lnTo>
                      <a:pt x="1" y="4715"/>
                    </a:lnTo>
                    <a:lnTo>
                      <a:pt x="4930" y="4715"/>
                    </a:lnTo>
                    <a:lnTo>
                      <a:pt x="4930" y="2310"/>
                    </a:lnTo>
                    <a:cubicBezTo>
                      <a:pt x="4930" y="1036"/>
                      <a:pt x="3894" y="1"/>
                      <a:pt x="262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" name="Google Shape;1237;p29">
              <a:extLst>
                <a:ext uri="{FF2B5EF4-FFF2-40B4-BE49-F238E27FC236}">
                  <a16:creationId xmlns:a16="http://schemas.microsoft.com/office/drawing/2014/main" id="{DEA5B2F6-7E0C-E06F-D372-6047C77E80DB}"/>
                </a:ext>
              </a:extLst>
            </p:cNvPr>
            <p:cNvSpPr/>
            <p:nvPr/>
          </p:nvSpPr>
          <p:spPr>
            <a:xfrm>
              <a:off x="4509810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29" y="1644"/>
                    <a:pt x="4311" y="3692"/>
                    <a:pt x="4311" y="6192"/>
                  </a:cubicBezTo>
                  <a:cubicBezTo>
                    <a:pt x="4311" y="8692"/>
                    <a:pt x="2429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22" y="10502"/>
                    <a:pt x="36350" y="8573"/>
                    <a:pt x="36350" y="6192"/>
                  </a:cubicBezTo>
                  <a:cubicBezTo>
                    <a:pt x="36350" y="3823"/>
                    <a:pt x="34422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5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" name="Google Shape;1238;p29">
              <a:extLst>
                <a:ext uri="{FF2B5EF4-FFF2-40B4-BE49-F238E27FC236}">
                  <a16:creationId xmlns:a16="http://schemas.microsoft.com/office/drawing/2014/main" id="{2ED73C7A-2234-554A-0EC6-1E2618724C56}"/>
                </a:ext>
              </a:extLst>
            </p:cNvPr>
            <p:cNvSpPr/>
            <p:nvPr/>
          </p:nvSpPr>
          <p:spPr>
            <a:xfrm>
              <a:off x="5120300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1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81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1239;p29">
              <a:extLst>
                <a:ext uri="{FF2B5EF4-FFF2-40B4-BE49-F238E27FC236}">
                  <a16:creationId xmlns:a16="http://schemas.microsoft.com/office/drawing/2014/main" id="{A0099448-4341-5B31-4B38-70F1CEC17C03}"/>
                </a:ext>
              </a:extLst>
            </p:cNvPr>
            <p:cNvSpPr txBox="1"/>
            <p:nvPr/>
          </p:nvSpPr>
          <p:spPr>
            <a:xfrm>
              <a:off x="45098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Assignment Support</a:t>
              </a:r>
            </a:p>
          </p:txBody>
        </p:sp>
      </p:grpSp>
      <p:grpSp>
        <p:nvGrpSpPr>
          <p:cNvPr id="40" name="Google Shape;1267;p29">
            <a:extLst>
              <a:ext uri="{FF2B5EF4-FFF2-40B4-BE49-F238E27FC236}">
                <a16:creationId xmlns:a16="http://schemas.microsoft.com/office/drawing/2014/main" id="{3A970823-913E-006F-F634-9EEA4721432E}"/>
              </a:ext>
            </a:extLst>
          </p:cNvPr>
          <p:cNvGrpSpPr/>
          <p:nvPr/>
        </p:nvGrpSpPr>
        <p:grpSpPr>
          <a:xfrm>
            <a:off x="5831417" y="3737726"/>
            <a:ext cx="1721621" cy="3012156"/>
            <a:chOff x="1007688" y="1674446"/>
            <a:chExt cx="1291216" cy="2259117"/>
          </a:xfrm>
        </p:grpSpPr>
        <p:sp>
          <p:nvSpPr>
            <p:cNvPr id="41" name="Google Shape;1268;p29">
              <a:extLst>
                <a:ext uri="{FF2B5EF4-FFF2-40B4-BE49-F238E27FC236}">
                  <a16:creationId xmlns:a16="http://schemas.microsoft.com/office/drawing/2014/main" id="{DCA94D29-9C27-CB69-1D3B-3E367F6A3F84}"/>
                </a:ext>
              </a:extLst>
            </p:cNvPr>
            <p:cNvSpPr/>
            <p:nvPr/>
          </p:nvSpPr>
          <p:spPr>
            <a:xfrm>
              <a:off x="1643549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7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1269;p29">
              <a:extLst>
                <a:ext uri="{FF2B5EF4-FFF2-40B4-BE49-F238E27FC236}">
                  <a16:creationId xmlns:a16="http://schemas.microsoft.com/office/drawing/2014/main" id="{AD4831DE-CF15-987B-3712-5FF264153188}"/>
                </a:ext>
              </a:extLst>
            </p:cNvPr>
            <p:cNvSpPr/>
            <p:nvPr/>
          </p:nvSpPr>
          <p:spPr>
            <a:xfrm>
              <a:off x="1440905" y="1674446"/>
              <a:ext cx="426497" cy="222540"/>
            </a:xfrm>
            <a:custGeom>
              <a:avLst/>
              <a:gdLst/>
              <a:ahLst/>
              <a:cxnLst/>
              <a:rect l="l" t="t" r="r" b="b"/>
              <a:pathLst>
                <a:path w="12003" h="6263" extrusionOk="0">
                  <a:moveTo>
                    <a:pt x="5918" y="298"/>
                  </a:moveTo>
                  <a:lnTo>
                    <a:pt x="11645" y="5525"/>
                  </a:lnTo>
                  <a:cubicBezTo>
                    <a:pt x="11752" y="5632"/>
                    <a:pt x="11764" y="5810"/>
                    <a:pt x="11657" y="5929"/>
                  </a:cubicBezTo>
                  <a:cubicBezTo>
                    <a:pt x="11609" y="5989"/>
                    <a:pt x="11538" y="6025"/>
                    <a:pt x="11454" y="6025"/>
                  </a:cubicBezTo>
                  <a:cubicBezTo>
                    <a:pt x="11383" y="6025"/>
                    <a:pt x="11312" y="6001"/>
                    <a:pt x="11252" y="5953"/>
                  </a:cubicBezTo>
                  <a:lnTo>
                    <a:pt x="5918" y="1084"/>
                  </a:lnTo>
                  <a:lnTo>
                    <a:pt x="691" y="5965"/>
                  </a:lnTo>
                  <a:cubicBezTo>
                    <a:pt x="641" y="6016"/>
                    <a:pt x="574" y="6040"/>
                    <a:pt x="507" y="6040"/>
                  </a:cubicBezTo>
                  <a:cubicBezTo>
                    <a:pt x="431" y="6040"/>
                    <a:pt x="355" y="6010"/>
                    <a:pt x="298" y="5953"/>
                  </a:cubicBezTo>
                  <a:cubicBezTo>
                    <a:pt x="251" y="5906"/>
                    <a:pt x="215" y="5834"/>
                    <a:pt x="215" y="5751"/>
                  </a:cubicBezTo>
                  <a:cubicBezTo>
                    <a:pt x="215" y="5667"/>
                    <a:pt x="251" y="5596"/>
                    <a:pt x="310" y="5548"/>
                  </a:cubicBezTo>
                  <a:lnTo>
                    <a:pt x="5918" y="298"/>
                  </a:lnTo>
                  <a:close/>
                  <a:moveTo>
                    <a:pt x="5918" y="0"/>
                  </a:moveTo>
                  <a:lnTo>
                    <a:pt x="155" y="5394"/>
                  </a:lnTo>
                  <a:cubicBezTo>
                    <a:pt x="60" y="5477"/>
                    <a:pt x="1" y="5608"/>
                    <a:pt x="1" y="5751"/>
                  </a:cubicBezTo>
                  <a:cubicBezTo>
                    <a:pt x="1" y="5882"/>
                    <a:pt x="48" y="6013"/>
                    <a:pt x="143" y="6108"/>
                  </a:cubicBezTo>
                  <a:cubicBezTo>
                    <a:pt x="239" y="6215"/>
                    <a:pt x="370" y="6263"/>
                    <a:pt x="501" y="6263"/>
                  </a:cubicBezTo>
                  <a:cubicBezTo>
                    <a:pt x="620" y="6263"/>
                    <a:pt x="751" y="6215"/>
                    <a:pt x="846" y="6120"/>
                  </a:cubicBezTo>
                  <a:lnTo>
                    <a:pt x="5918" y="1381"/>
                  </a:lnTo>
                  <a:lnTo>
                    <a:pt x="11109" y="6108"/>
                  </a:lnTo>
                  <a:cubicBezTo>
                    <a:pt x="11195" y="6194"/>
                    <a:pt x="11309" y="6241"/>
                    <a:pt x="11427" y="6241"/>
                  </a:cubicBezTo>
                  <a:cubicBezTo>
                    <a:pt x="11440" y="6241"/>
                    <a:pt x="11453" y="6240"/>
                    <a:pt x="11466" y="6239"/>
                  </a:cubicBezTo>
                  <a:cubicBezTo>
                    <a:pt x="11609" y="6239"/>
                    <a:pt x="11728" y="6179"/>
                    <a:pt x="11824" y="6072"/>
                  </a:cubicBezTo>
                  <a:cubicBezTo>
                    <a:pt x="12002" y="5870"/>
                    <a:pt x="11990" y="5548"/>
                    <a:pt x="11788" y="5370"/>
                  </a:cubicBezTo>
                  <a:lnTo>
                    <a:pt x="591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1270;p29">
              <a:extLst>
                <a:ext uri="{FF2B5EF4-FFF2-40B4-BE49-F238E27FC236}">
                  <a16:creationId xmlns:a16="http://schemas.microsoft.com/office/drawing/2014/main" id="{E9F231DE-B038-AD51-BEEF-8AF86AFD33AC}"/>
                </a:ext>
              </a:extLst>
            </p:cNvPr>
            <p:cNvSpPr/>
            <p:nvPr/>
          </p:nvSpPr>
          <p:spPr>
            <a:xfrm>
              <a:off x="1498859" y="1712928"/>
              <a:ext cx="305082" cy="436623"/>
            </a:xfrm>
            <a:custGeom>
              <a:avLst/>
              <a:gdLst/>
              <a:ahLst/>
              <a:cxnLst/>
              <a:rect l="l" t="t" r="r" b="b"/>
              <a:pathLst>
                <a:path w="8586" h="12288" extrusionOk="0">
                  <a:moveTo>
                    <a:pt x="4287" y="298"/>
                  </a:moveTo>
                  <a:lnTo>
                    <a:pt x="8371" y="4132"/>
                  </a:lnTo>
                  <a:lnTo>
                    <a:pt x="8371" y="12073"/>
                  </a:lnTo>
                  <a:lnTo>
                    <a:pt x="6204" y="12073"/>
                  </a:lnTo>
                  <a:lnTo>
                    <a:pt x="6204" y="6989"/>
                  </a:lnTo>
                  <a:cubicBezTo>
                    <a:pt x="6204" y="5954"/>
                    <a:pt x="5370" y="5120"/>
                    <a:pt x="4347" y="5120"/>
                  </a:cubicBezTo>
                  <a:cubicBezTo>
                    <a:pt x="3323" y="5120"/>
                    <a:pt x="2477" y="5954"/>
                    <a:pt x="2477" y="6989"/>
                  </a:cubicBezTo>
                  <a:lnTo>
                    <a:pt x="2477" y="12073"/>
                  </a:lnTo>
                  <a:lnTo>
                    <a:pt x="215" y="12073"/>
                  </a:lnTo>
                  <a:lnTo>
                    <a:pt x="215" y="4132"/>
                  </a:lnTo>
                  <a:lnTo>
                    <a:pt x="4287" y="298"/>
                  </a:lnTo>
                  <a:close/>
                  <a:moveTo>
                    <a:pt x="4287" y="1"/>
                  </a:moveTo>
                  <a:lnTo>
                    <a:pt x="1" y="4037"/>
                  </a:lnTo>
                  <a:lnTo>
                    <a:pt x="1" y="12288"/>
                  </a:lnTo>
                  <a:lnTo>
                    <a:pt x="2703" y="12288"/>
                  </a:lnTo>
                  <a:lnTo>
                    <a:pt x="2703" y="6989"/>
                  </a:lnTo>
                  <a:cubicBezTo>
                    <a:pt x="2703" y="6085"/>
                    <a:pt x="3442" y="5346"/>
                    <a:pt x="4347" y="5346"/>
                  </a:cubicBezTo>
                  <a:cubicBezTo>
                    <a:pt x="5251" y="5346"/>
                    <a:pt x="5990" y="6085"/>
                    <a:pt x="5990" y="6989"/>
                  </a:cubicBezTo>
                  <a:lnTo>
                    <a:pt x="5990" y="12288"/>
                  </a:lnTo>
                  <a:lnTo>
                    <a:pt x="8585" y="12288"/>
                  </a:lnTo>
                  <a:lnTo>
                    <a:pt x="8585" y="4037"/>
                  </a:lnTo>
                  <a:lnTo>
                    <a:pt x="42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1271;p29">
              <a:extLst>
                <a:ext uri="{FF2B5EF4-FFF2-40B4-BE49-F238E27FC236}">
                  <a16:creationId xmlns:a16="http://schemas.microsoft.com/office/drawing/2014/main" id="{46D8A692-FF70-226C-9475-6F57E0C4D38B}"/>
                </a:ext>
              </a:extLst>
            </p:cNvPr>
            <p:cNvSpPr/>
            <p:nvPr/>
          </p:nvSpPr>
          <p:spPr>
            <a:xfrm>
              <a:off x="1649056" y="1869876"/>
              <a:ext cx="93095" cy="192941"/>
            </a:xfrm>
            <a:custGeom>
              <a:avLst/>
              <a:gdLst/>
              <a:ahLst/>
              <a:cxnLst/>
              <a:rect l="l" t="t" r="r" b="b"/>
              <a:pathLst>
                <a:path w="2620" h="5430" extrusionOk="0">
                  <a:moveTo>
                    <a:pt x="120" y="1"/>
                  </a:moveTo>
                  <a:cubicBezTo>
                    <a:pt x="72" y="1"/>
                    <a:pt x="12" y="48"/>
                    <a:pt x="12" y="108"/>
                  </a:cubicBezTo>
                  <a:cubicBezTo>
                    <a:pt x="0" y="167"/>
                    <a:pt x="48" y="215"/>
                    <a:pt x="108" y="227"/>
                  </a:cubicBezTo>
                  <a:cubicBezTo>
                    <a:pt x="120" y="227"/>
                    <a:pt x="965" y="286"/>
                    <a:pt x="1620" y="846"/>
                  </a:cubicBezTo>
                  <a:cubicBezTo>
                    <a:pt x="2286" y="1406"/>
                    <a:pt x="2406" y="1953"/>
                    <a:pt x="2406" y="2834"/>
                  </a:cubicBezTo>
                  <a:lnTo>
                    <a:pt x="2406" y="5323"/>
                  </a:lnTo>
                  <a:cubicBezTo>
                    <a:pt x="2406" y="5382"/>
                    <a:pt x="2453" y="5430"/>
                    <a:pt x="2513" y="5430"/>
                  </a:cubicBezTo>
                  <a:cubicBezTo>
                    <a:pt x="2572" y="5430"/>
                    <a:pt x="2620" y="5382"/>
                    <a:pt x="2620" y="5323"/>
                  </a:cubicBezTo>
                  <a:lnTo>
                    <a:pt x="2620" y="2834"/>
                  </a:lnTo>
                  <a:cubicBezTo>
                    <a:pt x="2620" y="1906"/>
                    <a:pt x="2489" y="1287"/>
                    <a:pt x="1763" y="679"/>
                  </a:cubicBezTo>
                  <a:cubicBezTo>
                    <a:pt x="1060" y="84"/>
                    <a:pt x="167" y="13"/>
                    <a:pt x="12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1272;p29">
              <a:extLst>
                <a:ext uri="{FF2B5EF4-FFF2-40B4-BE49-F238E27FC236}">
                  <a16:creationId xmlns:a16="http://schemas.microsoft.com/office/drawing/2014/main" id="{E0014B55-DC65-F844-DD94-517976B1C9D5}"/>
                </a:ext>
              </a:extLst>
            </p:cNvPr>
            <p:cNvSpPr/>
            <p:nvPr/>
          </p:nvSpPr>
          <p:spPr>
            <a:xfrm>
              <a:off x="1007688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10" y="10502"/>
                    <a:pt x="36338" y="8573"/>
                    <a:pt x="36338" y="6192"/>
                  </a:cubicBezTo>
                  <a:cubicBezTo>
                    <a:pt x="36338" y="3823"/>
                    <a:pt x="34410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5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6" name="Google Shape;1273;p29">
              <a:extLst>
                <a:ext uri="{FF2B5EF4-FFF2-40B4-BE49-F238E27FC236}">
                  <a16:creationId xmlns:a16="http://schemas.microsoft.com/office/drawing/2014/main" id="{6A156969-3DBC-016A-F10F-8293B8BAFA84}"/>
                </a:ext>
              </a:extLst>
            </p:cNvPr>
            <p:cNvSpPr/>
            <p:nvPr/>
          </p:nvSpPr>
          <p:spPr>
            <a:xfrm>
              <a:off x="1617752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93" y="1775"/>
                  </a:cubicBezTo>
                  <a:cubicBezTo>
                    <a:pt x="1382" y="1775"/>
                    <a:pt x="1774" y="1382"/>
                    <a:pt x="1774" y="882"/>
                  </a:cubicBezTo>
                  <a:cubicBezTo>
                    <a:pt x="1774" y="394"/>
                    <a:pt x="1382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1274;p29">
              <a:extLst>
                <a:ext uri="{FF2B5EF4-FFF2-40B4-BE49-F238E27FC236}">
                  <a16:creationId xmlns:a16="http://schemas.microsoft.com/office/drawing/2014/main" id="{600FB1E0-F46E-1FF9-69F5-48F23108728B}"/>
                </a:ext>
              </a:extLst>
            </p:cNvPr>
            <p:cNvSpPr txBox="1"/>
            <p:nvPr/>
          </p:nvSpPr>
          <p:spPr>
            <a:xfrm>
              <a:off x="10077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kern="0" dirty="0">
                  <a:solidFill>
                    <a:srgbClr val="434343"/>
                  </a:solidFill>
                  <a:latin typeface="Aptos" panose="020B0004020202020204" pitchFamily="34" charset="0"/>
                  <a:ea typeface="Roboto"/>
                  <a:cs typeface="Arial" panose="020B0604020202020204" pitchFamily="34" charset="0"/>
                  <a:sym typeface="Roboto"/>
                </a:rPr>
                <a:t>Oral Defence Workshop</a:t>
              </a:r>
            </a:p>
          </p:txBody>
        </p:sp>
      </p:grpSp>
      <p:grpSp>
        <p:nvGrpSpPr>
          <p:cNvPr id="1303" name="Group 1302">
            <a:extLst>
              <a:ext uri="{FF2B5EF4-FFF2-40B4-BE49-F238E27FC236}">
                <a16:creationId xmlns:a16="http://schemas.microsoft.com/office/drawing/2014/main" id="{6F48ACB1-9C07-669E-4A7A-A74E6726832C}"/>
              </a:ext>
            </a:extLst>
          </p:cNvPr>
          <p:cNvGrpSpPr/>
          <p:nvPr/>
        </p:nvGrpSpPr>
        <p:grpSpPr>
          <a:xfrm>
            <a:off x="2724821" y="3618492"/>
            <a:ext cx="1735992" cy="3144717"/>
            <a:chOff x="158802" y="2702765"/>
            <a:chExt cx="1301994" cy="2358538"/>
          </a:xfrm>
        </p:grpSpPr>
        <p:sp>
          <p:nvSpPr>
            <p:cNvPr id="2" name="Google Shape;1228;p29">
              <a:extLst>
                <a:ext uri="{FF2B5EF4-FFF2-40B4-BE49-F238E27FC236}">
                  <a16:creationId xmlns:a16="http://schemas.microsoft.com/office/drawing/2014/main" id="{0C1D3D83-60D4-EA03-7607-DED3FEF69DC4}"/>
                </a:ext>
              </a:extLst>
            </p:cNvPr>
            <p:cNvSpPr/>
            <p:nvPr/>
          </p:nvSpPr>
          <p:spPr>
            <a:xfrm>
              <a:off x="805210" y="3361633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6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8" name="Google Shape;1275;p29">
              <a:extLst>
                <a:ext uri="{FF2B5EF4-FFF2-40B4-BE49-F238E27FC236}">
                  <a16:creationId xmlns:a16="http://schemas.microsoft.com/office/drawing/2014/main" id="{B3FC1F49-8149-586E-A500-B66DE19CB29F}"/>
                </a:ext>
              </a:extLst>
            </p:cNvPr>
            <p:cNvGrpSpPr/>
            <p:nvPr/>
          </p:nvGrpSpPr>
          <p:grpSpPr>
            <a:xfrm>
              <a:off x="158802" y="2702765"/>
              <a:ext cx="1301994" cy="2358538"/>
              <a:chOff x="2164556" y="1575025"/>
              <a:chExt cx="1301994" cy="2358538"/>
            </a:xfrm>
          </p:grpSpPr>
          <p:grpSp>
            <p:nvGrpSpPr>
              <p:cNvPr id="49" name="Google Shape;1276;p29">
                <a:extLst>
                  <a:ext uri="{FF2B5EF4-FFF2-40B4-BE49-F238E27FC236}">
                    <a16:creationId xmlns:a16="http://schemas.microsoft.com/office/drawing/2014/main" id="{AC0CBE1D-2F1F-ABDA-0C42-5C9C7238B921}"/>
                  </a:ext>
                </a:extLst>
              </p:cNvPr>
              <p:cNvGrpSpPr/>
              <p:nvPr/>
            </p:nvGrpSpPr>
            <p:grpSpPr>
              <a:xfrm>
                <a:off x="2567937" y="1575025"/>
                <a:ext cx="505597" cy="574530"/>
                <a:chOff x="2567937" y="1575025"/>
                <a:chExt cx="505597" cy="574530"/>
              </a:xfrm>
            </p:grpSpPr>
            <p:sp>
              <p:nvSpPr>
                <p:cNvPr id="53" name="Google Shape;1277;p29">
                  <a:extLst>
                    <a:ext uri="{FF2B5EF4-FFF2-40B4-BE49-F238E27FC236}">
                      <a16:creationId xmlns:a16="http://schemas.microsoft.com/office/drawing/2014/main" id="{95C7F359-CD5E-C26E-ECCC-086CFA5244F0}"/>
                    </a:ext>
                  </a:extLst>
                </p:cNvPr>
                <p:cNvSpPr/>
                <p:nvPr/>
              </p:nvSpPr>
              <p:spPr>
                <a:xfrm>
                  <a:off x="2667358" y="1687344"/>
                  <a:ext cx="302950" cy="39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6" h="11151" extrusionOk="0">
                      <a:moveTo>
                        <a:pt x="4326" y="218"/>
                      </a:moveTo>
                      <a:cubicBezTo>
                        <a:pt x="5309" y="218"/>
                        <a:pt x="6237" y="574"/>
                        <a:pt x="6978" y="1232"/>
                      </a:cubicBezTo>
                      <a:cubicBezTo>
                        <a:pt x="7823" y="1994"/>
                        <a:pt x="8299" y="3078"/>
                        <a:pt x="8299" y="4209"/>
                      </a:cubicBezTo>
                      <a:cubicBezTo>
                        <a:pt x="8299" y="5316"/>
                        <a:pt x="7859" y="6340"/>
                        <a:pt x="7061" y="7102"/>
                      </a:cubicBezTo>
                      <a:cubicBezTo>
                        <a:pt x="6299" y="7829"/>
                        <a:pt x="5871" y="8769"/>
                        <a:pt x="5871" y="9769"/>
                      </a:cubicBezTo>
                      <a:lnTo>
                        <a:pt x="5871" y="10924"/>
                      </a:lnTo>
                      <a:lnTo>
                        <a:pt x="2763" y="10924"/>
                      </a:lnTo>
                      <a:lnTo>
                        <a:pt x="2763" y="9734"/>
                      </a:lnTo>
                      <a:cubicBezTo>
                        <a:pt x="2763" y="8757"/>
                        <a:pt x="2346" y="7829"/>
                        <a:pt x="1584" y="7114"/>
                      </a:cubicBezTo>
                      <a:cubicBezTo>
                        <a:pt x="668" y="6257"/>
                        <a:pt x="227" y="5054"/>
                        <a:pt x="346" y="3804"/>
                      </a:cubicBezTo>
                      <a:cubicBezTo>
                        <a:pt x="537" y="1947"/>
                        <a:pt x="2013" y="447"/>
                        <a:pt x="3858" y="244"/>
                      </a:cubicBezTo>
                      <a:cubicBezTo>
                        <a:pt x="4015" y="226"/>
                        <a:pt x="4171" y="218"/>
                        <a:pt x="4326" y="218"/>
                      </a:cubicBezTo>
                      <a:close/>
                      <a:moveTo>
                        <a:pt x="4334" y="0"/>
                      </a:moveTo>
                      <a:cubicBezTo>
                        <a:pt x="4169" y="0"/>
                        <a:pt x="4002" y="10"/>
                        <a:pt x="3835" y="30"/>
                      </a:cubicBezTo>
                      <a:cubicBezTo>
                        <a:pt x="1882" y="244"/>
                        <a:pt x="322" y="1816"/>
                        <a:pt x="132" y="3780"/>
                      </a:cubicBezTo>
                      <a:cubicBezTo>
                        <a:pt x="1" y="5090"/>
                        <a:pt x="477" y="6364"/>
                        <a:pt x="1430" y="7269"/>
                      </a:cubicBezTo>
                      <a:cubicBezTo>
                        <a:pt x="2144" y="7936"/>
                        <a:pt x="2537" y="8817"/>
                        <a:pt x="2537" y="9734"/>
                      </a:cubicBezTo>
                      <a:lnTo>
                        <a:pt x="2537" y="11150"/>
                      </a:lnTo>
                      <a:lnTo>
                        <a:pt x="6097" y="11150"/>
                      </a:lnTo>
                      <a:lnTo>
                        <a:pt x="6097" y="9769"/>
                      </a:lnTo>
                      <a:cubicBezTo>
                        <a:pt x="6097" y="8829"/>
                        <a:pt x="6490" y="7948"/>
                        <a:pt x="7216" y="7257"/>
                      </a:cubicBezTo>
                      <a:cubicBezTo>
                        <a:pt x="8061" y="6459"/>
                        <a:pt x="8526" y="5376"/>
                        <a:pt x="8526" y="4209"/>
                      </a:cubicBezTo>
                      <a:cubicBezTo>
                        <a:pt x="8526" y="3018"/>
                        <a:pt x="8014" y="1875"/>
                        <a:pt x="7121" y="1078"/>
                      </a:cubicBezTo>
                      <a:cubicBezTo>
                        <a:pt x="6341" y="380"/>
                        <a:pt x="5366" y="0"/>
                        <a:pt x="4334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1278;p29">
                  <a:extLst>
                    <a:ext uri="{FF2B5EF4-FFF2-40B4-BE49-F238E27FC236}">
                      <a16:creationId xmlns:a16="http://schemas.microsoft.com/office/drawing/2014/main" id="{00B86BCC-EE6C-FB9B-D8CD-DD75884B8958}"/>
                    </a:ext>
                  </a:extLst>
                </p:cNvPr>
                <p:cNvSpPr/>
                <p:nvPr/>
              </p:nvSpPr>
              <p:spPr>
                <a:xfrm>
                  <a:off x="2766779" y="2075505"/>
                  <a:ext cx="109191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3" h="2084" extrusionOk="0">
                      <a:moveTo>
                        <a:pt x="2858" y="226"/>
                      </a:moveTo>
                      <a:lnTo>
                        <a:pt x="2858" y="1548"/>
                      </a:lnTo>
                      <a:cubicBezTo>
                        <a:pt x="2858" y="1727"/>
                        <a:pt x="2715" y="1869"/>
                        <a:pt x="2537" y="1869"/>
                      </a:cubicBezTo>
                      <a:lnTo>
                        <a:pt x="537" y="1869"/>
                      </a:lnTo>
                      <a:cubicBezTo>
                        <a:pt x="358" y="1869"/>
                        <a:pt x="215" y="1727"/>
                        <a:pt x="215" y="1548"/>
                      </a:cubicBezTo>
                      <a:lnTo>
                        <a:pt x="215" y="226"/>
                      </a:lnTo>
                      <a:close/>
                      <a:moveTo>
                        <a:pt x="1" y="0"/>
                      </a:moveTo>
                      <a:lnTo>
                        <a:pt x="1" y="1548"/>
                      </a:lnTo>
                      <a:cubicBezTo>
                        <a:pt x="1" y="1846"/>
                        <a:pt x="239" y="2084"/>
                        <a:pt x="537" y="2084"/>
                      </a:cubicBezTo>
                      <a:lnTo>
                        <a:pt x="2537" y="2084"/>
                      </a:lnTo>
                      <a:cubicBezTo>
                        <a:pt x="2834" y="2084"/>
                        <a:pt x="3073" y="1846"/>
                        <a:pt x="3073" y="1548"/>
                      </a:cubicBezTo>
                      <a:lnTo>
                        <a:pt x="3073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1279;p29">
                  <a:extLst>
                    <a:ext uri="{FF2B5EF4-FFF2-40B4-BE49-F238E27FC236}">
                      <a16:creationId xmlns:a16="http://schemas.microsoft.com/office/drawing/2014/main" id="{EB235F3B-6A48-E4A1-DC14-F58B061B9398}"/>
                    </a:ext>
                  </a:extLst>
                </p:cNvPr>
                <p:cNvSpPr/>
                <p:nvPr/>
              </p:nvSpPr>
              <p:spPr>
                <a:xfrm>
                  <a:off x="2770190" y="2084815"/>
                  <a:ext cx="101978" cy="1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29" extrusionOk="0">
                      <a:moveTo>
                        <a:pt x="12" y="0"/>
                      </a:moveTo>
                      <a:lnTo>
                        <a:pt x="0" y="214"/>
                      </a:lnTo>
                      <a:lnTo>
                        <a:pt x="2846" y="429"/>
                      </a:lnTo>
                      <a:lnTo>
                        <a:pt x="2869" y="21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1280;p29">
                  <a:extLst>
                    <a:ext uri="{FF2B5EF4-FFF2-40B4-BE49-F238E27FC236}">
                      <a16:creationId xmlns:a16="http://schemas.microsoft.com/office/drawing/2014/main" id="{5D8DF6CD-1BFB-BA50-0721-650649D2F1CB}"/>
                    </a:ext>
                  </a:extLst>
                </p:cNvPr>
                <p:cNvSpPr/>
                <p:nvPr/>
              </p:nvSpPr>
              <p:spPr>
                <a:xfrm>
                  <a:off x="2770190" y="2102581"/>
                  <a:ext cx="101978" cy="1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29" extrusionOk="0">
                      <a:moveTo>
                        <a:pt x="12" y="0"/>
                      </a:moveTo>
                      <a:lnTo>
                        <a:pt x="0" y="214"/>
                      </a:lnTo>
                      <a:lnTo>
                        <a:pt x="2846" y="429"/>
                      </a:lnTo>
                      <a:lnTo>
                        <a:pt x="2869" y="21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1281;p29">
                  <a:extLst>
                    <a:ext uri="{FF2B5EF4-FFF2-40B4-BE49-F238E27FC236}">
                      <a16:creationId xmlns:a16="http://schemas.microsoft.com/office/drawing/2014/main" id="{C3B5195B-941E-06EA-281F-5ED87BE44537}"/>
                    </a:ext>
                  </a:extLst>
                </p:cNvPr>
                <p:cNvSpPr/>
                <p:nvPr/>
              </p:nvSpPr>
              <p:spPr>
                <a:xfrm>
                  <a:off x="2770190" y="2120348"/>
                  <a:ext cx="101978" cy="15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41" extrusionOk="0">
                      <a:moveTo>
                        <a:pt x="12" y="0"/>
                      </a:moveTo>
                      <a:lnTo>
                        <a:pt x="0" y="215"/>
                      </a:lnTo>
                      <a:lnTo>
                        <a:pt x="2846" y="441"/>
                      </a:lnTo>
                      <a:lnTo>
                        <a:pt x="2869" y="21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1282;p29">
                  <a:extLst>
                    <a:ext uri="{FF2B5EF4-FFF2-40B4-BE49-F238E27FC236}">
                      <a16:creationId xmlns:a16="http://schemas.microsoft.com/office/drawing/2014/main" id="{C6EEC30A-9124-F5A6-6FBF-77C52C37BEAA}"/>
                    </a:ext>
                  </a:extLst>
                </p:cNvPr>
                <p:cNvSpPr/>
                <p:nvPr/>
              </p:nvSpPr>
              <p:spPr>
                <a:xfrm>
                  <a:off x="2795987" y="1817003"/>
                  <a:ext cx="49106" cy="266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2" h="7502" extrusionOk="0">
                      <a:moveTo>
                        <a:pt x="691" y="215"/>
                      </a:moveTo>
                      <a:cubicBezTo>
                        <a:pt x="953" y="215"/>
                        <a:pt x="1167" y="429"/>
                        <a:pt x="1167" y="691"/>
                      </a:cubicBezTo>
                      <a:lnTo>
                        <a:pt x="1167" y="7275"/>
                      </a:lnTo>
                      <a:lnTo>
                        <a:pt x="227" y="7275"/>
                      </a:lnTo>
                      <a:lnTo>
                        <a:pt x="227" y="691"/>
                      </a:lnTo>
                      <a:cubicBezTo>
                        <a:pt x="227" y="429"/>
                        <a:pt x="429" y="215"/>
                        <a:pt x="691" y="215"/>
                      </a:cubicBezTo>
                      <a:close/>
                      <a:moveTo>
                        <a:pt x="691" y="0"/>
                      </a:moveTo>
                      <a:cubicBezTo>
                        <a:pt x="310" y="0"/>
                        <a:pt x="0" y="310"/>
                        <a:pt x="0" y="691"/>
                      </a:cubicBezTo>
                      <a:lnTo>
                        <a:pt x="0" y="7501"/>
                      </a:lnTo>
                      <a:lnTo>
                        <a:pt x="1381" y="7501"/>
                      </a:lnTo>
                      <a:lnTo>
                        <a:pt x="1381" y="691"/>
                      </a:lnTo>
                      <a:cubicBezTo>
                        <a:pt x="1381" y="310"/>
                        <a:pt x="1072" y="0"/>
                        <a:pt x="691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1283;p29">
                  <a:extLst>
                    <a:ext uri="{FF2B5EF4-FFF2-40B4-BE49-F238E27FC236}">
                      <a16:creationId xmlns:a16="http://schemas.microsoft.com/office/drawing/2014/main" id="{0B171414-A553-466C-05B1-86B3498CAEB8}"/>
                    </a:ext>
                  </a:extLst>
                </p:cNvPr>
                <p:cNvSpPr/>
                <p:nvPr/>
              </p:nvSpPr>
              <p:spPr>
                <a:xfrm>
                  <a:off x="2567937" y="1823755"/>
                  <a:ext cx="83395" cy="8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7" h="228" extrusionOk="0">
                      <a:moveTo>
                        <a:pt x="108" y="1"/>
                      </a:moveTo>
                      <a:cubicBezTo>
                        <a:pt x="48" y="1"/>
                        <a:pt x="1" y="49"/>
                        <a:pt x="1" y="120"/>
                      </a:cubicBezTo>
                      <a:cubicBezTo>
                        <a:pt x="1" y="180"/>
                        <a:pt x="48" y="227"/>
                        <a:pt x="108" y="227"/>
                      </a:cubicBezTo>
                      <a:lnTo>
                        <a:pt x="2239" y="227"/>
                      </a:lnTo>
                      <a:cubicBezTo>
                        <a:pt x="2299" y="227"/>
                        <a:pt x="2346" y="180"/>
                        <a:pt x="2346" y="120"/>
                      </a:cubicBezTo>
                      <a:cubicBezTo>
                        <a:pt x="2346" y="49"/>
                        <a:pt x="2299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1284;p29">
                  <a:extLst>
                    <a:ext uri="{FF2B5EF4-FFF2-40B4-BE49-F238E27FC236}">
                      <a16:creationId xmlns:a16="http://schemas.microsoft.com/office/drawing/2014/main" id="{6ECC3C9E-E6DE-9B24-72C0-48B166A3102C}"/>
                    </a:ext>
                  </a:extLst>
                </p:cNvPr>
                <p:cNvSpPr/>
                <p:nvPr/>
              </p:nvSpPr>
              <p:spPr>
                <a:xfrm>
                  <a:off x="2990174" y="1823755"/>
                  <a:ext cx="83359" cy="8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8" extrusionOk="0">
                      <a:moveTo>
                        <a:pt x="107" y="1"/>
                      </a:moveTo>
                      <a:cubicBezTo>
                        <a:pt x="48" y="1"/>
                        <a:pt x="0" y="49"/>
                        <a:pt x="0" y="120"/>
                      </a:cubicBezTo>
                      <a:cubicBezTo>
                        <a:pt x="0" y="180"/>
                        <a:pt x="48" y="227"/>
                        <a:pt x="107" y="227"/>
                      </a:cubicBezTo>
                      <a:lnTo>
                        <a:pt x="2239" y="227"/>
                      </a:lnTo>
                      <a:cubicBezTo>
                        <a:pt x="2298" y="227"/>
                        <a:pt x="2346" y="180"/>
                        <a:pt x="2346" y="120"/>
                      </a:cubicBezTo>
                      <a:cubicBezTo>
                        <a:pt x="2346" y="49"/>
                        <a:pt x="2298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1285;p29">
                  <a:extLst>
                    <a:ext uri="{FF2B5EF4-FFF2-40B4-BE49-F238E27FC236}">
                      <a16:creationId xmlns:a16="http://schemas.microsoft.com/office/drawing/2014/main" id="{DAEF096F-C745-4273-F464-7F221062BE85}"/>
                    </a:ext>
                  </a:extLst>
                </p:cNvPr>
                <p:cNvSpPr/>
                <p:nvPr/>
              </p:nvSpPr>
              <p:spPr>
                <a:xfrm>
                  <a:off x="2640282" y="1946450"/>
                  <a:ext cx="62253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728" extrusionOk="0">
                      <a:moveTo>
                        <a:pt x="1630" y="1"/>
                      </a:moveTo>
                      <a:cubicBezTo>
                        <a:pt x="1602" y="1"/>
                        <a:pt x="1572" y="13"/>
                        <a:pt x="1549" y="36"/>
                      </a:cubicBezTo>
                      <a:lnTo>
                        <a:pt x="48" y="1537"/>
                      </a:lnTo>
                      <a:cubicBezTo>
                        <a:pt x="1" y="1584"/>
                        <a:pt x="1" y="1656"/>
                        <a:pt x="48" y="1691"/>
                      </a:cubicBezTo>
                      <a:cubicBezTo>
                        <a:pt x="60" y="1715"/>
                        <a:pt x="96" y="1727"/>
                        <a:pt x="120" y="1727"/>
                      </a:cubicBezTo>
                      <a:cubicBezTo>
                        <a:pt x="156" y="1727"/>
                        <a:pt x="179" y="1715"/>
                        <a:pt x="203" y="1691"/>
                      </a:cubicBezTo>
                      <a:lnTo>
                        <a:pt x="1703" y="191"/>
                      </a:lnTo>
                      <a:cubicBezTo>
                        <a:pt x="1751" y="144"/>
                        <a:pt x="1751" y="72"/>
                        <a:pt x="1703" y="36"/>
                      </a:cubicBezTo>
                      <a:cubicBezTo>
                        <a:pt x="1686" y="13"/>
                        <a:pt x="1659" y="1"/>
                        <a:pt x="1630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1286;p29">
                  <a:extLst>
                    <a:ext uri="{FF2B5EF4-FFF2-40B4-BE49-F238E27FC236}">
                      <a16:creationId xmlns:a16="http://schemas.microsoft.com/office/drawing/2014/main" id="{30CB0530-B552-3096-3AF4-D817223DB8B4}"/>
                    </a:ext>
                  </a:extLst>
                </p:cNvPr>
                <p:cNvSpPr/>
                <p:nvPr/>
              </p:nvSpPr>
              <p:spPr>
                <a:xfrm>
                  <a:off x="2938971" y="1647760"/>
                  <a:ext cx="62217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728" extrusionOk="0">
                      <a:moveTo>
                        <a:pt x="1626" y="1"/>
                      </a:moveTo>
                      <a:cubicBezTo>
                        <a:pt x="1599" y="1"/>
                        <a:pt x="1572" y="13"/>
                        <a:pt x="1548" y="37"/>
                      </a:cubicBezTo>
                      <a:lnTo>
                        <a:pt x="48" y="1537"/>
                      </a:lnTo>
                      <a:cubicBezTo>
                        <a:pt x="1" y="1584"/>
                        <a:pt x="1" y="1656"/>
                        <a:pt x="48" y="1692"/>
                      </a:cubicBezTo>
                      <a:cubicBezTo>
                        <a:pt x="60" y="1715"/>
                        <a:pt x="96" y="1727"/>
                        <a:pt x="120" y="1727"/>
                      </a:cubicBezTo>
                      <a:cubicBezTo>
                        <a:pt x="144" y="1727"/>
                        <a:pt x="179" y="1715"/>
                        <a:pt x="191" y="1692"/>
                      </a:cubicBezTo>
                      <a:lnTo>
                        <a:pt x="1703" y="191"/>
                      </a:lnTo>
                      <a:cubicBezTo>
                        <a:pt x="1751" y="144"/>
                        <a:pt x="1751" y="72"/>
                        <a:pt x="1703" y="37"/>
                      </a:cubicBezTo>
                      <a:cubicBezTo>
                        <a:pt x="1679" y="13"/>
                        <a:pt x="1653" y="1"/>
                        <a:pt x="1626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1287;p29">
                  <a:extLst>
                    <a:ext uri="{FF2B5EF4-FFF2-40B4-BE49-F238E27FC236}">
                      <a16:creationId xmlns:a16="http://schemas.microsoft.com/office/drawing/2014/main" id="{81A446EC-7B6D-830E-B7BD-18D618AA30B5}"/>
                    </a:ext>
                  </a:extLst>
                </p:cNvPr>
                <p:cNvSpPr/>
                <p:nvPr/>
              </p:nvSpPr>
              <p:spPr>
                <a:xfrm>
                  <a:off x="2816703" y="1575025"/>
                  <a:ext cx="8066" cy="8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" h="2346" extrusionOk="0">
                      <a:moveTo>
                        <a:pt x="108" y="0"/>
                      </a:moveTo>
                      <a:cubicBezTo>
                        <a:pt x="48" y="0"/>
                        <a:pt x="1" y="48"/>
                        <a:pt x="1" y="107"/>
                      </a:cubicBezTo>
                      <a:lnTo>
                        <a:pt x="1" y="2238"/>
                      </a:lnTo>
                      <a:cubicBezTo>
                        <a:pt x="1" y="2298"/>
                        <a:pt x="48" y="2346"/>
                        <a:pt x="108" y="2346"/>
                      </a:cubicBezTo>
                      <a:cubicBezTo>
                        <a:pt x="167" y="2346"/>
                        <a:pt x="227" y="2298"/>
                        <a:pt x="227" y="2238"/>
                      </a:cubicBezTo>
                      <a:lnTo>
                        <a:pt x="227" y="107"/>
                      </a:lnTo>
                      <a:cubicBezTo>
                        <a:pt x="227" y="48"/>
                        <a:pt x="167" y="0"/>
                        <a:pt x="10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88;p29">
                  <a:extLst>
                    <a:ext uri="{FF2B5EF4-FFF2-40B4-BE49-F238E27FC236}">
                      <a16:creationId xmlns:a16="http://schemas.microsoft.com/office/drawing/2014/main" id="{3167FE16-CB04-7F7C-BC2C-68383BEF4E9F}"/>
                    </a:ext>
                  </a:extLst>
                </p:cNvPr>
                <p:cNvSpPr/>
                <p:nvPr/>
              </p:nvSpPr>
              <p:spPr>
                <a:xfrm>
                  <a:off x="2938971" y="1946450"/>
                  <a:ext cx="62217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728" extrusionOk="0">
                      <a:moveTo>
                        <a:pt x="120" y="1"/>
                      </a:moveTo>
                      <a:cubicBezTo>
                        <a:pt x="93" y="1"/>
                        <a:pt x="66" y="13"/>
                        <a:pt x="48" y="36"/>
                      </a:cubicBezTo>
                      <a:cubicBezTo>
                        <a:pt x="1" y="72"/>
                        <a:pt x="1" y="144"/>
                        <a:pt x="48" y="191"/>
                      </a:cubicBezTo>
                      <a:lnTo>
                        <a:pt x="1548" y="1691"/>
                      </a:lnTo>
                      <a:cubicBezTo>
                        <a:pt x="1572" y="1715"/>
                        <a:pt x="1596" y="1727"/>
                        <a:pt x="1632" y="1727"/>
                      </a:cubicBezTo>
                      <a:cubicBezTo>
                        <a:pt x="1656" y="1727"/>
                        <a:pt x="1679" y="1715"/>
                        <a:pt x="1703" y="1691"/>
                      </a:cubicBezTo>
                      <a:cubicBezTo>
                        <a:pt x="1751" y="1656"/>
                        <a:pt x="1751" y="1584"/>
                        <a:pt x="1703" y="1537"/>
                      </a:cubicBezTo>
                      <a:lnTo>
                        <a:pt x="191" y="36"/>
                      </a:lnTo>
                      <a:cubicBezTo>
                        <a:pt x="173" y="13"/>
                        <a:pt x="146" y="1"/>
                        <a:pt x="120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89;p29">
                  <a:extLst>
                    <a:ext uri="{FF2B5EF4-FFF2-40B4-BE49-F238E27FC236}">
                      <a16:creationId xmlns:a16="http://schemas.microsoft.com/office/drawing/2014/main" id="{F76C7F7E-0683-4E53-6C88-F368AF769585}"/>
                    </a:ext>
                  </a:extLst>
                </p:cNvPr>
                <p:cNvSpPr/>
                <p:nvPr/>
              </p:nvSpPr>
              <p:spPr>
                <a:xfrm>
                  <a:off x="2640282" y="1647760"/>
                  <a:ext cx="62253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728" extrusionOk="0">
                      <a:moveTo>
                        <a:pt x="121" y="1"/>
                      </a:moveTo>
                      <a:cubicBezTo>
                        <a:pt x="93" y="1"/>
                        <a:pt x="66" y="13"/>
                        <a:pt x="48" y="37"/>
                      </a:cubicBezTo>
                      <a:cubicBezTo>
                        <a:pt x="1" y="72"/>
                        <a:pt x="1" y="144"/>
                        <a:pt x="48" y="191"/>
                      </a:cubicBezTo>
                      <a:lnTo>
                        <a:pt x="1549" y="1692"/>
                      </a:lnTo>
                      <a:cubicBezTo>
                        <a:pt x="1572" y="1715"/>
                        <a:pt x="1596" y="1727"/>
                        <a:pt x="1632" y="1727"/>
                      </a:cubicBezTo>
                      <a:cubicBezTo>
                        <a:pt x="1656" y="1727"/>
                        <a:pt x="1680" y="1715"/>
                        <a:pt x="1703" y="1692"/>
                      </a:cubicBezTo>
                      <a:cubicBezTo>
                        <a:pt x="1751" y="1656"/>
                        <a:pt x="1751" y="1584"/>
                        <a:pt x="1703" y="1537"/>
                      </a:cubicBezTo>
                      <a:lnTo>
                        <a:pt x="203" y="37"/>
                      </a:lnTo>
                      <a:cubicBezTo>
                        <a:pt x="179" y="13"/>
                        <a:pt x="150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90;p29">
                  <a:extLst>
                    <a:ext uri="{FF2B5EF4-FFF2-40B4-BE49-F238E27FC236}">
                      <a16:creationId xmlns:a16="http://schemas.microsoft.com/office/drawing/2014/main" id="{9DD8F0E9-AD17-06D6-4B03-D8261EBF99DF}"/>
                    </a:ext>
                  </a:extLst>
                </p:cNvPr>
                <p:cNvSpPr/>
                <p:nvPr/>
              </p:nvSpPr>
              <p:spPr>
                <a:xfrm>
                  <a:off x="2853515" y="1726217"/>
                  <a:ext cx="84638" cy="109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2" h="3080" extrusionOk="0">
                      <a:moveTo>
                        <a:pt x="118" y="0"/>
                      </a:moveTo>
                      <a:cubicBezTo>
                        <a:pt x="72" y="0"/>
                        <a:pt x="31" y="32"/>
                        <a:pt x="12" y="79"/>
                      </a:cubicBezTo>
                      <a:cubicBezTo>
                        <a:pt x="1" y="138"/>
                        <a:pt x="36" y="198"/>
                        <a:pt x="96" y="210"/>
                      </a:cubicBezTo>
                      <a:cubicBezTo>
                        <a:pt x="108" y="222"/>
                        <a:pt x="1894" y="734"/>
                        <a:pt x="2156" y="2984"/>
                      </a:cubicBezTo>
                      <a:cubicBezTo>
                        <a:pt x="2156" y="3032"/>
                        <a:pt x="2203" y="3079"/>
                        <a:pt x="2263" y="3079"/>
                      </a:cubicBezTo>
                      <a:lnTo>
                        <a:pt x="2275" y="3079"/>
                      </a:lnTo>
                      <a:cubicBezTo>
                        <a:pt x="2334" y="3067"/>
                        <a:pt x="2382" y="3020"/>
                        <a:pt x="2370" y="2960"/>
                      </a:cubicBezTo>
                      <a:cubicBezTo>
                        <a:pt x="2096" y="567"/>
                        <a:pt x="167" y="8"/>
                        <a:pt x="155" y="8"/>
                      </a:cubicBezTo>
                      <a:cubicBezTo>
                        <a:pt x="143" y="2"/>
                        <a:pt x="130" y="0"/>
                        <a:pt x="11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" name="Google Shape;1291;p29">
                <a:extLst>
                  <a:ext uri="{FF2B5EF4-FFF2-40B4-BE49-F238E27FC236}">
                    <a16:creationId xmlns:a16="http://schemas.microsoft.com/office/drawing/2014/main" id="{78A6CD95-78AD-15DC-CA70-A965E12BF688}"/>
                  </a:ext>
                </a:extLst>
              </p:cNvPr>
              <p:cNvSpPr/>
              <p:nvPr/>
            </p:nvSpPr>
            <p:spPr>
              <a:xfrm>
                <a:off x="2174908" y="2732081"/>
                <a:ext cx="1291642" cy="440034"/>
              </a:xfrm>
              <a:custGeom>
                <a:avLst/>
                <a:gdLst/>
                <a:ahLst/>
                <a:cxnLst/>
                <a:rect l="l" t="t" r="r" b="b"/>
                <a:pathLst>
                  <a:path w="36351" h="12384" extrusionOk="0">
                    <a:moveTo>
                      <a:pt x="1" y="1"/>
                    </a:moveTo>
                    <a:lnTo>
                      <a:pt x="1" y="1358"/>
                    </a:lnTo>
                    <a:cubicBezTo>
                      <a:pt x="2430" y="1644"/>
                      <a:pt x="4311" y="3692"/>
                      <a:pt x="4311" y="6192"/>
                    </a:cubicBezTo>
                    <a:cubicBezTo>
                      <a:pt x="4311" y="8692"/>
                      <a:pt x="2430" y="10752"/>
                      <a:pt x="1" y="11038"/>
                    </a:cubicBezTo>
                    <a:lnTo>
                      <a:pt x="1" y="12383"/>
                    </a:lnTo>
                    <a:lnTo>
                      <a:pt x="32041" y="12383"/>
                    </a:lnTo>
                    <a:lnTo>
                      <a:pt x="32041" y="10502"/>
                    </a:lnTo>
                    <a:cubicBezTo>
                      <a:pt x="34422" y="10502"/>
                      <a:pt x="36351" y="8573"/>
                      <a:pt x="36351" y="6192"/>
                    </a:cubicBezTo>
                    <a:cubicBezTo>
                      <a:pt x="36351" y="3823"/>
                      <a:pt x="34422" y="1894"/>
                      <a:pt x="32041" y="1894"/>
                    </a:cubicBezTo>
                    <a:lnTo>
                      <a:pt x="32041" y="1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-GB" sz="1867" kern="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Week 4</a:t>
                </a:r>
              </a:p>
              <a:p>
                <a:pPr algn="ctr" defTabSz="1219170">
                  <a:buClr>
                    <a:srgbClr val="000000"/>
                  </a:buClr>
                </a:pPr>
                <a:r>
                  <a:rPr lang="en-GB" sz="1867" kern="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- Session 1</a:t>
                </a:r>
                <a:endParaRPr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51" name="Google Shape;1292;p29">
                <a:extLst>
                  <a:ext uri="{FF2B5EF4-FFF2-40B4-BE49-F238E27FC236}">
                    <a16:creationId xmlns:a16="http://schemas.microsoft.com/office/drawing/2014/main" id="{3D614B85-04CC-E722-5D1E-3DCD840C736F}"/>
                  </a:ext>
                </a:extLst>
              </p:cNvPr>
              <p:cNvSpPr/>
              <p:nvPr/>
            </p:nvSpPr>
            <p:spPr>
              <a:xfrm>
                <a:off x="2785398" y="2235403"/>
                <a:ext cx="63070" cy="63070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775" extrusionOk="0">
                    <a:moveTo>
                      <a:pt x="882" y="1"/>
                    </a:moveTo>
                    <a:cubicBezTo>
                      <a:pt x="394" y="1"/>
                      <a:pt x="1" y="394"/>
                      <a:pt x="1" y="882"/>
                    </a:cubicBezTo>
                    <a:cubicBezTo>
                      <a:pt x="1" y="1382"/>
                      <a:pt x="394" y="1775"/>
                      <a:pt x="882" y="1775"/>
                    </a:cubicBezTo>
                    <a:cubicBezTo>
                      <a:pt x="1370" y="1775"/>
                      <a:pt x="1775" y="1382"/>
                      <a:pt x="1775" y="882"/>
                    </a:cubicBezTo>
                    <a:cubicBezTo>
                      <a:pt x="1775" y="394"/>
                      <a:pt x="1370" y="1"/>
                      <a:pt x="8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293;p29">
                <a:extLst>
                  <a:ext uri="{FF2B5EF4-FFF2-40B4-BE49-F238E27FC236}">
                    <a16:creationId xmlns:a16="http://schemas.microsoft.com/office/drawing/2014/main" id="{37D2F85F-D079-957C-CC7D-CF70C5750FA8}"/>
                  </a:ext>
                </a:extLst>
              </p:cNvPr>
              <p:cNvSpPr txBox="1"/>
              <p:nvPr/>
            </p:nvSpPr>
            <p:spPr>
              <a:xfrm>
                <a:off x="2164556" y="3398663"/>
                <a:ext cx="125268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Quantitative Data Analysis Techniques</a:t>
                </a:r>
              </a:p>
            </p:txBody>
          </p:sp>
        </p:grpSp>
      </p:grpSp>
      <p:grpSp>
        <p:nvGrpSpPr>
          <p:cNvPr id="1219" name="Google Shape;1294;p29">
            <a:extLst>
              <a:ext uri="{FF2B5EF4-FFF2-40B4-BE49-F238E27FC236}">
                <a16:creationId xmlns:a16="http://schemas.microsoft.com/office/drawing/2014/main" id="{232B7F62-564C-948F-79B2-C526CC306B5A}"/>
              </a:ext>
            </a:extLst>
          </p:cNvPr>
          <p:cNvGrpSpPr/>
          <p:nvPr/>
        </p:nvGrpSpPr>
        <p:grpSpPr>
          <a:xfrm>
            <a:off x="4285334" y="3712725"/>
            <a:ext cx="1721621" cy="3043756"/>
            <a:chOff x="3342590" y="1650745"/>
            <a:chExt cx="1291216" cy="2282817"/>
          </a:xfrm>
        </p:grpSpPr>
        <p:sp>
          <p:nvSpPr>
            <p:cNvPr id="1220" name="Google Shape;1295;p29">
              <a:extLst>
                <a:ext uri="{FF2B5EF4-FFF2-40B4-BE49-F238E27FC236}">
                  <a16:creationId xmlns:a16="http://schemas.microsoft.com/office/drawing/2014/main" id="{FCC4E8BB-BD10-BF14-4290-1CD5788AB54E}"/>
                </a:ext>
              </a:extLst>
            </p:cNvPr>
            <p:cNvSpPr/>
            <p:nvPr/>
          </p:nvSpPr>
          <p:spPr>
            <a:xfrm>
              <a:off x="3978451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67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21" name="Google Shape;1296;p29">
              <a:extLst>
                <a:ext uri="{FF2B5EF4-FFF2-40B4-BE49-F238E27FC236}">
                  <a16:creationId xmlns:a16="http://schemas.microsoft.com/office/drawing/2014/main" id="{3041892F-88D2-C97B-1CCD-7865BAF27C23}"/>
                </a:ext>
              </a:extLst>
            </p:cNvPr>
            <p:cNvGrpSpPr/>
            <p:nvPr/>
          </p:nvGrpSpPr>
          <p:grpSpPr>
            <a:xfrm>
              <a:off x="3826157" y="1650745"/>
              <a:ext cx="324092" cy="498805"/>
              <a:chOff x="3826157" y="1650745"/>
              <a:chExt cx="324092" cy="498805"/>
            </a:xfrm>
          </p:grpSpPr>
          <p:sp>
            <p:nvSpPr>
              <p:cNvPr id="1225" name="Google Shape;1297;p29">
                <a:extLst>
                  <a:ext uri="{FF2B5EF4-FFF2-40B4-BE49-F238E27FC236}">
                    <a16:creationId xmlns:a16="http://schemas.microsoft.com/office/drawing/2014/main" id="{02E3F281-3AEF-B6A1-7AF1-0C04CBD48523}"/>
                  </a:ext>
                </a:extLst>
              </p:cNvPr>
              <p:cNvSpPr/>
              <p:nvPr/>
            </p:nvSpPr>
            <p:spPr>
              <a:xfrm>
                <a:off x="3850248" y="1674446"/>
                <a:ext cx="275874" cy="275839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7763" extrusionOk="0">
                    <a:moveTo>
                      <a:pt x="3882" y="226"/>
                    </a:moveTo>
                    <a:cubicBezTo>
                      <a:pt x="5906" y="226"/>
                      <a:pt x="7549" y="1869"/>
                      <a:pt x="7549" y="3881"/>
                    </a:cubicBezTo>
                    <a:cubicBezTo>
                      <a:pt x="7549" y="5906"/>
                      <a:pt x="5906" y="7549"/>
                      <a:pt x="3882" y="7549"/>
                    </a:cubicBezTo>
                    <a:cubicBezTo>
                      <a:pt x="1858" y="7549"/>
                      <a:pt x="215" y="5906"/>
                      <a:pt x="215" y="3881"/>
                    </a:cubicBezTo>
                    <a:cubicBezTo>
                      <a:pt x="215" y="1869"/>
                      <a:pt x="1858" y="226"/>
                      <a:pt x="3882" y="226"/>
                    </a:cubicBezTo>
                    <a:close/>
                    <a:moveTo>
                      <a:pt x="3882" y="0"/>
                    </a:moveTo>
                    <a:cubicBezTo>
                      <a:pt x="1739" y="0"/>
                      <a:pt x="1" y="1750"/>
                      <a:pt x="1" y="3881"/>
                    </a:cubicBezTo>
                    <a:cubicBezTo>
                      <a:pt x="1" y="6025"/>
                      <a:pt x="1739" y="7763"/>
                      <a:pt x="3882" y="7763"/>
                    </a:cubicBezTo>
                    <a:cubicBezTo>
                      <a:pt x="6025" y="7763"/>
                      <a:pt x="7764" y="6025"/>
                      <a:pt x="7764" y="3881"/>
                    </a:cubicBezTo>
                    <a:cubicBezTo>
                      <a:pt x="7764" y="1750"/>
                      <a:pt x="6025" y="0"/>
                      <a:pt x="3882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98;p29">
                <a:extLst>
                  <a:ext uri="{FF2B5EF4-FFF2-40B4-BE49-F238E27FC236}">
                    <a16:creationId xmlns:a16="http://schemas.microsoft.com/office/drawing/2014/main" id="{56FD8E37-2DE4-6F2D-FAA6-BD3D68CFC1A2}"/>
                  </a:ext>
                </a:extLst>
              </p:cNvPr>
              <p:cNvSpPr/>
              <p:nvPr/>
            </p:nvSpPr>
            <p:spPr>
              <a:xfrm>
                <a:off x="3826157" y="1650745"/>
                <a:ext cx="324092" cy="498805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14038" extrusionOk="0">
                    <a:moveTo>
                      <a:pt x="4560" y="215"/>
                    </a:moveTo>
                    <a:cubicBezTo>
                      <a:pt x="6953" y="215"/>
                      <a:pt x="8894" y="2167"/>
                      <a:pt x="8894" y="4548"/>
                    </a:cubicBezTo>
                    <a:cubicBezTo>
                      <a:pt x="8894" y="6573"/>
                      <a:pt x="7501" y="8275"/>
                      <a:pt x="5620" y="8751"/>
                    </a:cubicBezTo>
                    <a:cubicBezTo>
                      <a:pt x="5548" y="8775"/>
                      <a:pt x="5477" y="8787"/>
                      <a:pt x="5405" y="8811"/>
                    </a:cubicBezTo>
                    <a:cubicBezTo>
                      <a:pt x="5132" y="8859"/>
                      <a:pt x="4846" y="8894"/>
                      <a:pt x="4560" y="8894"/>
                    </a:cubicBezTo>
                    <a:cubicBezTo>
                      <a:pt x="4274" y="8894"/>
                      <a:pt x="3989" y="8859"/>
                      <a:pt x="3715" y="8811"/>
                    </a:cubicBezTo>
                    <a:cubicBezTo>
                      <a:pt x="3643" y="8787"/>
                      <a:pt x="3572" y="8775"/>
                      <a:pt x="3489" y="8751"/>
                    </a:cubicBezTo>
                    <a:cubicBezTo>
                      <a:pt x="1619" y="8275"/>
                      <a:pt x="226" y="6573"/>
                      <a:pt x="226" y="4548"/>
                    </a:cubicBezTo>
                    <a:cubicBezTo>
                      <a:pt x="226" y="2167"/>
                      <a:pt x="2167" y="215"/>
                      <a:pt x="4560" y="215"/>
                    </a:cubicBezTo>
                    <a:close/>
                    <a:moveTo>
                      <a:pt x="5405" y="9025"/>
                    </a:moveTo>
                    <a:lnTo>
                      <a:pt x="5405" y="12978"/>
                    </a:lnTo>
                    <a:cubicBezTo>
                      <a:pt x="5405" y="13442"/>
                      <a:pt x="5024" y="13823"/>
                      <a:pt x="4560" y="13823"/>
                    </a:cubicBezTo>
                    <a:cubicBezTo>
                      <a:pt x="4096" y="13823"/>
                      <a:pt x="3715" y="13442"/>
                      <a:pt x="3715" y="12978"/>
                    </a:cubicBezTo>
                    <a:lnTo>
                      <a:pt x="3715" y="9025"/>
                    </a:lnTo>
                    <a:cubicBezTo>
                      <a:pt x="3989" y="9073"/>
                      <a:pt x="4274" y="9109"/>
                      <a:pt x="4560" y="9109"/>
                    </a:cubicBezTo>
                    <a:cubicBezTo>
                      <a:pt x="4846" y="9109"/>
                      <a:pt x="5132" y="9073"/>
                      <a:pt x="5405" y="9025"/>
                    </a:cubicBezTo>
                    <a:close/>
                    <a:moveTo>
                      <a:pt x="4560" y="0"/>
                    </a:moveTo>
                    <a:cubicBezTo>
                      <a:pt x="2048" y="0"/>
                      <a:pt x="0" y="2036"/>
                      <a:pt x="0" y="4548"/>
                    </a:cubicBezTo>
                    <a:cubicBezTo>
                      <a:pt x="0" y="6704"/>
                      <a:pt x="1500" y="8501"/>
                      <a:pt x="3489" y="8978"/>
                    </a:cubicBezTo>
                    <a:lnTo>
                      <a:pt x="3489" y="12978"/>
                    </a:lnTo>
                    <a:cubicBezTo>
                      <a:pt x="3489" y="13561"/>
                      <a:pt x="3977" y="14038"/>
                      <a:pt x="4560" y="14038"/>
                    </a:cubicBezTo>
                    <a:cubicBezTo>
                      <a:pt x="5144" y="14038"/>
                      <a:pt x="5620" y="13561"/>
                      <a:pt x="5620" y="12978"/>
                    </a:cubicBezTo>
                    <a:lnTo>
                      <a:pt x="5620" y="8978"/>
                    </a:lnTo>
                    <a:cubicBezTo>
                      <a:pt x="7620" y="8501"/>
                      <a:pt x="9120" y="6704"/>
                      <a:pt x="9120" y="4548"/>
                    </a:cubicBezTo>
                    <a:cubicBezTo>
                      <a:pt x="9120" y="2036"/>
                      <a:pt x="7072" y="0"/>
                      <a:pt x="456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99;p29">
                <a:extLst>
                  <a:ext uri="{FF2B5EF4-FFF2-40B4-BE49-F238E27FC236}">
                    <a16:creationId xmlns:a16="http://schemas.microsoft.com/office/drawing/2014/main" id="{49B90CAA-F351-61BF-382D-B98F50FCE897}"/>
                  </a:ext>
                </a:extLst>
              </p:cNvPr>
              <p:cNvSpPr/>
              <p:nvPr/>
            </p:nvSpPr>
            <p:spPr>
              <a:xfrm>
                <a:off x="4003821" y="1713781"/>
                <a:ext cx="104110" cy="183206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15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5"/>
                      <a:pt x="108" y="215"/>
                    </a:cubicBezTo>
                    <a:cubicBezTo>
                      <a:pt x="822" y="215"/>
                      <a:pt x="1989" y="834"/>
                      <a:pt x="2299" y="2001"/>
                    </a:cubicBezTo>
                    <a:cubicBezTo>
                      <a:pt x="2691" y="3501"/>
                      <a:pt x="1977" y="4572"/>
                      <a:pt x="1489" y="4965"/>
                    </a:cubicBezTo>
                    <a:cubicBezTo>
                      <a:pt x="1441" y="5001"/>
                      <a:pt x="1441" y="5072"/>
                      <a:pt x="1477" y="5120"/>
                    </a:cubicBezTo>
                    <a:cubicBezTo>
                      <a:pt x="1501" y="5144"/>
                      <a:pt x="1525" y="5156"/>
                      <a:pt x="1560" y="5156"/>
                    </a:cubicBezTo>
                    <a:cubicBezTo>
                      <a:pt x="1584" y="5156"/>
                      <a:pt x="1608" y="5156"/>
                      <a:pt x="1632" y="5132"/>
                    </a:cubicBezTo>
                    <a:cubicBezTo>
                      <a:pt x="2156" y="4703"/>
                      <a:pt x="2930" y="3548"/>
                      <a:pt x="2501" y="1953"/>
                    </a:cubicBezTo>
                    <a:cubicBezTo>
                      <a:pt x="2168" y="679"/>
                      <a:pt x="894" y="0"/>
                      <a:pt x="10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2" name="Google Shape;1300;p29">
              <a:extLst>
                <a:ext uri="{FF2B5EF4-FFF2-40B4-BE49-F238E27FC236}">
                  <a16:creationId xmlns:a16="http://schemas.microsoft.com/office/drawing/2014/main" id="{B5211A2C-B9CF-480A-A9B5-065A7CB2FB18}"/>
                </a:ext>
              </a:extLst>
            </p:cNvPr>
            <p:cNvSpPr/>
            <p:nvPr/>
          </p:nvSpPr>
          <p:spPr>
            <a:xfrm>
              <a:off x="3342590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chemeClr val="accent5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4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</a:p>
          </p:txBody>
        </p:sp>
        <p:sp>
          <p:nvSpPr>
            <p:cNvPr id="1223" name="Google Shape;1301;p29">
              <a:extLst>
                <a:ext uri="{FF2B5EF4-FFF2-40B4-BE49-F238E27FC236}">
                  <a16:creationId xmlns:a16="http://schemas.microsoft.com/office/drawing/2014/main" id="{EB25EDFA-D3D0-F4AE-1426-7E792F99E530}"/>
                </a:ext>
              </a:extLst>
            </p:cNvPr>
            <p:cNvSpPr/>
            <p:nvPr/>
          </p:nvSpPr>
          <p:spPr>
            <a:xfrm>
              <a:off x="3952654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82"/>
                    <a:pt x="405" y="1775"/>
                    <a:pt x="893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4" name="Google Shape;1302;p29">
              <a:extLst>
                <a:ext uri="{FF2B5EF4-FFF2-40B4-BE49-F238E27FC236}">
                  <a16:creationId xmlns:a16="http://schemas.microsoft.com/office/drawing/2014/main" id="{2A4C2FC4-638A-798D-9C0F-097BDA9C59CD}"/>
                </a:ext>
              </a:extLst>
            </p:cNvPr>
            <p:cNvSpPr txBox="1"/>
            <p:nvPr/>
          </p:nvSpPr>
          <p:spPr>
            <a:xfrm>
              <a:off x="33426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Qualitative Data Analysis Techniques</a:t>
              </a:r>
              <a:endParaRPr lang="en-US"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tack of magazines on table">
            <a:extLst>
              <a:ext uri="{FF2B5EF4-FFF2-40B4-BE49-F238E27FC236}">
                <a16:creationId xmlns:a16="http://schemas.microsoft.com/office/drawing/2014/main" id="{90064EA3-F8A2-BEDD-270C-568CC327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56" b="26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AD0F6-6A3B-16A5-4F4C-79D9D2DE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Assessment Overview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94D27C3-D109-4500-2CCD-048AC1477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87450" y="4396668"/>
            <a:ext cx="5217100" cy="116853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Module Guide | Assessment Brief</a:t>
            </a:r>
          </a:p>
        </p:txBody>
      </p:sp>
    </p:spTree>
    <p:extLst>
      <p:ext uri="{BB962C8B-B14F-4D97-AF65-F5344CB8AC3E}">
        <p14:creationId xmlns:p14="http://schemas.microsoft.com/office/powerpoint/2010/main" val="3519573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Part A – Written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2,500 words (±10%), fixed headings:</a:t>
            </a:r>
          </a:p>
          <a:p>
            <a:r>
              <a:t>Research Background &amp; Context (~400)</a:t>
            </a:r>
          </a:p>
          <a:p>
            <a:r>
              <a:t>Critical Literature Review (~900)</a:t>
            </a:r>
          </a:p>
          <a:p>
            <a:r>
              <a:t>Proposed Methodology (~900)</a:t>
            </a:r>
          </a:p>
          <a:p>
            <a:r>
              <a:t>Reflection (~300)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Part B – Recorded oral defence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4 minutes (±30 seconds)</a:t>
            </a:r>
          </a:p>
          <a:p>
            <a:r>
              <a:t>State your research question(s) as submitted</a:t>
            </a:r>
          </a:p>
          <a:p>
            <a:r>
              <a:t>Defend your proposal against one fixed methodological check</a:t>
            </a:r>
          </a:p>
          <a:p>
            <a:r>
              <a:t>Your own, unaided understanding – no AI tools, no scripts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Your portfolio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5750000"/>
            <a:ext cx="9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Report due at the end of Week 4  ·  Oral defence due at the end of Week 5  ·  Module Guide and Assessment Brief are on Moodle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177" y="2151782"/>
            <a:ext cx="6164349" cy="3560763"/>
          </a:xfrm>
        </p:spPr>
        <p:txBody>
          <a:bodyPr rtlCol="0"/>
          <a:lstStyle/>
          <a:p>
            <a:pPr rtl="0"/>
            <a:r>
              <a:rPr lang="en-GB" sz="2000" dirty="0"/>
              <a:t>Define research and explain why it matters in CS, IS and CY</a:t>
            </a:r>
          </a:p>
          <a:p>
            <a:pPr rtl="0"/>
            <a:r>
              <a:rPr lang="en-GB" sz="2000" dirty="0"/>
              <a:t>Distinguish types and kinds of research</a:t>
            </a:r>
          </a:p>
          <a:p>
            <a:pPr rtl="0"/>
            <a:r>
              <a:rPr lang="en-GB" sz="2000" dirty="0"/>
              <a:t>Recognise the qualities of good research</a:t>
            </a:r>
          </a:p>
          <a:p>
            <a:pPr rtl="0"/>
            <a:r>
              <a:rPr lang="en-GB" sz="2000" dirty="0"/>
              <a:t>Analyse a real research case and its impact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784436" cy="830997"/>
          </a:xfrm>
        </p:spPr>
        <p:txBody>
          <a:bodyPr rtlCol="0"/>
          <a:lstStyle/>
          <a:p>
            <a:pPr rtl="0"/>
            <a:r>
              <a:rPr lang="en-GB" sz="2400" dirty="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5582458" cy="3560763"/>
          </a:xfrm>
        </p:spPr>
        <p:txBody>
          <a:bodyPr rtlCol="0"/>
          <a:lstStyle/>
          <a:p>
            <a:pPr marL="0" indent="0" rtl="0">
              <a:buNone/>
            </a:pPr>
            <a:r>
              <a:rPr lang="en-US" dirty="0"/>
              <a:t>Research is a purposeful and organized </a:t>
            </a:r>
            <a:r>
              <a:rPr lang="en-GB" dirty="0"/>
              <a:t>endeavour which </a:t>
            </a:r>
            <a:r>
              <a:rPr lang="en-US" dirty="0"/>
              <a:t>uses strategies, processes and defined methods </a:t>
            </a:r>
            <a:r>
              <a:rPr lang="en-GB" dirty="0"/>
              <a:t>to </a:t>
            </a:r>
            <a:r>
              <a:rPr lang="en-US" dirty="0"/>
              <a:t>collect data or evidence for analysis to uncover new information, create better understanding of a topic or simply to restate existing findings. </a:t>
            </a:r>
          </a:p>
          <a:p>
            <a:pPr marL="0" indent="0" rtl="0">
              <a:buNone/>
            </a:pPr>
            <a:r>
              <a:rPr lang="en-US" dirty="0"/>
              <a:t>There are different types of research methods which use different tools for data collection.</a:t>
            </a:r>
          </a:p>
          <a:p>
            <a:pPr marL="0" indent="0" rtl="0">
              <a:buNone/>
            </a:pPr>
            <a:r>
              <a:rPr lang="en-US" dirty="0"/>
              <a:t>Research methods also provide a means to ensure that the </a:t>
            </a:r>
            <a:r>
              <a:rPr lang="en-GB" dirty="0"/>
              <a:t>practicalities of research, the tools used, and the process in and of itself will help you achieve a positive outcome to your Masters dissertation and beyond.</a:t>
            </a:r>
            <a:endParaRPr lang="en-US" dirty="0"/>
          </a:p>
          <a:p>
            <a:pPr marL="0" indent="0" rtl="0">
              <a:buNone/>
            </a:pPr>
            <a:endParaRPr lang="en-GB" dirty="0"/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544" r="22544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804429" cy="830997"/>
          </a:xfrm>
        </p:spPr>
        <p:txBody>
          <a:bodyPr rtlCol="0"/>
          <a:lstStyle/>
          <a:p>
            <a:pPr rtl="0"/>
            <a:r>
              <a:rPr lang="en-GB" dirty="0"/>
              <a:t>What’s it all about </a:t>
            </a:r>
            <a:br>
              <a:rPr lang="en-GB" dirty="0"/>
            </a:b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Twenty-First Century Postgraduate Research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AC3062E-20CB-CD01-601B-BF979B729A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0" t="806" r="-1981" b="-2499"/>
          <a:stretch/>
        </p:blipFill>
        <p:spPr>
          <a:xfrm>
            <a:off x="6023113" y="1502678"/>
            <a:ext cx="6095999" cy="4432087"/>
          </a:xfrm>
          <a:prstGeom prst="rect">
            <a:avLst/>
          </a:prstGeo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F5EF5-7F37-32D6-97AA-ED45863C3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GB" sz="4400" dirty="0"/>
              <a:t>Research in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0A49A-9FCD-5F68-3696-0C865A388519}"/>
              </a:ext>
            </a:extLst>
          </p:cNvPr>
          <p:cNvSpPr txBox="1"/>
          <p:nvPr/>
        </p:nvSpPr>
        <p:spPr>
          <a:xfrm>
            <a:off x="477077" y="1410450"/>
            <a:ext cx="52677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Computer Science (CS), Information Systems (IS), and Cybersecurity (CY) are related but distinct fields of study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CS focus on theories and underlying principles of Computing that IS, and CY take advantage of and leverage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Multidisciplinary research: Examines phenomena from multiple disciplinary perspectives Example: CY research combining software engineering and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Interdisciplinary research: Explores overlaps between disciplines for new insights Example: Integrated cybersecurity framework using computational mathematics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FBE35-6AB6-AB01-4DCA-5B3C94069717}"/>
              </a:ext>
            </a:extLst>
          </p:cNvPr>
          <p:cNvSpPr txBox="1"/>
          <p:nvPr/>
        </p:nvSpPr>
        <p:spPr>
          <a:xfrm>
            <a:off x="603802" y="5763879"/>
            <a:ext cx="5647911" cy="646331"/>
          </a:xfrm>
          <a:prstGeom prst="rect">
            <a:avLst/>
          </a:prstGeom>
          <a:noFill/>
          <a:ln>
            <a:solidFill>
              <a:srgbClr val="0033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/>
              <a:t>Conclusion: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Need for significant coupling of CS, DA, and CY research in academic and industry environments</a:t>
            </a:r>
            <a:endParaRPr lang="en-GB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320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Two broad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Basic / fundamental – knowledge for its own sake, with or without an application</a:t>
            </a:r>
          </a:p>
          <a:p>
            <a:r>
              <a:t>Applied – answers real-world problems: output, quality, function, cost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Common kinds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Descriptive – describes a new or little-known phenomenon</a:t>
            </a:r>
          </a:p>
          <a:p>
            <a:r>
              <a:t>Exploratory – investigates an unfamiliar problem</a:t>
            </a:r>
          </a:p>
          <a:p>
            <a:r>
              <a:t>Experimental – tests the effect of one variable; cause and effect</a:t>
            </a:r>
          </a:p>
          <a:p>
            <a:r>
              <a:t>Theoretical – examines and extends weak or incomplete theory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Types and kinds of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A6DE7-8CB7-F363-FE39-8FABEFF478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2555" y="1996402"/>
            <a:ext cx="4208386" cy="912812"/>
          </a:xfrm>
        </p:spPr>
        <p:txBody>
          <a:bodyPr/>
          <a:lstStyle/>
          <a:p>
            <a:r>
              <a:rPr lang="en-US"/>
              <a:t>A good researcher manifests thirst for new information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443DFA-F32F-179C-4465-D4D74E518F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3141" y="4776261"/>
            <a:ext cx="4208386" cy="912812"/>
          </a:xfrm>
        </p:spPr>
        <p:txBody>
          <a:bodyPr/>
          <a:lstStyle/>
          <a:p>
            <a:r>
              <a:rPr lang="en-US" dirty="0"/>
              <a:t>A good researcher applies a systematic approach in assessing situations.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9FB834-A368-C7D0-7ED7-ED5F99895C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83177" y="2888614"/>
            <a:ext cx="4208386" cy="912812"/>
          </a:xfrm>
        </p:spPr>
        <p:txBody>
          <a:bodyPr/>
          <a:lstStyle/>
          <a:p>
            <a:r>
              <a:rPr lang="en-US" dirty="0"/>
              <a:t>A good researcher likes to reflect or think about the things he encounters.</a:t>
            </a:r>
          </a:p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6D5A9A-E161-EFA6-45AF-BECF239003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27660" y="2037825"/>
            <a:ext cx="4208386" cy="912812"/>
          </a:xfrm>
        </p:spPr>
        <p:txBody>
          <a:bodyPr/>
          <a:lstStyle/>
          <a:p>
            <a:r>
              <a:rPr lang="en-US" dirty="0"/>
              <a:t>A good researcher has a keen sense of things around him.</a:t>
            </a:r>
          </a:p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70570F-EF2D-6B7F-59D5-F0801A5AA3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3141" y="2950637"/>
            <a:ext cx="4208386" cy="912812"/>
          </a:xfrm>
        </p:spPr>
        <p:txBody>
          <a:bodyPr/>
          <a:lstStyle/>
          <a:p>
            <a:r>
              <a:rPr lang="en-US" dirty="0"/>
              <a:t>A good researcher must be intelligent enough to express his ideas.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387835-ECE8-3586-05C8-F6806F81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rtlCol="0" anchor="t"/>
          <a:lstStyle/>
          <a:p>
            <a:r>
              <a:rPr lang="en-GB"/>
              <a:t>5 Qualities of a good researcher </a:t>
            </a:r>
            <a:r>
              <a:rPr lang="en-GB" sz="1800"/>
              <a:t>(</a:t>
            </a:r>
            <a:r>
              <a:rPr lang="en-GB" sz="1800" err="1"/>
              <a:t>Regoniel</a:t>
            </a:r>
            <a:r>
              <a:rPr lang="en-GB" sz="1800"/>
              <a:t>, 2014) 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28DD1A-1D18-5A3B-A04C-BF97C4A495E6}"/>
              </a:ext>
            </a:extLst>
          </p:cNvPr>
          <p:cNvSpPr txBox="1"/>
          <p:nvPr/>
        </p:nvSpPr>
        <p:spPr>
          <a:xfrm>
            <a:off x="178686" y="5767277"/>
            <a:ext cx="9557360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err="1"/>
              <a:t>Regoniel</a:t>
            </a:r>
            <a:r>
              <a:rPr lang="en-GB"/>
              <a:t>, P. (2014) </a:t>
            </a:r>
            <a:r>
              <a:rPr lang="en-US" i="1"/>
              <a:t>5 Qualities of a Good Researcher.</a:t>
            </a:r>
            <a:r>
              <a:rPr lang="en-US"/>
              <a:t> [Online] Available from </a:t>
            </a:r>
            <a:br>
              <a:rPr lang="en-US"/>
            </a:br>
            <a:r>
              <a:rPr lang="en-US"/>
              <a:t>https://simplyeducate.me/2012/10/24/5-qualities-of-a-good-researcher. </a:t>
            </a:r>
            <a:r>
              <a:rPr lang="en-US">
                <a:ea typeface="+mn-lt"/>
                <a:cs typeface="+mn-lt"/>
              </a:rPr>
              <a:t>[Accessed 20 January 2023].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057B23-83BE-7703-5F5D-672FAF682A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21224" r="14166" b="21939"/>
          <a:stretch/>
        </p:blipFill>
        <p:spPr>
          <a:xfrm>
            <a:off x="330200" y="3970465"/>
            <a:ext cx="5494661" cy="176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4114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Sound and trustworthy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Builds on the work of other researchers</a:t>
            </a:r>
          </a:p>
          <a:p>
            <a:r>
              <a:t>Replicable and doable</a:t>
            </a:r>
          </a:p>
          <a:p>
            <a:r>
              <a:t>Valid and verifiable</a:t>
            </a:r>
          </a:p>
          <a:p>
            <a:r>
              <a:t>Generalisable to other settings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Meaningful and sustained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Tied to theory; suggests future research</a:t>
            </a:r>
          </a:p>
          <a:p>
            <a:r>
              <a:t>Cyclical and incremental – generates new questions</a:t>
            </a:r>
          </a:p>
          <a:p>
            <a:r>
              <a:t>Applied – addresses a real problem and states its variables</a:t>
            </a:r>
          </a:p>
          <a:p>
            <a:r>
              <a:t>Driven by genuine interest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What makes for good research?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1F8A36-DC88-89DF-3E4D-FAEA19CE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Research Process – linear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6DCC8A0-7FCE-B467-7FF4-622127630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3648691"/>
              </p:ext>
            </p:extLst>
          </p:nvPr>
        </p:nvGraphicFramePr>
        <p:xfrm>
          <a:off x="621195" y="960828"/>
          <a:ext cx="10949609" cy="5532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08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ECEC7B-9358-61EF-8D42-0FC1835C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 </a:t>
            </a:r>
            <a:endParaRPr lang="en-GB" sz="4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A1113-4524-2852-6B70-9C62F99B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80" r="-2" b="-2"/>
          <a:stretch/>
        </p:blipFill>
        <p:spPr>
          <a:xfrm>
            <a:off x="182215" y="365760"/>
            <a:ext cx="3083499" cy="3347263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5FFB2-A5AC-699F-29F2-299D023C83C6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48594" y="365760"/>
            <a:ext cx="6110139" cy="6374674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GB" sz="2400" dirty="0" b="1"/>
              <a:t>Research Impact Case Study Analysis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Duration: about 60 minutes, in groups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Objective: analyse a real research case to identify its type of research, the qualities of good research it shows, and its impact in the real world.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</a:rPr>
              <a:t>Your worksheet has five parts: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1. Case study analysis – the problem, outputs, pathways to impact, types and evidence of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2. Impact pathway mapping – from initial problem to final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3. Reverse engineering the impact – swap cases with another group: challenges, alternative pathways, ways to extend the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4. Presentation and reflection – share your analysis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5. Personal impact reflection – who could benefit from your own research?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0F8967D-B057-7F37-F08C-40B342C8D1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561401"/>
              </p:ext>
            </p:extLst>
          </p:nvPr>
        </p:nvGraphicFramePr>
        <p:xfrm>
          <a:off x="9721293" y="324875"/>
          <a:ext cx="2324491" cy="4285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1786551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 sz="2400" b="0"/>
              <a:t>Spend 10 minutes just writing. Reflect on today’s session and capture any early ideas for your own research.</a:t>
            </a:r>
          </a:p>
          <a:p>
            <a:r>
              <a:rPr sz="2400" b="0"/>
              <a:t>What surprised you about research today?</a:t>
            </a:r>
          </a:p>
          <a:p>
            <a:r>
              <a:rPr sz="2400" b="0"/>
              <a:t>Which broad topic area interests you, and why?</a:t>
            </a:r>
          </a:p>
          <a:p>
            <a:r>
              <a:rPr sz="2400" b="0"/>
              <a:t>Which research skills do you already have – and which do you need to develop?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&amp; Writing – 10 mins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211-ED25-4BED-862A-17F84B32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Summary</a:t>
            </a:r>
            <a:br>
              <a:rPr lang="en-GB"/>
            </a:br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F3A0DAD0-3E39-4BBF-88E4-5C3C306DC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16" name="Graphic 15" descr="Target Audience">
            <a:extLst>
              <a:ext uri="{FF2B5EF4-FFF2-40B4-BE49-F238E27FC236}">
                <a16:creationId xmlns:a16="http://schemas.microsoft.com/office/drawing/2014/main" id="{C4663C19-45BD-46CB-AA38-6CE7C4522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513" y="2204476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302878-D117-49D8-8CD3-093E34DF215B}"/>
              </a:ext>
            </a:extLst>
          </p:cNvPr>
          <p:cNvSpPr txBox="1"/>
          <p:nvPr/>
        </p:nvSpPr>
        <p:spPr>
          <a:xfrm>
            <a:off x="1748531" y="1914768"/>
            <a:ext cx="3657600" cy="141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We’re looking at the process of research to help you with your dissertation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This includes things like the practices and processes of research 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B8F5A225-0C56-4A56-9265-DBE9001C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0768" y="1985132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4" name="Graphic 33" descr="Upward trend">
            <a:extLst>
              <a:ext uri="{FF2B5EF4-FFF2-40B4-BE49-F238E27FC236}">
                <a16:creationId xmlns:a16="http://schemas.microsoft.com/office/drawing/2014/main" id="{112CEB44-CF96-4193-8126-3EF3F89B2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65706" y="2086992"/>
            <a:ext cx="54864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BD184-BCBE-4A38-8DF2-C0C550ADE4C4}"/>
              </a:ext>
            </a:extLst>
          </p:cNvPr>
          <p:cNvSpPr txBox="1"/>
          <p:nvPr/>
        </p:nvSpPr>
        <p:spPr>
          <a:xfrm>
            <a:off x="7480106" y="1780127"/>
            <a:ext cx="3657600" cy="116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Our Job is to get you through successfully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And the module team will help you get results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A6510D74-8CDF-4500-996B-40C07942D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0" name="Graphic 29" descr="Shopping bag">
            <a:extLst>
              <a:ext uri="{FF2B5EF4-FFF2-40B4-BE49-F238E27FC236}">
                <a16:creationId xmlns:a16="http://schemas.microsoft.com/office/drawing/2014/main" id="{245749D8-5A06-44F2-B96E-6718BBEB6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3513" y="3618467"/>
            <a:ext cx="548640" cy="548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A3F38B-310F-454B-9EF6-EF4B5FD017B0}"/>
              </a:ext>
            </a:extLst>
          </p:cNvPr>
          <p:cNvSpPr txBox="1"/>
          <p:nvPr/>
        </p:nvSpPr>
        <p:spPr>
          <a:xfrm>
            <a:off x="1748531" y="3531563"/>
            <a:ext cx="365760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All the take aways are on Moodle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We will make sure you have everything that you need to succeed. 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F73E68A5-255F-4C3B-82E4-28F5CE1A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3416752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6" name="Graphic 35" descr="Clipboard">
            <a:extLst>
              <a:ext uri="{FF2B5EF4-FFF2-40B4-BE49-F238E27FC236}">
                <a16:creationId xmlns:a16="http://schemas.microsoft.com/office/drawing/2014/main" id="{3F4B17BF-671E-4F42-AB1B-F84F52DCE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573648" y="3524789"/>
            <a:ext cx="548640" cy="5486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1A11C-0D13-40D5-A96C-6C9C65FDED12}"/>
              </a:ext>
            </a:extLst>
          </p:cNvPr>
          <p:cNvSpPr txBox="1"/>
          <p:nvPr/>
        </p:nvSpPr>
        <p:spPr>
          <a:xfrm>
            <a:off x="7488048" y="3342326"/>
            <a:ext cx="365760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There are loads of tools to help you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From research databases to tools to make referencing as easy as falling down</a:t>
            </a: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E3AEA7C5-E53C-47EB-B54E-E09414923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2" name="Graphic 31" descr="User network">
            <a:extLst>
              <a:ext uri="{FF2B5EF4-FFF2-40B4-BE49-F238E27FC236}">
                <a16:creationId xmlns:a16="http://schemas.microsoft.com/office/drawing/2014/main" id="{B6919A3F-A031-4557-AAC9-0C948C6E4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93513" y="4872722"/>
            <a:ext cx="548640" cy="5486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6D4D59-1662-44D5-B239-F9F86487BE32}"/>
              </a:ext>
            </a:extLst>
          </p:cNvPr>
          <p:cNvSpPr txBox="1"/>
          <p:nvPr/>
        </p:nvSpPr>
        <p:spPr>
          <a:xfrm>
            <a:off x="1748531" y="4723888"/>
            <a:ext cx="3657600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Couple across domains for greater inspiration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dirty="0">
                <a:cs typeface="Biome Light" panose="020B0303030204020804" pitchFamily="34" charset="0"/>
              </a:rPr>
              <a:t>Remember computing is a broad domain of knowledge with many cross over areas undertake research</a:t>
            </a:r>
            <a:endParaRPr lang="en-GB" sz="1600" dirty="0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BC618CE4-6DEC-4D26-B202-8BAAA2697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0768" y="4623677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8" name="Graphic 37" descr="Megaphone1">
            <a:extLst>
              <a:ext uri="{FF2B5EF4-FFF2-40B4-BE49-F238E27FC236}">
                <a16:creationId xmlns:a16="http://schemas.microsoft.com/office/drawing/2014/main" id="{44B68078-72CC-45F5-9CD3-20C37D329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573648" y="4708706"/>
            <a:ext cx="548640" cy="5486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2A63E6-17C3-4C42-AD30-C1D1236CE8C7}"/>
              </a:ext>
            </a:extLst>
          </p:cNvPr>
          <p:cNvSpPr txBox="1"/>
          <p:nvPr/>
        </p:nvSpPr>
        <p:spPr>
          <a:xfrm>
            <a:off x="7488048" y="4457373"/>
            <a:ext cx="3657600" cy="113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You will be confused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But from that confusion will come a clear understanding of the reality you chose to </a:t>
            </a:r>
            <a:b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</a:b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Research.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2067146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 sz="2200" b="1"/>
              <a:t>Complete the Philosophical Stance Task (about 2½ hours, in your own time):</a:t>
            </a:r>
          </a:p>
          <a:p>
            <a:r>
              <a:rPr sz="2200" b="0"/>
              <a:t>Classify a real research paper – what does it assume about knowledge?</a:t>
            </a:r>
          </a:p>
          <a:p>
            <a:r>
              <a:rPr sz="2200" b="0"/>
              <a:t>Try three epistemological lenses on your own topic</a:t>
            </a:r>
          </a:p>
          <a:p>
            <a:r>
              <a:rPr sz="2200" b="0"/>
              <a:t>Audit the values and beliefs around your topic</a:t>
            </a:r>
          </a:p>
          <a:p>
            <a:r>
              <a:rPr sz="2200" b="0"/>
              <a:t>Write your first Stance Card and post it to the forum</a:t>
            </a:r>
          </a:p>
          <a:p>
            <a:r>
              <a:rPr sz="2200" b="0"/>
              <a:t>Resources: the four cheat sheets and two readings in the pre-session pack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Saturday: the Philosophical Stance Task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74" y="930284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564" y="351880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2364" y="3346378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54E69-93FC-4D05-82DC-B4EDA651BD0F}"/>
              </a:ext>
            </a:extLst>
          </p:cNvPr>
          <p:cNvSpPr txBox="1"/>
          <p:nvPr/>
        </p:nvSpPr>
        <p:spPr>
          <a:xfrm>
            <a:off x="1123783" y="496162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B1F0E5"/>
                </a:solidFill>
                <a:effectLst>
                  <a:outerShdw blurRad="63500" dist="38100" dir="2700000" sx="101000" sy="101000" algn="tl">
                    <a:srgbClr val="C9F971"/>
                  </a:outerShdw>
                  <a:reflection blurRad="6350" stA="15000" endPos="45500" dir="5400000" sy="-100000" algn="bl" rotWithShape="0"/>
                </a:effectLst>
              </a:rPr>
              <a:t>Questions???</a:t>
            </a:r>
            <a:endParaRPr lang="en-GB" sz="6000" b="1" dirty="0">
              <a:solidFill>
                <a:srgbClr val="B1F0E5"/>
              </a:solidFill>
              <a:effectLst>
                <a:outerShdw blurRad="63500" dist="38100" dir="2700000" sx="101000" sy="101000" algn="tl">
                  <a:srgbClr val="C9F971"/>
                </a:outerShdw>
                <a:reflection blurRad="6350" stA="150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theme/theme1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89f7b614-c64b-4738-997e-aac1eab42931"/>
    <ds:schemaRef ds:uri="d1f5d9b0-cdb0-4c3a-b058-450b9d105468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9A3BD3-0627-4193-946C-A303273232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1099</TotalTime>
  <Words>2249</Words>
  <Application>Microsoft Office PowerPoint</Application>
  <PresentationFormat>Widescreen</PresentationFormat>
  <Paragraphs>250</Paragraphs>
  <Slides>29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Arial</vt:lpstr>
      <vt:lpstr>Biome Light</vt:lpstr>
      <vt:lpstr>Calibri</vt:lpstr>
      <vt:lpstr>Calibri Light</vt:lpstr>
      <vt:lpstr>Corbel</vt:lpstr>
      <vt:lpstr>Fira Sans Extra Condensed Medium</vt:lpstr>
      <vt:lpstr>Helvetica Neue</vt:lpstr>
      <vt:lpstr>Roboto</vt:lpstr>
      <vt:lpstr>Wingdings</vt:lpstr>
      <vt:lpstr>COM7302 - Lecture Notes Template </vt:lpstr>
      <vt:lpstr>Research Methods  Welcome – Week 1 Session A</vt:lpstr>
      <vt:lpstr>This is your teaching Team</vt:lpstr>
      <vt:lpstr>Indicative Module Timeline</vt:lpstr>
      <vt:lpstr>Assessment Overview</vt:lpstr>
      <vt:lpstr>By the end of the session, you should be able to…</vt:lpstr>
      <vt:lpstr>What’s it all about  Twenty-First Century Postgraduate Research </vt:lpstr>
      <vt:lpstr>The Field of Study</vt:lpstr>
      <vt:lpstr>Research in Computer Science</vt:lpstr>
      <vt:lpstr>Research in Data Analytics and IS</vt:lpstr>
      <vt:lpstr>Research in Cyber Security </vt:lpstr>
      <vt:lpstr>Research in Computing</vt:lpstr>
      <vt:lpstr>Types and Kinds of research</vt:lpstr>
      <vt:lpstr>Research Types - Basic/Fundamental Research  </vt:lpstr>
      <vt:lpstr>Research Types – Applied Research  </vt:lpstr>
      <vt:lpstr>kinds of Research</vt:lpstr>
      <vt:lpstr>Research Attributes</vt:lpstr>
      <vt:lpstr> The concept of Good Research </vt:lpstr>
      <vt:lpstr>5 Qualities of a good researcher (Regoniel, 2014) </vt:lpstr>
      <vt:lpstr>What makes for good research?  </vt:lpstr>
      <vt:lpstr>PowerPoint Presentation</vt:lpstr>
      <vt:lpstr>What makes for good research? </vt:lpstr>
      <vt:lpstr>What makes for good research? </vt:lpstr>
      <vt:lpstr>What makes for good research? </vt:lpstr>
      <vt:lpstr>The Research Process – linear </vt:lpstr>
      <vt:lpstr>What makes for good research?  </vt:lpstr>
      <vt:lpstr>What makes for good research?  </vt:lpstr>
      <vt:lpstr> </vt:lpstr>
      <vt:lpstr>Summary </vt:lpstr>
      <vt:lpstr>From this point on…you’re a scientific  researcher!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Overview</dc:title>
  <dc:creator>Tighe, Bren</dc:creator>
  <cp:lastModifiedBy>Bren</cp:lastModifiedBy>
  <cp:revision>9</cp:revision>
  <dcterms:created xsi:type="dcterms:W3CDTF">2023-01-23T08:43:55Z</dcterms:created>
  <dcterms:modified xsi:type="dcterms:W3CDTF">2026-10-01T12:00:52Z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