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5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The Oral Defence Workshop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Say exactly what Part B asks of you and how it is marked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Use your assigned check to test your own research question and method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Rehearse a timed defence and give feedback against the marking criterion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Leave with a plan for recording and submitting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What did your check show you about your own proposal, and what will you say about it? Write prompt words, not a script.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4 minutes, plus or minus 30 seconds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No GAI, no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Generative AI and scripted content are academic misconduct for the defence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Report is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6001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Defend what you submitted. You cannot revise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 may use a few prompt words. You may not read from a written script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Due Friday 4 December 2026, on the Moodle Part 2 submission link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Part B asks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3444240" cy="1097280"/>
          </a:xfrm>
          <a:prstGeom prst="homePlate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1. State your research question as submitted</a:t>
            </a:r>
          </a:p>
        </p:txBody>
      </p:sp>
      <p:sp>
        <p:nvSpPr>
          <p:cNvPr id="5" name="Chevron 4"/>
          <p:cNvSpPr/>
          <p:nvPr/>
        </p:nvSpPr>
        <p:spPr>
          <a:xfrm>
            <a:off x="4358640" y="1828800"/>
            <a:ext cx="3444240" cy="109728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2. Name the check you were given</a:t>
            </a:r>
          </a:p>
        </p:txBody>
      </p:sp>
      <p:sp>
        <p:nvSpPr>
          <p:cNvPr id="6" name="Chevron 5"/>
          <p:cNvSpPr/>
          <p:nvPr/>
        </p:nvSpPr>
        <p:spPr>
          <a:xfrm>
            <a:off x="7894320" y="1828800"/>
            <a:ext cx="3444240" cy="109728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</a:rPr>
              <a:t>3. Defend your proposal against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51560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Show that your research question and your methodology are genuinely aligned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Respond directly to the check. Do not just re-describe the report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This session adds no new theory: it is about understanding your own proposal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How it is marked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Oral defence: synthesis and communication, 20% of the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24688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state your research question?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468880"/>
            <a:ext cx="24688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name the assigned check?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468880"/>
            <a:ext cx="24688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respond directly to the check?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2468880"/>
            <a:ext cx="24688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2468880"/>
            <a:ext cx="24688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3017520"/>
            <a:ext cx="23774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Does it stay within 4 minutes?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Your feedback to each other uses these four questions.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548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shape of a four-minute defence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</a:rPr>
                        <a:t>What you do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0:00 to 0:30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State your research question exactly as submitted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0:30 to 1:00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Name your check and say what it asks of your proposal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1:00 to 3:15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Apply the check to your proposal: show where it holds, and where it is exposed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3:15 to 3:45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Say what you would change or limit as a result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26324A"/>
                          </a:solidFill>
                        </a:rPr>
                        <a:t>3:45 to 4:00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6324A"/>
                          </a:solidFill>
                        </a:rPr>
                        <a:t>Close in one sentence: why question and method are aligned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6692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A guide, not a script. Practise from understanding, with prompt words at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6692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strong and weak sound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Strong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2880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Names a specific weakness the check exposes in your own proposal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Explains what you would change, or what claim you would limit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Sounds like thinking aloud about your own work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Finishes inside the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34747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2880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Re-describes the report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Ignores the check, or defines it without applying it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Claims the proposal passes with no reason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700" b="0" i="0">
                <a:solidFill>
                  <a:srgbClr val="26324A"/>
                </a:solidFill>
              </a:rPr>
              <a:t>Reads a script, or runs over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A fictional proposal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0515600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178307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Question: does a short phishing-awareness programme reduce click rates in a small firm?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Design: mixed methods. Click rates before and after (quantitative), plus staff interviews (qualitative)</a:t>
            </a:r>
          </a:p>
          <a:p>
            <a:pPr algn="l" marL="256032" indent="-256032">
              <a:spcAft>
                <a:spcPts val="5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Check given: the Collapse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Listen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Which element does the defender say carries the most weight?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What happens to the study if it fails, and what is the fallback?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Where does the defender limit the claim?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four checks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The question it puts to your proposal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Build vs Finding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Is the answer something your design could discover, or something it built in?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Collapse Test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If the most important element were removed or failed, would the study still answer the question?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No/Undefined-Word Test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Is every key word in your question defined in a way you can observe or measure?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6324A"/>
                          </a:solidFill>
                        </a:rPr>
                        <a:t>"To…" Test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26324A"/>
                          </a:solidFill>
                        </a:rPr>
                        <a:t>Can your aim be written as "To [verb]…", and does the verb fit your method?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8521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These are the course team's working guides; the full notes are on Moodle.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8521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Know your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108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Alone, annotate your research question and method against your own check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Mark one place where your proposal is strong and one where it is exposed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Decide what you would change, or what you would not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Speak from understanding of your own work, not from notes you have written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Rehearsal rounds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Speaker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Defends for 4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Timekeeper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Keeps time and notes the finish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12344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Uses the four criterion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51560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Speaker 4 minutes, then feedback 3 minutes, then rotate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Two rounds, so everyone speaks twice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Feedback: one thing to keep, one thing to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Plan your recording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Check before you record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Tool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A tool you can use reliably, such as Zoom, Teams or OBS, or a phone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Sound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Test the audio first; a quiet room matters more than a good camera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Framing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Face lit from the front; steady camera; nothing distracting behind you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File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Between 3:30 and 4:30; check it plays back before you upload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Upload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Moodle Part 2 submission link, by Friday 4 December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6692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Record a short test take now and play it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6692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personal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When and where will I record?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What do I still need to check or practise?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When will I come to the support session, and what will I bring?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029200"/>
            <a:ext cx="1051560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224E"/>
                </a:solidFill>
              </a:rPr>
              <a:t>Write your plan down. You register for this afternoon's support session as you leave.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292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This afternoon: assignment support. Register on arrival and choose what help you need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Zoom 5, two days from now: a final question and answer session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Your recorded defence is due Friday 4 December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Remember: 4 minutes, no GAI, no scripts.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