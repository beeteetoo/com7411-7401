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5" r:id="rId5"/>
  </p:sldMasterIdLst>
  <p:notesMasterIdLst>
    <p:notesMasterId r:id="rId43"/>
  </p:notesMasterIdLst>
  <p:handoutMasterIdLst>
    <p:handoutMasterId r:id="rId44"/>
  </p:handoutMasterIdLst>
  <p:sldIdLst>
    <p:sldId id="324" r:id="rId6"/>
    <p:sldId id="354" r:id="rId7"/>
    <p:sldId id="315" r:id="rId8"/>
    <p:sldId id="386" r:id="rId51"/>
    <p:sldId id="325" r:id="rId9"/>
    <p:sldId id="350" r:id="rId10"/>
    <p:sldId id="326" r:id="rId11"/>
    <p:sldId id="364" r:id="rId12"/>
    <p:sldId id="337" r:id="rId13"/>
    <p:sldId id="365" r:id="rId14"/>
    <p:sldId id="366" r:id="rId15"/>
    <p:sldId id="367" r:id="rId16"/>
    <p:sldId id="384" r:id="rId18"/>
    <p:sldId id="387" r:id="rId52"/>
    <p:sldId id="355" r:id="rId17"/>
    <p:sldId id="388" r:id="rId53"/>
    <p:sldId id="381" r:id="rId39"/>
    <p:sldId id="390" r:id="rId35"/>
    <p:sldId id="389" r:id="rId54"/>
    <p:sldId id="339" r:id="rId40"/>
    <p:sldId id="382" r:id="rId41"/>
    <p:sldId id="383" r:id="rId42"/>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F7DC"/>
    <a:srgbClr val="C25EB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C7987-2B63-470F-953E-1E17B6E41706}" v="656" dt="2024-09-18T21:12:05.60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919" autoAdjust="0"/>
  </p:normalViewPr>
  <p:slideViewPr>
    <p:cSldViewPr snapToGrid="0">
      <p:cViewPr varScale="1">
        <p:scale>
          <a:sx n="87" d="100"/>
          <a:sy n="87" d="100"/>
        </p:scale>
        <p:origin x="1428" y="84"/>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5.xml"/><Relationship Id="rId18" Type="http://schemas.openxmlformats.org/officeDocument/2006/relationships/slide" Target="slides/slide13.xml"/><Relationship Id="rId35" Type="http://schemas.openxmlformats.org/officeDocument/2006/relationships/slide" Target="slides/slide22.xml"/><Relationship Id="rId39" Type="http://schemas.openxmlformats.org/officeDocument/2006/relationships/slide" Target="slides/slide17.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notesMaster" Target="notesMasters/notesMaster1.xml"/><Relationship Id="rId44" Type="http://schemas.openxmlformats.org/officeDocument/2006/relationships/handoutMaster" Target="handoutMasters/handout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6/11/relationships/changesInfo" Target="changesInfos/changesInfo1.xml"/><Relationship Id="rId50" Type="http://schemas.microsoft.com/office/2015/10/relationships/revisionInfo" Target="revisionInfo.xml"/><Relationship Id="rId51" Type="http://schemas.openxmlformats.org/officeDocument/2006/relationships/slide" Target="slides/slide4.xml"/><Relationship Id="rId52" Type="http://schemas.openxmlformats.org/officeDocument/2006/relationships/slide" Target="slides/slide14.xml"/><Relationship Id="rId53" Type="http://schemas.openxmlformats.org/officeDocument/2006/relationships/slide" Target="slides/slide16.xml"/><Relationship Id="rId54"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he, Bren" userId="0772691d-7a8e-443b-b68a-86d18f1186d2" providerId="ADAL" clId="{AEBD7B4C-B7DA-4B16-8101-D79251D5E4C7}"/>
    <pc:docChg chg="undo custSel addSld modSld">
      <pc:chgData name="Tighe, Bren" userId="0772691d-7a8e-443b-b68a-86d18f1186d2" providerId="ADAL" clId="{AEBD7B4C-B7DA-4B16-8101-D79251D5E4C7}" dt="2024-09-19T12:29:01.525" v="449" actId="14100"/>
      <pc:docMkLst>
        <pc:docMk/>
      </pc:docMkLst>
      <pc:sldChg chg="modSp mod">
        <pc:chgData name="Tighe, Bren" userId="0772691d-7a8e-443b-b68a-86d18f1186d2" providerId="ADAL" clId="{AEBD7B4C-B7DA-4B16-8101-D79251D5E4C7}" dt="2024-09-19T11:38:47.021" v="441"/>
        <pc:sldMkLst>
          <pc:docMk/>
          <pc:sldMk cId="1110251285" sldId="325"/>
        </pc:sldMkLst>
        <pc:spChg chg="mod">
          <ac:chgData name="Tighe, Bren" userId="0772691d-7a8e-443b-b68a-86d18f1186d2" providerId="ADAL" clId="{AEBD7B4C-B7DA-4B16-8101-D79251D5E4C7}" dt="2024-09-19T11:38:47.021" v="441"/>
          <ac:spMkLst>
            <pc:docMk/>
            <pc:sldMk cId="1110251285" sldId="325"/>
            <ac:spMk id="5" creationId="{6B6DDC29-DFE2-4F0C-9C81-DDBC9CD8D269}"/>
          </ac:spMkLst>
        </pc:spChg>
      </pc:sldChg>
      <pc:sldChg chg="modNotesTx">
        <pc:chgData name="Tighe, Bren" userId="0772691d-7a8e-443b-b68a-86d18f1186d2" providerId="ADAL" clId="{AEBD7B4C-B7DA-4B16-8101-D79251D5E4C7}" dt="2024-09-17T10:11:45.582" v="439"/>
        <pc:sldMkLst>
          <pc:docMk/>
          <pc:sldMk cId="1756112182" sldId="349"/>
        </pc:sldMkLst>
      </pc:sldChg>
      <pc:sldChg chg="modSp mod">
        <pc:chgData name="Tighe, Bren" userId="0772691d-7a8e-443b-b68a-86d18f1186d2" providerId="ADAL" clId="{AEBD7B4C-B7DA-4B16-8101-D79251D5E4C7}" dt="2024-09-17T09:35:00.258" v="260" actId="207"/>
        <pc:sldMkLst>
          <pc:docMk/>
          <pc:sldMk cId="4247472943" sldId="355"/>
        </pc:sldMkLst>
        <pc:spChg chg="mod">
          <ac:chgData name="Tighe, Bren" userId="0772691d-7a8e-443b-b68a-86d18f1186d2" providerId="ADAL" clId="{AEBD7B4C-B7DA-4B16-8101-D79251D5E4C7}" dt="2024-09-17T09:33:44.884" v="181" actId="1076"/>
          <ac:spMkLst>
            <pc:docMk/>
            <pc:sldMk cId="4247472943" sldId="355"/>
            <ac:spMk id="12" creationId="{3B2DAF49-EEC3-ED68-EE64-D1557AA37234}"/>
          </ac:spMkLst>
        </pc:spChg>
        <pc:graphicFrameChg chg="mod modGraphic">
          <ac:chgData name="Tighe, Bren" userId="0772691d-7a8e-443b-b68a-86d18f1186d2" providerId="ADAL" clId="{AEBD7B4C-B7DA-4B16-8101-D79251D5E4C7}" dt="2024-09-17T09:35:00.258" v="260" actId="207"/>
          <ac:graphicFrameMkLst>
            <pc:docMk/>
            <pc:sldMk cId="4247472943" sldId="355"/>
            <ac:graphicFrameMk id="11" creationId="{3EC34F0D-FAF7-AAEE-B391-2268EE1F94C1}"/>
          </ac:graphicFrameMkLst>
        </pc:graphicFrameChg>
      </pc:sldChg>
      <pc:sldChg chg="addSp delSp modSp new mod modClrScheme chgLayout">
        <pc:chgData name="Tighe, Bren" userId="0772691d-7a8e-443b-b68a-86d18f1186d2" providerId="ADAL" clId="{AEBD7B4C-B7DA-4B16-8101-D79251D5E4C7}" dt="2024-09-05T07:10:53.906" v="23" actId="1076"/>
        <pc:sldMkLst>
          <pc:docMk/>
          <pc:sldMk cId="3883686128" sldId="356"/>
        </pc:sldMkLst>
        <pc:spChg chg="del mod ord">
          <ac:chgData name="Tighe, Bren" userId="0772691d-7a8e-443b-b68a-86d18f1186d2" providerId="ADAL" clId="{AEBD7B4C-B7DA-4B16-8101-D79251D5E4C7}" dt="2024-09-05T07:09:36.351" v="1" actId="700"/>
          <ac:spMkLst>
            <pc:docMk/>
            <pc:sldMk cId="3883686128" sldId="356"/>
            <ac:spMk id="2" creationId="{F63BDCCE-0DC0-43DD-D5FB-00C9048E0785}"/>
          </ac:spMkLst>
        </pc:spChg>
        <pc:spChg chg="del">
          <ac:chgData name="Tighe, Bren" userId="0772691d-7a8e-443b-b68a-86d18f1186d2" providerId="ADAL" clId="{AEBD7B4C-B7DA-4B16-8101-D79251D5E4C7}" dt="2024-09-05T07:09:36.351" v="1" actId="700"/>
          <ac:spMkLst>
            <pc:docMk/>
            <pc:sldMk cId="3883686128" sldId="356"/>
            <ac:spMk id="3" creationId="{15863475-5B8D-0C2B-2007-508FF78C3D62}"/>
          </ac:spMkLst>
        </pc:spChg>
        <pc:spChg chg="del mod ord">
          <ac:chgData name="Tighe, Bren" userId="0772691d-7a8e-443b-b68a-86d18f1186d2" providerId="ADAL" clId="{AEBD7B4C-B7DA-4B16-8101-D79251D5E4C7}" dt="2024-09-05T07:09:36.351" v="1" actId="700"/>
          <ac:spMkLst>
            <pc:docMk/>
            <pc:sldMk cId="3883686128" sldId="356"/>
            <ac:spMk id="4" creationId="{9C825494-7A6B-A14A-85B8-7CCBB5B20A26}"/>
          </ac:spMkLst>
        </pc:spChg>
        <pc:spChg chg="add mod ord">
          <ac:chgData name="Tighe, Bren" userId="0772691d-7a8e-443b-b68a-86d18f1186d2" providerId="ADAL" clId="{AEBD7B4C-B7DA-4B16-8101-D79251D5E4C7}" dt="2024-09-05T07:10:53.906" v="23" actId="1076"/>
          <ac:spMkLst>
            <pc:docMk/>
            <pc:sldMk cId="3883686128" sldId="356"/>
            <ac:spMk id="5" creationId="{9D98C147-B5FC-FE2B-54AE-ED4B65E36E1A}"/>
          </ac:spMkLst>
        </pc:spChg>
        <pc:spChg chg="add del mod ord">
          <ac:chgData name="Tighe, Bren" userId="0772691d-7a8e-443b-b68a-86d18f1186d2" providerId="ADAL" clId="{AEBD7B4C-B7DA-4B16-8101-D79251D5E4C7}" dt="2024-09-05T07:09:55.446" v="2" actId="931"/>
          <ac:spMkLst>
            <pc:docMk/>
            <pc:sldMk cId="3883686128" sldId="356"/>
            <ac:spMk id="6" creationId="{07E7AD8E-47F9-94C5-2ABD-52297D7E7473}"/>
          </ac:spMkLst>
        </pc:spChg>
        <pc:picChg chg="add mod">
          <ac:chgData name="Tighe, Bren" userId="0772691d-7a8e-443b-b68a-86d18f1186d2" providerId="ADAL" clId="{AEBD7B4C-B7DA-4B16-8101-D79251D5E4C7}" dt="2024-09-05T07:10:41.387" v="13" actId="14100"/>
          <ac:picMkLst>
            <pc:docMk/>
            <pc:sldMk cId="3883686128" sldId="356"/>
            <ac:picMk id="8" creationId="{CF848A0E-79C0-D3F0-FEBA-CF8DFB147B8B}"/>
          </ac:picMkLst>
        </pc:picChg>
        <pc:picChg chg="add del mod">
          <ac:chgData name="Tighe, Bren" userId="0772691d-7a8e-443b-b68a-86d18f1186d2" providerId="ADAL" clId="{AEBD7B4C-B7DA-4B16-8101-D79251D5E4C7}" dt="2024-09-05T07:10:21.042" v="7" actId="21"/>
          <ac:picMkLst>
            <pc:docMk/>
            <pc:sldMk cId="3883686128" sldId="356"/>
            <ac:picMk id="9" creationId="{FA04FDD5-79BE-3336-5C18-ACA90D9574DB}"/>
          </ac:picMkLst>
        </pc:picChg>
      </pc:sldChg>
      <pc:sldChg chg="addSp delSp modSp new mod modClrScheme chgLayout">
        <pc:chgData name="Tighe, Bren" userId="0772691d-7a8e-443b-b68a-86d18f1186d2" providerId="ADAL" clId="{AEBD7B4C-B7DA-4B16-8101-D79251D5E4C7}" dt="2024-09-17T10:08:21.579" v="336" actId="1076"/>
        <pc:sldMkLst>
          <pc:docMk/>
          <pc:sldMk cId="810602383" sldId="357"/>
        </pc:sldMkLst>
        <pc:spChg chg="del">
          <ac:chgData name="Tighe, Bren" userId="0772691d-7a8e-443b-b68a-86d18f1186d2" providerId="ADAL" clId="{AEBD7B4C-B7DA-4B16-8101-D79251D5E4C7}" dt="2024-09-17T09:36:44.701" v="265" actId="700"/>
          <ac:spMkLst>
            <pc:docMk/>
            <pc:sldMk cId="810602383" sldId="357"/>
            <ac:spMk id="2" creationId="{BF76A2B8-088D-F9D0-FB20-15098B2D5F3F}"/>
          </ac:spMkLst>
        </pc:spChg>
        <pc:spChg chg="del">
          <ac:chgData name="Tighe, Bren" userId="0772691d-7a8e-443b-b68a-86d18f1186d2" providerId="ADAL" clId="{AEBD7B4C-B7DA-4B16-8101-D79251D5E4C7}" dt="2024-09-17T09:36:44.701" v="265" actId="700"/>
          <ac:spMkLst>
            <pc:docMk/>
            <pc:sldMk cId="810602383" sldId="357"/>
            <ac:spMk id="3" creationId="{1902014E-5C0F-727E-7C99-85C7B1210981}"/>
          </ac:spMkLst>
        </pc:spChg>
        <pc:spChg chg="del mod ord">
          <ac:chgData name="Tighe, Bren" userId="0772691d-7a8e-443b-b68a-86d18f1186d2" providerId="ADAL" clId="{AEBD7B4C-B7DA-4B16-8101-D79251D5E4C7}" dt="2024-09-17T09:36:44.701" v="265" actId="700"/>
          <ac:spMkLst>
            <pc:docMk/>
            <pc:sldMk cId="810602383" sldId="357"/>
            <ac:spMk id="4" creationId="{AC6A5883-DCCE-E76A-6C35-A55C3CFE1180}"/>
          </ac:spMkLst>
        </pc:spChg>
        <pc:spChg chg="add mod ord">
          <ac:chgData name="Tighe, Bren" userId="0772691d-7a8e-443b-b68a-86d18f1186d2" providerId="ADAL" clId="{AEBD7B4C-B7DA-4B16-8101-D79251D5E4C7}" dt="2024-09-17T09:36:44.701" v="265" actId="700"/>
          <ac:spMkLst>
            <pc:docMk/>
            <pc:sldMk cId="810602383" sldId="357"/>
            <ac:spMk id="5" creationId="{A5B14845-3A8F-C925-F0F4-5811855A13CD}"/>
          </ac:spMkLst>
        </pc:spChg>
        <pc:picChg chg="add mod modCrop">
          <ac:chgData name="Tighe, Bren" userId="0772691d-7a8e-443b-b68a-86d18f1186d2" providerId="ADAL" clId="{AEBD7B4C-B7DA-4B16-8101-D79251D5E4C7}" dt="2024-09-17T10:08:21.579" v="336" actId="1076"/>
          <ac:picMkLst>
            <pc:docMk/>
            <pc:sldMk cId="810602383" sldId="357"/>
            <ac:picMk id="6" creationId="{28A205E5-E145-17FB-6920-150CA4434F87}"/>
          </ac:picMkLst>
        </pc:picChg>
      </pc:sldChg>
      <pc:sldChg chg="addSp delSp modSp add mod modClrScheme chgLayout modNotesTx">
        <pc:chgData name="Tighe, Bren" userId="0772691d-7a8e-443b-b68a-86d18f1186d2" providerId="ADAL" clId="{AEBD7B4C-B7DA-4B16-8101-D79251D5E4C7}" dt="2024-09-17T10:11:48.765" v="440" actId="6549"/>
        <pc:sldMkLst>
          <pc:docMk/>
          <pc:sldMk cId="113937513" sldId="358"/>
        </pc:sldMkLst>
        <pc:spChg chg="mod ord">
          <ac:chgData name="Tighe, Bren" userId="0772691d-7a8e-443b-b68a-86d18f1186d2" providerId="ADAL" clId="{AEBD7B4C-B7DA-4B16-8101-D79251D5E4C7}" dt="2024-09-17T09:37:58.715" v="327" actId="20577"/>
          <ac:spMkLst>
            <pc:docMk/>
            <pc:sldMk cId="113937513" sldId="358"/>
            <ac:spMk id="3" creationId="{F452D310-6FE7-B4D1-0BE8-4BFB8C2D1019}"/>
          </ac:spMkLst>
        </pc:spChg>
        <pc:spChg chg="del">
          <ac:chgData name="Tighe, Bren" userId="0772691d-7a8e-443b-b68a-86d18f1186d2" providerId="ADAL" clId="{AEBD7B4C-B7DA-4B16-8101-D79251D5E4C7}" dt="2024-09-17T09:36:12.755" v="264" actId="478"/>
          <ac:spMkLst>
            <pc:docMk/>
            <pc:sldMk cId="113937513" sldId="358"/>
            <ac:spMk id="5" creationId="{5247A184-F1A6-37D1-0F1D-6EDB3E29E370}"/>
          </ac:spMkLst>
        </pc:spChg>
        <pc:spChg chg="add del mod">
          <ac:chgData name="Tighe, Bren" userId="0772691d-7a8e-443b-b68a-86d18f1186d2" providerId="ADAL" clId="{AEBD7B4C-B7DA-4B16-8101-D79251D5E4C7}" dt="2024-09-17T09:36:51.456" v="266" actId="700"/>
          <ac:spMkLst>
            <pc:docMk/>
            <pc:sldMk cId="113937513" sldId="358"/>
            <ac:spMk id="7" creationId="{2D04BF99-8545-49C5-0F20-3602CC7DFD26}"/>
          </ac:spMkLst>
        </pc:spChg>
        <pc:spChg chg="add mod">
          <ac:chgData name="Tighe, Bren" userId="0772691d-7a8e-443b-b68a-86d18f1186d2" providerId="ADAL" clId="{AEBD7B4C-B7DA-4B16-8101-D79251D5E4C7}" dt="2024-09-17T09:38:20.001" v="332" actId="1076"/>
          <ac:spMkLst>
            <pc:docMk/>
            <pc:sldMk cId="113937513" sldId="358"/>
            <ac:spMk id="8" creationId="{A79075A3-9114-6FB0-090E-340F00BD8116}"/>
          </ac:spMkLst>
        </pc:spChg>
        <pc:picChg chg="del">
          <ac:chgData name="Tighe, Bren" userId="0772691d-7a8e-443b-b68a-86d18f1186d2" providerId="ADAL" clId="{AEBD7B4C-B7DA-4B16-8101-D79251D5E4C7}" dt="2024-09-17T09:36:09.174" v="263" actId="478"/>
          <ac:picMkLst>
            <pc:docMk/>
            <pc:sldMk cId="113937513" sldId="358"/>
            <ac:picMk id="4" creationId="{1F5DB599-C4E4-4A60-6BFA-C086385D0AA6}"/>
          </ac:picMkLst>
        </pc:picChg>
        <pc:picChg chg="del">
          <ac:chgData name="Tighe, Bren" userId="0772691d-7a8e-443b-b68a-86d18f1186d2" providerId="ADAL" clId="{AEBD7B4C-B7DA-4B16-8101-D79251D5E4C7}" dt="2024-09-17T09:36:58.491" v="267" actId="478"/>
          <ac:picMkLst>
            <pc:docMk/>
            <pc:sldMk cId="113937513" sldId="358"/>
            <ac:picMk id="6" creationId="{C4D294E5-7441-71ED-A89B-21F8D28FB06D}"/>
          </ac:picMkLst>
        </pc:picChg>
        <pc:picChg chg="add del mod">
          <ac:chgData name="Tighe, Bren" userId="0772691d-7a8e-443b-b68a-86d18f1186d2" providerId="ADAL" clId="{AEBD7B4C-B7DA-4B16-8101-D79251D5E4C7}" dt="2024-09-17T10:11:37.736" v="438" actId="478"/>
          <ac:picMkLst>
            <pc:docMk/>
            <pc:sldMk cId="113937513" sldId="358"/>
            <ac:picMk id="10" creationId="{853B3E46-33AE-85BD-374C-2C0551B6AF46}"/>
          </ac:picMkLst>
        </pc:picChg>
        <pc:picChg chg="add del mod">
          <ac:chgData name="Tighe, Bren" userId="0772691d-7a8e-443b-b68a-86d18f1186d2" providerId="ADAL" clId="{AEBD7B4C-B7DA-4B16-8101-D79251D5E4C7}" dt="2024-09-17T10:09:58.536" v="345" actId="478"/>
          <ac:picMkLst>
            <pc:docMk/>
            <pc:sldMk cId="113937513" sldId="358"/>
            <ac:picMk id="12" creationId="{588CFA01-24C7-2C19-DA15-B968A5DDC801}"/>
          </ac:picMkLst>
        </pc:picChg>
      </pc:sldChg>
      <pc:sldChg chg="new">
        <pc:chgData name="Tighe, Bren" userId="0772691d-7a8e-443b-b68a-86d18f1186d2" providerId="ADAL" clId="{AEBD7B4C-B7DA-4B16-8101-D79251D5E4C7}" dt="2024-09-17T09:50:49.823" v="335" actId="680"/>
        <pc:sldMkLst>
          <pc:docMk/>
          <pc:sldMk cId="1534074004" sldId="359"/>
        </pc:sldMkLst>
      </pc:sldChg>
      <pc:sldChg chg="modSp mod">
        <pc:chgData name="Tighe, Bren" userId="0772691d-7a8e-443b-b68a-86d18f1186d2" providerId="ADAL" clId="{AEBD7B4C-B7DA-4B16-8101-D79251D5E4C7}" dt="2024-09-19T12:29:01.525" v="449" actId="14100"/>
        <pc:sldMkLst>
          <pc:docMk/>
          <pc:sldMk cId="2671068535" sldId="367"/>
        </pc:sldMkLst>
        <pc:picChg chg="mod">
          <ac:chgData name="Tighe, Bren" userId="0772691d-7a8e-443b-b68a-86d18f1186d2" providerId="ADAL" clId="{AEBD7B4C-B7DA-4B16-8101-D79251D5E4C7}" dt="2024-09-19T12:29:01.525" v="449" actId="14100"/>
          <ac:picMkLst>
            <pc:docMk/>
            <pc:sldMk cId="2671068535" sldId="367"/>
            <ac:picMk id="6" creationId="{53B77646-5DCF-4D51-C5D8-258C3B0B1DB9}"/>
          </ac:picMkLst>
        </pc:picChg>
      </pc:sldChg>
      <pc:sldChg chg="modSp mod">
        <pc:chgData name="Tighe, Bren" userId="0772691d-7a8e-443b-b68a-86d18f1186d2" providerId="ADAL" clId="{AEBD7B4C-B7DA-4B16-8101-D79251D5E4C7}" dt="2024-09-19T11:39:19.569" v="445" actId="1076"/>
        <pc:sldMkLst>
          <pc:docMk/>
          <pc:sldMk cId="2308589282" sldId="381"/>
        </pc:sldMkLst>
        <pc:spChg chg="mod">
          <ac:chgData name="Tighe, Bren" userId="0772691d-7a8e-443b-b68a-86d18f1186d2" providerId="ADAL" clId="{AEBD7B4C-B7DA-4B16-8101-D79251D5E4C7}" dt="2024-09-19T11:39:16.988" v="444" actId="1076"/>
          <ac:spMkLst>
            <pc:docMk/>
            <pc:sldMk cId="2308589282" sldId="381"/>
            <ac:spMk id="11" creationId="{0A302878-D117-49D8-8CD3-093E34DF215B}"/>
          </ac:spMkLst>
        </pc:spChg>
        <pc:spChg chg="mod">
          <ac:chgData name="Tighe, Bren" userId="0772691d-7a8e-443b-b68a-86d18f1186d2" providerId="ADAL" clId="{AEBD7B4C-B7DA-4B16-8101-D79251D5E4C7}" dt="2024-09-19T11:39:19.569" v="445" actId="1076"/>
          <ac:spMkLst>
            <pc:docMk/>
            <pc:sldMk cId="2308589282" sldId="381"/>
            <ac:spMk id="13" creationId="{E0A3F38B-310F-454B-9EF6-EF4B5FD017B0}"/>
          </ac:spMkLst>
        </pc:spChg>
      </pc:sldChg>
    </pc:docChg>
  </pc:docChgLst>
  <pc:docChgLst>
    <pc:chgData name="Tighe, Bren" userId="0772691d-7a8e-443b-b68a-86d18f1186d2" providerId="ADAL" clId="{C99C7987-2B63-470F-953E-1E17B6E41706}"/>
    <pc:docChg chg="undo custSel addSld delSld modSld sldOrd">
      <pc:chgData name="Tighe, Bren" userId="0772691d-7a8e-443b-b68a-86d18f1186d2" providerId="ADAL" clId="{C99C7987-2B63-470F-953E-1E17B6E41706}" dt="2024-09-18T21:12:44.030" v="3152" actId="14100"/>
      <pc:docMkLst>
        <pc:docMk/>
      </pc:docMkLst>
      <pc:sldChg chg="addSp modSp del mod">
        <pc:chgData name="Tighe, Bren" userId="0772691d-7a8e-443b-b68a-86d18f1186d2" providerId="ADAL" clId="{C99C7987-2B63-470F-953E-1E17B6E41706}" dt="2024-09-18T19:08:15.371" v="2695" actId="47"/>
        <pc:sldMkLst>
          <pc:docMk/>
          <pc:sldMk cId="3401748718" sldId="304"/>
        </pc:sldMkLst>
        <pc:spChg chg="add mod">
          <ac:chgData name="Tighe, Bren" userId="0772691d-7a8e-443b-b68a-86d18f1186d2" providerId="ADAL" clId="{C99C7987-2B63-470F-953E-1E17B6E41706}" dt="2024-09-18T19:02:22.475" v="2694" actId="1076"/>
          <ac:spMkLst>
            <pc:docMk/>
            <pc:sldMk cId="3401748718" sldId="304"/>
            <ac:spMk id="4" creationId="{619A1B06-FD7F-C7D3-6E11-B3B782FFB1FC}"/>
          </ac:spMkLst>
        </pc:spChg>
        <pc:spChg chg="add mod">
          <ac:chgData name="Tighe, Bren" userId="0772691d-7a8e-443b-b68a-86d18f1186d2" providerId="ADAL" clId="{C99C7987-2B63-470F-953E-1E17B6E41706}" dt="2024-09-18T19:02:22.475" v="2694" actId="1076"/>
          <ac:spMkLst>
            <pc:docMk/>
            <pc:sldMk cId="3401748718" sldId="304"/>
            <ac:spMk id="5" creationId="{398BB2AE-0400-7AD2-E7F7-28D009670F92}"/>
          </ac:spMkLst>
        </pc:spChg>
        <pc:spChg chg="mod">
          <ac:chgData name="Tighe, Bren" userId="0772691d-7a8e-443b-b68a-86d18f1186d2" providerId="ADAL" clId="{C99C7987-2B63-470F-953E-1E17B6E41706}" dt="2024-09-18T18:59:13.175" v="2623" actId="1076"/>
          <ac:spMkLst>
            <pc:docMk/>
            <pc:sldMk cId="3401748718" sldId="304"/>
            <ac:spMk id="25" creationId="{BCA14AB3-F8C5-4601-B349-EC1B8C7B603A}"/>
          </ac:spMkLst>
        </pc:spChg>
        <pc:spChg chg="mod">
          <ac:chgData name="Tighe, Bren" userId="0772691d-7a8e-443b-b68a-86d18f1186d2" providerId="ADAL" clId="{C99C7987-2B63-470F-953E-1E17B6E41706}" dt="2024-09-18T18:59:13.175" v="2623" actId="1076"/>
          <ac:spMkLst>
            <pc:docMk/>
            <pc:sldMk cId="3401748718" sldId="304"/>
            <ac:spMk id="27" creationId="{4C14EE69-4487-4814-AC77-72381087B098}"/>
          </ac:spMkLst>
        </pc:spChg>
        <pc:spChg chg="mod">
          <ac:chgData name="Tighe, Bren" userId="0772691d-7a8e-443b-b68a-86d18f1186d2" providerId="ADAL" clId="{C99C7987-2B63-470F-953E-1E17B6E41706}" dt="2024-09-18T18:59:13.175" v="2623" actId="1076"/>
          <ac:spMkLst>
            <pc:docMk/>
            <pc:sldMk cId="3401748718" sldId="304"/>
            <ac:spMk id="29" creationId="{E83F2E96-9C2D-4D1E-96F8-93A9DB1304A0}"/>
          </ac:spMkLst>
        </pc:spChg>
        <pc:spChg chg="mod">
          <ac:chgData name="Tighe, Bren" userId="0772691d-7a8e-443b-b68a-86d18f1186d2" providerId="ADAL" clId="{C99C7987-2B63-470F-953E-1E17B6E41706}" dt="2024-09-18T18:59:13.175" v="2623" actId="1076"/>
          <ac:spMkLst>
            <pc:docMk/>
            <pc:sldMk cId="3401748718" sldId="304"/>
            <ac:spMk id="31" creationId="{97AB1F14-3A1E-4057-A473-9975BA59F012}"/>
          </ac:spMkLst>
        </pc:spChg>
        <pc:spChg chg="mod">
          <ac:chgData name="Tighe, Bren" userId="0772691d-7a8e-443b-b68a-86d18f1186d2" providerId="ADAL" clId="{C99C7987-2B63-470F-953E-1E17B6E41706}" dt="2024-09-18T18:59:45.863" v="2627" actId="1076"/>
          <ac:spMkLst>
            <pc:docMk/>
            <pc:sldMk cId="3401748718" sldId="304"/>
            <ac:spMk id="33" creationId="{2F15E5CC-C708-41FE-A7A3-053E1BC87F4F}"/>
          </ac:spMkLst>
        </pc:spChg>
        <pc:spChg chg="mod">
          <ac:chgData name="Tighe, Bren" userId="0772691d-7a8e-443b-b68a-86d18f1186d2" providerId="ADAL" clId="{C99C7987-2B63-470F-953E-1E17B6E41706}" dt="2024-09-18T18:59:45.863" v="2627" actId="1076"/>
          <ac:spMkLst>
            <pc:docMk/>
            <pc:sldMk cId="3401748718" sldId="304"/>
            <ac:spMk id="35" creationId="{7F4ED7E2-1BC8-493D-91C3-FB23BE9F244B}"/>
          </ac:spMkLst>
        </pc:spChg>
        <pc:picChg chg="add mod modCrop">
          <ac:chgData name="Tighe, Bren" userId="0772691d-7a8e-443b-b68a-86d18f1186d2" providerId="ADAL" clId="{C99C7987-2B63-470F-953E-1E17B6E41706}" dt="2024-09-18T18:59:13.175" v="2623" actId="1076"/>
          <ac:picMkLst>
            <pc:docMk/>
            <pc:sldMk cId="3401748718" sldId="304"/>
            <ac:picMk id="2" creationId="{6E155F5A-6A73-0674-6C59-49B16D89A59A}"/>
          </ac:picMkLst>
        </pc:picChg>
        <pc:picChg chg="mod">
          <ac:chgData name="Tighe, Bren" userId="0772691d-7a8e-443b-b68a-86d18f1186d2" providerId="ADAL" clId="{C99C7987-2B63-470F-953E-1E17B6E41706}" dt="2024-09-18T18:59:13.175" v="2623" actId="1076"/>
          <ac:picMkLst>
            <pc:docMk/>
            <pc:sldMk cId="3401748718" sldId="304"/>
            <ac:picMk id="46" creationId="{BBCAE79E-A970-4D29-9B36-494E5FA58585}"/>
          </ac:picMkLst>
        </pc:picChg>
        <pc:picChg chg="mod">
          <ac:chgData name="Tighe, Bren" userId="0772691d-7a8e-443b-b68a-86d18f1186d2" providerId="ADAL" clId="{C99C7987-2B63-470F-953E-1E17B6E41706}" dt="2024-09-18T18:59:13.175" v="2623" actId="1076"/>
          <ac:picMkLst>
            <pc:docMk/>
            <pc:sldMk cId="3401748718" sldId="304"/>
            <ac:picMk id="48" creationId="{3DA3586E-5B97-49E4-B090-AD9D2A9C4F80}"/>
          </ac:picMkLst>
        </pc:picChg>
        <pc:picChg chg="mod">
          <ac:chgData name="Tighe, Bren" userId="0772691d-7a8e-443b-b68a-86d18f1186d2" providerId="ADAL" clId="{C99C7987-2B63-470F-953E-1E17B6E41706}" dt="2024-09-18T18:59:28.866" v="2624" actId="1076"/>
          <ac:picMkLst>
            <pc:docMk/>
            <pc:sldMk cId="3401748718" sldId="304"/>
            <ac:picMk id="50" creationId="{EC2CC961-DBF2-4A0D-A6B3-7A630D18573F}"/>
          </ac:picMkLst>
        </pc:picChg>
      </pc:sldChg>
      <pc:sldChg chg="del">
        <pc:chgData name="Tighe, Bren" userId="0772691d-7a8e-443b-b68a-86d18f1186d2" providerId="ADAL" clId="{C99C7987-2B63-470F-953E-1E17B6E41706}" dt="2024-09-18T10:47:17.727" v="2616" actId="2696"/>
        <pc:sldMkLst>
          <pc:docMk/>
          <pc:sldMk cId="4120671462" sldId="312"/>
        </pc:sldMkLst>
      </pc:sldChg>
      <pc:sldChg chg="del">
        <pc:chgData name="Tighe, Bren" userId="0772691d-7a8e-443b-b68a-86d18f1186d2" providerId="ADAL" clId="{C99C7987-2B63-470F-953E-1E17B6E41706}" dt="2024-09-18T10:47:17.727" v="2616" actId="2696"/>
        <pc:sldMkLst>
          <pc:docMk/>
          <pc:sldMk cId="715534863" sldId="313"/>
        </pc:sldMkLst>
      </pc:sldChg>
      <pc:sldChg chg="modSp mod">
        <pc:chgData name="Tighe, Bren" userId="0772691d-7a8e-443b-b68a-86d18f1186d2" providerId="ADAL" clId="{C99C7987-2B63-470F-953E-1E17B6E41706}" dt="2024-09-17T19:16:24.730" v="7" actId="255"/>
        <pc:sldMkLst>
          <pc:docMk/>
          <pc:sldMk cId="3696770303" sldId="315"/>
        </pc:sldMkLst>
        <pc:spChg chg="mod">
          <ac:chgData name="Tighe, Bren" userId="0772691d-7a8e-443b-b68a-86d18f1186d2" providerId="ADAL" clId="{C99C7987-2B63-470F-953E-1E17B6E41706}" dt="2024-09-17T19:16:24.730" v="7" actId="255"/>
          <ac:spMkLst>
            <pc:docMk/>
            <pc:sldMk cId="3696770303" sldId="315"/>
            <ac:spMk id="8" creationId="{6F03AADD-A4FE-4CE8-944C-3F9C9777F0AB}"/>
          </ac:spMkLst>
        </pc:spChg>
      </pc:sldChg>
      <pc:sldChg chg="addSp delSp modSp mod modMedia modClrScheme addAnim delAnim chgLayout">
        <pc:chgData name="Tighe, Bren" userId="0772691d-7a8e-443b-b68a-86d18f1186d2" providerId="ADAL" clId="{C99C7987-2B63-470F-953E-1E17B6E41706}" dt="2024-09-17T21:09:09.919" v="1079"/>
        <pc:sldMkLst>
          <pc:docMk/>
          <pc:sldMk cId="1034164" sldId="326"/>
        </pc:sldMkLst>
        <pc:spChg chg="del">
          <ac:chgData name="Tighe, Bren" userId="0772691d-7a8e-443b-b68a-86d18f1186d2" providerId="ADAL" clId="{C99C7987-2B63-470F-953E-1E17B6E41706}" dt="2024-09-17T21:08:12.856" v="1068" actId="26606"/>
          <ac:spMkLst>
            <pc:docMk/>
            <pc:sldMk cId="1034164" sldId="326"/>
            <ac:spMk id="3" creationId="{BEDDAC9C-2B64-FF23-BB39-5D8D6C4C9176}"/>
          </ac:spMkLst>
        </pc:spChg>
        <pc:spChg chg="mod">
          <ac:chgData name="Tighe, Bren" userId="0772691d-7a8e-443b-b68a-86d18f1186d2" providerId="ADAL" clId="{C99C7987-2B63-470F-953E-1E17B6E41706}" dt="2024-09-17T21:09:09.919" v="1079"/>
          <ac:spMkLst>
            <pc:docMk/>
            <pc:sldMk cId="1034164" sldId="326"/>
            <ac:spMk id="4" creationId="{DB7B854B-6690-596D-A3C4-F7AD199FC62B}"/>
          </ac:spMkLst>
        </pc:spChg>
        <pc:spChg chg="add del mod">
          <ac:chgData name="Tighe, Bren" userId="0772691d-7a8e-443b-b68a-86d18f1186d2" providerId="ADAL" clId="{C99C7987-2B63-470F-953E-1E17B6E41706}" dt="2024-09-17T21:08:58.655" v="1078" actId="26606"/>
          <ac:spMkLst>
            <pc:docMk/>
            <pc:sldMk cId="1034164" sldId="326"/>
            <ac:spMk id="5" creationId="{666573D3-6E66-EE4F-2148-EBD991372339}"/>
          </ac:spMkLst>
        </pc:spChg>
        <pc:spChg chg="del mod">
          <ac:chgData name="Tighe, Bren" userId="0772691d-7a8e-443b-b68a-86d18f1186d2" providerId="ADAL" clId="{C99C7987-2B63-470F-953E-1E17B6E41706}" dt="2024-09-17T21:08:21.795" v="1071" actId="478"/>
          <ac:spMkLst>
            <pc:docMk/>
            <pc:sldMk cId="1034164" sldId="326"/>
            <ac:spMk id="19" creationId="{AB469AEC-18AA-ABAE-9FD9-1B4B3F76B794}"/>
          </ac:spMkLst>
        </pc:spChg>
        <pc:spChg chg="add del">
          <ac:chgData name="Tighe, Bren" userId="0772691d-7a8e-443b-b68a-86d18f1186d2" providerId="ADAL" clId="{C99C7987-2B63-470F-953E-1E17B6E41706}" dt="2024-09-17T21:08:58.655" v="1078" actId="26606"/>
          <ac:spMkLst>
            <pc:docMk/>
            <pc:sldMk cId="1034164" sldId="326"/>
            <ac:spMk id="25" creationId="{A92F366A-ECC8-0BC2-E7B5-72620B35830C}"/>
          </ac:spMkLst>
        </pc:spChg>
        <pc:spChg chg="add mod">
          <ac:chgData name="Tighe, Bren" userId="0772691d-7a8e-443b-b68a-86d18f1186d2" providerId="ADAL" clId="{C99C7987-2B63-470F-953E-1E17B6E41706}" dt="2024-09-17T21:08:58.655" v="1078" actId="26606"/>
          <ac:spMkLst>
            <pc:docMk/>
            <pc:sldMk cId="1034164" sldId="326"/>
            <ac:spMk id="30" creationId="{AF5DF17C-0C74-EAD1-4FED-A46E51FBAD30}"/>
          </ac:spMkLst>
        </pc:spChg>
        <pc:picChg chg="del">
          <ac:chgData name="Tighe, Bren" userId="0772691d-7a8e-443b-b68a-86d18f1186d2" providerId="ADAL" clId="{C99C7987-2B63-470F-953E-1E17B6E41706}" dt="2024-09-17T21:08:10.121" v="1067" actId="478"/>
          <ac:picMkLst>
            <pc:docMk/>
            <pc:sldMk cId="1034164" sldId="326"/>
            <ac:picMk id="15" creationId="{DC810FDE-708F-9FA8-F3D0-C707C954F354}"/>
          </ac:picMkLst>
        </pc:picChg>
        <pc:picChg chg="add del mod">
          <ac:chgData name="Tighe, Bren" userId="0772691d-7a8e-443b-b68a-86d18f1186d2" providerId="ADAL" clId="{C99C7987-2B63-470F-953E-1E17B6E41706}" dt="2024-09-17T21:08:58.655" v="1078" actId="26606"/>
          <ac:picMkLst>
            <pc:docMk/>
            <pc:sldMk cId="1034164" sldId="326"/>
            <ac:picMk id="21" creationId="{0E74A551-1D2C-340C-6C5E-1CD7D16A07F4}"/>
          </ac:picMkLst>
        </pc:picChg>
      </pc:sldChg>
      <pc:sldChg chg="addSp delSp modSp mod">
        <pc:chgData name="Tighe, Bren" userId="0772691d-7a8e-443b-b68a-86d18f1186d2" providerId="ADAL" clId="{C99C7987-2B63-470F-953E-1E17B6E41706}" dt="2024-09-18T08:02:18.336" v="2456" actId="1076"/>
        <pc:sldMkLst>
          <pc:docMk/>
          <pc:sldMk cId="2721330959" sldId="335"/>
        </pc:sldMkLst>
        <pc:spChg chg="mod">
          <ac:chgData name="Tighe, Bren" userId="0772691d-7a8e-443b-b68a-86d18f1186d2" providerId="ADAL" clId="{C99C7987-2B63-470F-953E-1E17B6E41706}" dt="2024-09-18T08:02:18.336" v="2456" actId="1076"/>
          <ac:spMkLst>
            <pc:docMk/>
            <pc:sldMk cId="2721330959" sldId="335"/>
            <ac:spMk id="3" creationId="{F1F46121-C1FD-98B0-57F4-048407B8988F}"/>
          </ac:spMkLst>
        </pc:spChg>
        <pc:spChg chg="mod">
          <ac:chgData name="Tighe, Bren" userId="0772691d-7a8e-443b-b68a-86d18f1186d2" providerId="ADAL" clId="{C99C7987-2B63-470F-953E-1E17B6E41706}" dt="2024-09-18T07:34:44.657" v="2437" actId="255"/>
          <ac:spMkLst>
            <pc:docMk/>
            <pc:sldMk cId="2721330959" sldId="335"/>
            <ac:spMk id="4" creationId="{96CB18D4-C5B7-1853-1264-A90E404C39FF}"/>
          </ac:spMkLst>
        </pc:spChg>
        <pc:spChg chg="del">
          <ac:chgData name="Tighe, Bren" userId="0772691d-7a8e-443b-b68a-86d18f1186d2" providerId="ADAL" clId="{C99C7987-2B63-470F-953E-1E17B6E41706}" dt="2024-09-18T07:32:27.233" v="2413" actId="478"/>
          <ac:spMkLst>
            <pc:docMk/>
            <pc:sldMk cId="2721330959" sldId="335"/>
            <ac:spMk id="5" creationId="{9CC3F117-0F7E-7D0C-2787-9A6FCFF5C29E}"/>
          </ac:spMkLst>
        </pc:spChg>
        <pc:spChg chg="add del mod">
          <ac:chgData name="Tighe, Bren" userId="0772691d-7a8e-443b-b68a-86d18f1186d2" providerId="ADAL" clId="{C99C7987-2B63-470F-953E-1E17B6E41706}" dt="2024-09-18T07:32:34.530" v="2414" actId="478"/>
          <ac:spMkLst>
            <pc:docMk/>
            <pc:sldMk cId="2721330959" sldId="335"/>
            <ac:spMk id="6" creationId="{E7A1BC38-732D-8863-415B-BAC340225A94}"/>
          </ac:spMkLst>
        </pc:spChg>
        <pc:picChg chg="mod">
          <ac:chgData name="Tighe, Bren" userId="0772691d-7a8e-443b-b68a-86d18f1186d2" providerId="ADAL" clId="{C99C7987-2B63-470F-953E-1E17B6E41706}" dt="2024-09-18T07:31:35.962" v="2402" actId="14826"/>
          <ac:picMkLst>
            <pc:docMk/>
            <pc:sldMk cId="2721330959" sldId="335"/>
            <ac:picMk id="10" creationId="{293E3F66-7DF6-3B79-CE24-D7E26FA4340D}"/>
          </ac:picMkLst>
        </pc:picChg>
        <pc:picChg chg="mod">
          <ac:chgData name="Tighe, Bren" userId="0772691d-7a8e-443b-b68a-86d18f1186d2" providerId="ADAL" clId="{C99C7987-2B63-470F-953E-1E17B6E41706}" dt="2024-09-18T07:34:24.828" v="2431" actId="1076"/>
          <ac:picMkLst>
            <pc:docMk/>
            <pc:sldMk cId="2721330959" sldId="335"/>
            <ac:picMk id="6146" creationId="{A0BAABD3-5397-C91B-FE92-80445E6A8C02}"/>
          </ac:picMkLst>
        </pc:picChg>
      </pc:sldChg>
      <pc:sldChg chg="del">
        <pc:chgData name="Tighe, Bren" userId="0772691d-7a8e-443b-b68a-86d18f1186d2" providerId="ADAL" clId="{C99C7987-2B63-470F-953E-1E17B6E41706}" dt="2024-09-18T08:12:20.345" v="2546" actId="47"/>
        <pc:sldMkLst>
          <pc:docMk/>
          <pc:sldMk cId="1848991684" sldId="336"/>
        </pc:sldMkLst>
      </pc:sldChg>
      <pc:sldChg chg="addSp modSp mod">
        <pc:chgData name="Tighe, Bren" userId="0772691d-7a8e-443b-b68a-86d18f1186d2" providerId="ADAL" clId="{C99C7987-2B63-470F-953E-1E17B6E41706}" dt="2024-09-17T21:33:16.158" v="1344"/>
        <pc:sldMkLst>
          <pc:docMk/>
          <pc:sldMk cId="4020270958" sldId="337"/>
        </pc:sldMkLst>
        <pc:spChg chg="mod">
          <ac:chgData name="Tighe, Bren" userId="0772691d-7a8e-443b-b68a-86d18f1186d2" providerId="ADAL" clId="{C99C7987-2B63-470F-953E-1E17B6E41706}" dt="2024-09-17T21:17:12.988" v="1206" actId="20577"/>
          <ac:spMkLst>
            <pc:docMk/>
            <pc:sldMk cId="4020270958" sldId="337"/>
            <ac:spMk id="4" creationId="{96CB18D4-C5B7-1853-1264-A90E404C39FF}"/>
          </ac:spMkLst>
        </pc:spChg>
        <pc:picChg chg="add mod">
          <ac:chgData name="Tighe, Bren" userId="0772691d-7a8e-443b-b68a-86d18f1186d2" providerId="ADAL" clId="{C99C7987-2B63-470F-953E-1E17B6E41706}" dt="2024-09-17T21:33:16.158" v="1344"/>
          <ac:picMkLst>
            <pc:docMk/>
            <pc:sldMk cId="4020270958" sldId="337"/>
            <ac:picMk id="2" creationId="{291DC2AA-77D5-E64C-730C-7004DDBBC421}"/>
          </ac:picMkLst>
        </pc:picChg>
        <pc:picChg chg="mod">
          <ac:chgData name="Tighe, Bren" userId="0772691d-7a8e-443b-b68a-86d18f1186d2" providerId="ADAL" clId="{C99C7987-2B63-470F-953E-1E17B6E41706}" dt="2024-09-17T21:15:22.471" v="1177" actId="1076"/>
          <ac:picMkLst>
            <pc:docMk/>
            <pc:sldMk cId="4020270958" sldId="337"/>
            <ac:picMk id="13" creationId="{9346DEE4-18E3-16DA-14B5-9B2B138863DE}"/>
          </ac:picMkLst>
        </pc:picChg>
      </pc:sldChg>
      <pc:sldChg chg="addSp modSp mod">
        <pc:chgData name="Tighe, Bren" userId="0772691d-7a8e-443b-b68a-86d18f1186d2" providerId="ADAL" clId="{C99C7987-2B63-470F-953E-1E17B6E41706}" dt="2024-09-18T08:13:37.580" v="2549" actId="1076"/>
        <pc:sldMkLst>
          <pc:docMk/>
          <pc:sldMk cId="1349438884" sldId="339"/>
        </pc:sldMkLst>
        <pc:picChg chg="add mod">
          <ac:chgData name="Tighe, Bren" userId="0772691d-7a8e-443b-b68a-86d18f1186d2" providerId="ADAL" clId="{C99C7987-2B63-470F-953E-1E17B6E41706}" dt="2024-09-18T08:13:37.580" v="2549" actId="1076"/>
          <ac:picMkLst>
            <pc:docMk/>
            <pc:sldMk cId="1349438884" sldId="339"/>
            <ac:picMk id="8" creationId="{F518507B-A597-1CC1-ED78-B60C017F0ECD}"/>
          </ac:picMkLst>
        </pc:picChg>
      </pc:sldChg>
      <pc:sldChg chg="addSp delSp modSp mod ord addAnim delAnim modAnim modNotesTx">
        <pc:chgData name="Tighe, Bren" userId="0772691d-7a8e-443b-b68a-86d18f1186d2" providerId="ADAL" clId="{C99C7987-2B63-470F-953E-1E17B6E41706}" dt="2024-09-17T21:32:44.001" v="1337"/>
        <pc:sldMkLst>
          <pc:docMk/>
          <pc:sldMk cId="1756112182" sldId="349"/>
        </pc:sldMkLst>
        <pc:spChg chg="del mod">
          <ac:chgData name="Tighe, Bren" userId="0772691d-7a8e-443b-b68a-86d18f1186d2" providerId="ADAL" clId="{C99C7987-2B63-470F-953E-1E17B6E41706}" dt="2024-09-17T19:25:10.362" v="103" actId="478"/>
          <ac:spMkLst>
            <pc:docMk/>
            <pc:sldMk cId="1756112182" sldId="349"/>
            <ac:spMk id="3" creationId="{F452D310-6FE7-B4D1-0BE8-4BFB8C2D1019}"/>
          </ac:spMkLst>
        </pc:spChg>
        <pc:spChg chg="del">
          <ac:chgData name="Tighe, Bren" userId="0772691d-7a8e-443b-b68a-86d18f1186d2" providerId="ADAL" clId="{C99C7987-2B63-470F-953E-1E17B6E41706}" dt="2024-09-17T19:19:29.841" v="19" actId="478"/>
          <ac:spMkLst>
            <pc:docMk/>
            <pc:sldMk cId="1756112182" sldId="349"/>
            <ac:spMk id="5" creationId="{5247A184-F1A6-37D1-0F1D-6EDB3E29E370}"/>
          </ac:spMkLst>
        </pc:spChg>
        <pc:spChg chg="add mod">
          <ac:chgData name="Tighe, Bren" userId="0772691d-7a8e-443b-b68a-86d18f1186d2" providerId="ADAL" clId="{C99C7987-2B63-470F-953E-1E17B6E41706}" dt="2024-09-17T19:34:35.464" v="230" actId="1076"/>
          <ac:spMkLst>
            <pc:docMk/>
            <pc:sldMk cId="1756112182" sldId="349"/>
            <ac:spMk id="7" creationId="{A0F24457-DF1E-E11D-5B51-8C6D8844BBA9}"/>
          </ac:spMkLst>
        </pc:spChg>
        <pc:spChg chg="add del mod">
          <ac:chgData name="Tighe, Bren" userId="0772691d-7a8e-443b-b68a-86d18f1186d2" providerId="ADAL" clId="{C99C7987-2B63-470F-953E-1E17B6E41706}" dt="2024-09-17T19:30:41.445" v="128" actId="47"/>
          <ac:spMkLst>
            <pc:docMk/>
            <pc:sldMk cId="1756112182" sldId="349"/>
            <ac:spMk id="8" creationId="{2796C0A4-09E6-A3D0-28A8-1A0DFA4C9B0B}"/>
          </ac:spMkLst>
        </pc:spChg>
        <pc:spChg chg="add mod">
          <ac:chgData name="Tighe, Bren" userId="0772691d-7a8e-443b-b68a-86d18f1186d2" providerId="ADAL" clId="{C99C7987-2B63-470F-953E-1E17B6E41706}" dt="2024-09-17T19:36:56.742" v="245" actId="1076"/>
          <ac:spMkLst>
            <pc:docMk/>
            <pc:sldMk cId="1756112182" sldId="349"/>
            <ac:spMk id="9" creationId="{053A7359-7CF0-C722-DEFB-8A2348DA41CA}"/>
          </ac:spMkLst>
        </pc:spChg>
        <pc:spChg chg="add mod">
          <ac:chgData name="Tighe, Bren" userId="0772691d-7a8e-443b-b68a-86d18f1186d2" providerId="ADAL" clId="{C99C7987-2B63-470F-953E-1E17B6E41706}" dt="2024-09-17T19:31:02.226" v="145" actId="1076"/>
          <ac:spMkLst>
            <pc:docMk/>
            <pc:sldMk cId="1756112182" sldId="349"/>
            <ac:spMk id="11" creationId="{E13521C5-CA0E-497C-5031-7A5814E2008F}"/>
          </ac:spMkLst>
        </pc:spChg>
        <pc:spChg chg="add mod">
          <ac:chgData name="Tighe, Bren" userId="0772691d-7a8e-443b-b68a-86d18f1186d2" providerId="ADAL" clId="{C99C7987-2B63-470F-953E-1E17B6E41706}" dt="2024-09-17T19:37:07.435" v="246" actId="1076"/>
          <ac:spMkLst>
            <pc:docMk/>
            <pc:sldMk cId="1756112182" sldId="349"/>
            <ac:spMk id="12" creationId="{4BC91676-A043-89D4-B6E2-2A371365ADAE}"/>
          </ac:spMkLst>
        </pc:spChg>
        <pc:spChg chg="add mod">
          <ac:chgData name="Tighe, Bren" userId="0772691d-7a8e-443b-b68a-86d18f1186d2" providerId="ADAL" clId="{C99C7987-2B63-470F-953E-1E17B6E41706}" dt="2024-09-17T19:37:14.710" v="247" actId="1076"/>
          <ac:spMkLst>
            <pc:docMk/>
            <pc:sldMk cId="1756112182" sldId="349"/>
            <ac:spMk id="14" creationId="{AA0ADF24-EB3F-189E-7788-ACF7CD1AF097}"/>
          </ac:spMkLst>
        </pc:spChg>
        <pc:spChg chg="add mod">
          <ac:chgData name="Tighe, Bren" userId="0772691d-7a8e-443b-b68a-86d18f1186d2" providerId="ADAL" clId="{C99C7987-2B63-470F-953E-1E17B6E41706}" dt="2024-09-17T19:37:43.217" v="254" actId="5793"/>
          <ac:spMkLst>
            <pc:docMk/>
            <pc:sldMk cId="1756112182" sldId="349"/>
            <ac:spMk id="16" creationId="{93E2D00F-E56C-3DE3-DC4B-FA802D62A4C6}"/>
          </ac:spMkLst>
        </pc:spChg>
        <pc:spChg chg="add mod">
          <ac:chgData name="Tighe, Bren" userId="0772691d-7a8e-443b-b68a-86d18f1186d2" providerId="ADAL" clId="{C99C7987-2B63-470F-953E-1E17B6E41706}" dt="2024-09-17T19:37:51.342" v="255" actId="1076"/>
          <ac:spMkLst>
            <pc:docMk/>
            <pc:sldMk cId="1756112182" sldId="349"/>
            <ac:spMk id="18" creationId="{C018CF17-478B-D003-9A91-1C5F678B72C1}"/>
          </ac:spMkLst>
        </pc:spChg>
        <pc:picChg chg="add mod">
          <ac:chgData name="Tighe, Bren" userId="0772691d-7a8e-443b-b68a-86d18f1186d2" providerId="ADAL" clId="{C99C7987-2B63-470F-953E-1E17B6E41706}" dt="2024-09-17T21:32:44.001" v="1337"/>
          <ac:picMkLst>
            <pc:docMk/>
            <pc:sldMk cId="1756112182" sldId="349"/>
            <ac:picMk id="19" creationId="{B3AEB179-FB30-208C-6A29-73083C8A3473}"/>
          </ac:picMkLst>
        </pc:picChg>
      </pc:sldChg>
      <pc:sldChg chg="del">
        <pc:chgData name="Tighe, Bren" userId="0772691d-7a8e-443b-b68a-86d18f1186d2" providerId="ADAL" clId="{C99C7987-2B63-470F-953E-1E17B6E41706}" dt="2024-09-18T08:12:17.282" v="2545" actId="47"/>
        <pc:sldMkLst>
          <pc:docMk/>
          <pc:sldMk cId="1465619268" sldId="351"/>
        </pc:sldMkLst>
      </pc:sldChg>
      <pc:sldChg chg="del">
        <pc:chgData name="Tighe, Bren" userId="0772691d-7a8e-443b-b68a-86d18f1186d2" providerId="ADAL" clId="{C99C7987-2B63-470F-953E-1E17B6E41706}" dt="2024-09-18T10:47:17.727" v="2616" actId="2696"/>
        <pc:sldMkLst>
          <pc:docMk/>
          <pc:sldMk cId="2186264105" sldId="352"/>
        </pc:sldMkLst>
      </pc:sldChg>
      <pc:sldChg chg="addSp delSp modSp mod ord modClrScheme chgLayout">
        <pc:chgData name="Tighe, Bren" userId="0772691d-7a8e-443b-b68a-86d18f1186d2" providerId="ADAL" clId="{C99C7987-2B63-470F-953E-1E17B6E41706}" dt="2024-09-17T21:53:12.613" v="1487" actId="478"/>
        <pc:sldMkLst>
          <pc:docMk/>
          <pc:sldMk cId="4247472943" sldId="355"/>
        </pc:sldMkLst>
        <pc:spChg chg="add del">
          <ac:chgData name="Tighe, Bren" userId="0772691d-7a8e-443b-b68a-86d18f1186d2" providerId="ADAL" clId="{C99C7987-2B63-470F-953E-1E17B6E41706}" dt="2024-09-17T21:45:31.325" v="1416" actId="22"/>
          <ac:spMkLst>
            <pc:docMk/>
            <pc:sldMk cId="4247472943" sldId="355"/>
            <ac:spMk id="3" creationId="{E0C8646F-206D-5D76-7961-81CE8454395B}"/>
          </ac:spMkLst>
        </pc:spChg>
        <pc:spChg chg="add del">
          <ac:chgData name="Tighe, Bren" userId="0772691d-7a8e-443b-b68a-86d18f1186d2" providerId="ADAL" clId="{C99C7987-2B63-470F-953E-1E17B6E41706}" dt="2024-09-17T21:45:44.356" v="1418" actId="22"/>
          <ac:spMkLst>
            <pc:docMk/>
            <pc:sldMk cId="4247472943" sldId="355"/>
            <ac:spMk id="5" creationId="{78C5AA83-294D-12E3-094D-654FA3995CD3}"/>
          </ac:spMkLst>
        </pc:spChg>
        <pc:spChg chg="add del mod ord">
          <ac:chgData name="Tighe, Bren" userId="0772691d-7a8e-443b-b68a-86d18f1186d2" providerId="ADAL" clId="{C99C7987-2B63-470F-953E-1E17B6E41706}" dt="2024-09-17T21:51:45.705" v="1456" actId="20577"/>
          <ac:spMkLst>
            <pc:docMk/>
            <pc:sldMk cId="4247472943" sldId="355"/>
            <ac:spMk id="8" creationId="{CD0284D9-236C-67F5-65E2-29D581047921}"/>
          </ac:spMkLst>
        </pc:spChg>
        <pc:spChg chg="add del mod">
          <ac:chgData name="Tighe, Bren" userId="0772691d-7a8e-443b-b68a-86d18f1186d2" providerId="ADAL" clId="{C99C7987-2B63-470F-953E-1E17B6E41706}" dt="2024-09-17T21:50:24.798" v="1435" actId="21"/>
          <ac:spMkLst>
            <pc:docMk/>
            <pc:sldMk cId="4247472943" sldId="355"/>
            <ac:spMk id="10" creationId="{5D07CA40-8F6D-A15B-DA99-780AF84721C4}"/>
          </ac:spMkLst>
        </pc:spChg>
        <pc:spChg chg="del">
          <ac:chgData name="Tighe, Bren" userId="0772691d-7a8e-443b-b68a-86d18f1186d2" providerId="ADAL" clId="{C99C7987-2B63-470F-953E-1E17B6E41706}" dt="2024-09-17T21:50:12.641" v="1433" actId="21"/>
          <ac:spMkLst>
            <pc:docMk/>
            <pc:sldMk cId="4247472943" sldId="355"/>
            <ac:spMk id="12" creationId="{3B2DAF49-EEC3-ED68-EE64-D1557AA37234}"/>
          </ac:spMkLst>
        </pc:spChg>
        <pc:spChg chg="add mod ord">
          <ac:chgData name="Tighe, Bren" userId="0772691d-7a8e-443b-b68a-86d18f1186d2" providerId="ADAL" clId="{C99C7987-2B63-470F-953E-1E17B6E41706}" dt="2024-09-17T21:52:55.675" v="1483" actId="27636"/>
          <ac:spMkLst>
            <pc:docMk/>
            <pc:sldMk cId="4247472943" sldId="355"/>
            <ac:spMk id="13" creationId="{2DB7BD59-341D-54C8-863B-4BE180557669}"/>
          </ac:spMkLst>
        </pc:spChg>
        <pc:spChg chg="add del mod ord">
          <ac:chgData name="Tighe, Bren" userId="0772691d-7a8e-443b-b68a-86d18f1186d2" providerId="ADAL" clId="{C99C7987-2B63-470F-953E-1E17B6E41706}" dt="2024-09-17T21:51:31.502" v="1448" actId="478"/>
          <ac:spMkLst>
            <pc:docMk/>
            <pc:sldMk cId="4247472943" sldId="355"/>
            <ac:spMk id="14" creationId="{DE72BA30-1DFF-7D22-DA3E-F0E962D40B39}"/>
          </ac:spMkLst>
        </pc:spChg>
        <pc:spChg chg="add del mod ord">
          <ac:chgData name="Tighe, Bren" userId="0772691d-7a8e-443b-b68a-86d18f1186d2" providerId="ADAL" clId="{C99C7987-2B63-470F-953E-1E17B6E41706}" dt="2024-09-17T21:51:15.173" v="1444" actId="478"/>
          <ac:spMkLst>
            <pc:docMk/>
            <pc:sldMk cId="4247472943" sldId="355"/>
            <ac:spMk id="15" creationId="{927BCDD4-A6EE-861A-B90B-4AF887839122}"/>
          </ac:spMkLst>
        </pc:spChg>
        <pc:spChg chg="add del mod ord">
          <ac:chgData name="Tighe, Bren" userId="0772691d-7a8e-443b-b68a-86d18f1186d2" providerId="ADAL" clId="{C99C7987-2B63-470F-953E-1E17B6E41706}" dt="2024-09-17T21:51:12.705" v="1443" actId="478"/>
          <ac:spMkLst>
            <pc:docMk/>
            <pc:sldMk cId="4247472943" sldId="355"/>
            <ac:spMk id="16" creationId="{A569F1C8-F06D-C169-3463-D3389D433DFB}"/>
          </ac:spMkLst>
        </pc:spChg>
        <pc:spChg chg="add del mod ord">
          <ac:chgData name="Tighe, Bren" userId="0772691d-7a8e-443b-b68a-86d18f1186d2" providerId="ADAL" clId="{C99C7987-2B63-470F-953E-1E17B6E41706}" dt="2024-09-17T21:53:12.613" v="1487" actId="478"/>
          <ac:spMkLst>
            <pc:docMk/>
            <pc:sldMk cId="4247472943" sldId="355"/>
            <ac:spMk id="17" creationId="{4A3983ED-DB44-BD7C-C7BC-B0581F0B098E}"/>
          </ac:spMkLst>
        </pc:spChg>
        <pc:graphicFrameChg chg="add del mod modGraphic">
          <ac:chgData name="Tighe, Bren" userId="0772691d-7a8e-443b-b68a-86d18f1186d2" providerId="ADAL" clId="{C99C7987-2B63-470F-953E-1E17B6E41706}" dt="2024-09-17T21:49:50.813" v="1430" actId="478"/>
          <ac:graphicFrameMkLst>
            <pc:docMk/>
            <pc:sldMk cId="4247472943" sldId="355"/>
            <ac:graphicFrameMk id="6" creationId="{8917DD44-C13E-0D58-F631-5FEFD38A018B}"/>
          </ac:graphicFrameMkLst>
        </pc:graphicFrameChg>
        <pc:graphicFrameChg chg="add del mod">
          <ac:chgData name="Tighe, Bren" userId="0772691d-7a8e-443b-b68a-86d18f1186d2" providerId="ADAL" clId="{C99C7987-2B63-470F-953E-1E17B6E41706}" dt="2024-09-17T21:51:02.845" v="1441" actId="21"/>
          <ac:graphicFrameMkLst>
            <pc:docMk/>
            <pc:sldMk cId="4247472943" sldId="355"/>
            <ac:graphicFrameMk id="7" creationId="{51D74C97-056F-0A9F-C538-DA14A415A91F}"/>
          </ac:graphicFrameMkLst>
        </pc:graphicFrameChg>
        <pc:graphicFrameChg chg="del">
          <ac:chgData name="Tighe, Bren" userId="0772691d-7a8e-443b-b68a-86d18f1186d2" providerId="ADAL" clId="{C99C7987-2B63-470F-953E-1E17B6E41706}" dt="2024-09-17T21:45:23.950" v="1414" actId="478"/>
          <ac:graphicFrameMkLst>
            <pc:docMk/>
            <pc:sldMk cId="4247472943" sldId="355"/>
            <ac:graphicFrameMk id="11" creationId="{3EC34F0D-FAF7-AAEE-B391-2268EE1F94C1}"/>
          </ac:graphicFrameMkLst>
        </pc:graphicFrameChg>
        <pc:graphicFrameChg chg="add mod">
          <ac:chgData name="Tighe, Bren" userId="0772691d-7a8e-443b-b68a-86d18f1186d2" providerId="ADAL" clId="{C99C7987-2B63-470F-953E-1E17B6E41706}" dt="2024-09-17T21:53:01.394" v="1484" actId="1076"/>
          <ac:graphicFrameMkLst>
            <pc:docMk/>
            <pc:sldMk cId="4247472943" sldId="355"/>
            <ac:graphicFrameMk id="18" creationId="{8DE31455-6973-2283-2C66-5B137C1C2675}"/>
          </ac:graphicFrameMkLst>
        </pc:graphicFrameChg>
        <pc:picChg chg="add mod">
          <ac:chgData name="Tighe, Bren" userId="0772691d-7a8e-443b-b68a-86d18f1186d2" providerId="ADAL" clId="{C99C7987-2B63-470F-953E-1E17B6E41706}" dt="2024-09-17T21:53:06.600" v="1485"/>
          <ac:picMkLst>
            <pc:docMk/>
            <pc:sldMk cId="4247472943" sldId="355"/>
            <ac:picMk id="19" creationId="{DF808A49-3935-0B58-5D39-CD4D0CD19AA8}"/>
          </ac:picMkLst>
        </pc:picChg>
      </pc:sldChg>
      <pc:sldChg chg="modSp add del mod">
        <pc:chgData name="Tighe, Bren" userId="0772691d-7a8e-443b-b68a-86d18f1186d2" providerId="ADAL" clId="{C99C7987-2B63-470F-953E-1E17B6E41706}" dt="2024-09-17T21:09:33.169" v="1083" actId="47"/>
        <pc:sldMkLst>
          <pc:docMk/>
          <pc:sldMk cId="3883686128" sldId="356"/>
        </pc:sldMkLst>
        <pc:picChg chg="mod">
          <ac:chgData name="Tighe, Bren" userId="0772691d-7a8e-443b-b68a-86d18f1186d2" providerId="ADAL" clId="{C99C7987-2B63-470F-953E-1E17B6E41706}" dt="2024-09-17T21:09:30.732" v="1082" actId="1076"/>
          <ac:picMkLst>
            <pc:docMk/>
            <pc:sldMk cId="3883686128" sldId="356"/>
            <ac:picMk id="8" creationId="{CF848A0E-79C0-D3F0-FEBA-CF8DFB147B8B}"/>
          </ac:picMkLst>
        </pc:picChg>
      </pc:sldChg>
      <pc:sldChg chg="del">
        <pc:chgData name="Tighe, Bren" userId="0772691d-7a8e-443b-b68a-86d18f1186d2" providerId="ADAL" clId="{C99C7987-2B63-470F-953E-1E17B6E41706}" dt="2024-09-17T22:28:46.299" v="1920" actId="47"/>
        <pc:sldMkLst>
          <pc:docMk/>
          <pc:sldMk cId="810602383" sldId="357"/>
        </pc:sldMkLst>
      </pc:sldChg>
      <pc:sldChg chg="addSp delSp modSp mod modClrScheme chgLayout modNotesTx">
        <pc:chgData name="Tighe, Bren" userId="0772691d-7a8e-443b-b68a-86d18f1186d2" providerId="ADAL" clId="{C99C7987-2B63-470F-953E-1E17B6E41706}" dt="2024-09-17T21:32:49.861" v="1339"/>
        <pc:sldMkLst>
          <pc:docMk/>
          <pc:sldMk cId="113937513" sldId="358"/>
        </pc:sldMkLst>
        <pc:spChg chg="mod ord">
          <ac:chgData name="Tighe, Bren" userId="0772691d-7a8e-443b-b68a-86d18f1186d2" providerId="ADAL" clId="{C99C7987-2B63-470F-953E-1E17B6E41706}" dt="2024-09-17T20:01:03.845" v="615" actId="14100"/>
          <ac:spMkLst>
            <pc:docMk/>
            <pc:sldMk cId="113937513" sldId="358"/>
            <ac:spMk id="3" creationId="{F452D310-6FE7-B4D1-0BE8-4BFB8C2D1019}"/>
          </ac:spMkLst>
        </pc:spChg>
        <pc:spChg chg="mod ord">
          <ac:chgData name="Tighe, Bren" userId="0772691d-7a8e-443b-b68a-86d18f1186d2" providerId="ADAL" clId="{C99C7987-2B63-470F-953E-1E17B6E41706}" dt="2024-09-17T20:01:12.174" v="619" actId="403"/>
          <ac:spMkLst>
            <pc:docMk/>
            <pc:sldMk cId="113937513" sldId="358"/>
            <ac:spMk id="8" creationId="{A79075A3-9114-6FB0-090E-340F00BD8116}"/>
          </ac:spMkLst>
        </pc:spChg>
        <pc:spChg chg="add del mod">
          <ac:chgData name="Tighe, Bren" userId="0772691d-7a8e-443b-b68a-86d18f1186d2" providerId="ADAL" clId="{C99C7987-2B63-470F-953E-1E17B6E41706}" dt="2024-09-17T19:44:39.160" v="416" actId="26606"/>
          <ac:spMkLst>
            <pc:docMk/>
            <pc:sldMk cId="113937513" sldId="358"/>
            <ac:spMk id="1028" creationId="{7F78D475-285C-006C-7BB8-267B8EF4F587}"/>
          </ac:spMkLst>
        </pc:spChg>
        <pc:spChg chg="add del mod">
          <ac:chgData name="Tighe, Bren" userId="0772691d-7a8e-443b-b68a-86d18f1186d2" providerId="ADAL" clId="{C99C7987-2B63-470F-953E-1E17B6E41706}" dt="2024-09-17T19:44:35.753" v="412" actId="26606"/>
          <ac:spMkLst>
            <pc:docMk/>
            <pc:sldMk cId="113937513" sldId="358"/>
            <ac:spMk id="1031" creationId="{C69BE31F-3846-9D33-A75E-DC2430B39A52}"/>
          </ac:spMkLst>
        </pc:spChg>
        <pc:picChg chg="add mod">
          <ac:chgData name="Tighe, Bren" userId="0772691d-7a8e-443b-b68a-86d18f1186d2" providerId="ADAL" clId="{C99C7987-2B63-470F-953E-1E17B6E41706}" dt="2024-09-17T21:32:49.861" v="1339"/>
          <ac:picMkLst>
            <pc:docMk/>
            <pc:sldMk cId="113937513" sldId="358"/>
            <ac:picMk id="2" creationId="{500A71D0-7BDA-A67F-854D-745A36A6E381}"/>
          </ac:picMkLst>
        </pc:picChg>
        <pc:picChg chg="add mod">
          <ac:chgData name="Tighe, Bren" userId="0772691d-7a8e-443b-b68a-86d18f1186d2" providerId="ADAL" clId="{C99C7987-2B63-470F-953E-1E17B6E41706}" dt="2024-09-17T19:44:47.707" v="418" actId="26606"/>
          <ac:picMkLst>
            <pc:docMk/>
            <pc:sldMk cId="113937513" sldId="358"/>
            <ac:picMk id="1026" creationId="{E2BDC560-4B98-E8BA-F35A-BFBBF279E47A}"/>
          </ac:picMkLst>
        </pc:picChg>
      </pc:sldChg>
      <pc:sldChg chg="addSp delSp modSp mod modMedia modClrScheme delAnim chgLayout">
        <pc:chgData name="Tighe, Bren" userId="0772691d-7a8e-443b-b68a-86d18f1186d2" providerId="ADAL" clId="{C99C7987-2B63-470F-953E-1E17B6E41706}" dt="2024-09-17T22:06:56.984" v="1764" actId="1038"/>
        <pc:sldMkLst>
          <pc:docMk/>
          <pc:sldMk cId="1534074004" sldId="359"/>
        </pc:sldMkLst>
        <pc:spChg chg="del mod ord">
          <ac:chgData name="Tighe, Bren" userId="0772691d-7a8e-443b-b68a-86d18f1186d2" providerId="ADAL" clId="{C99C7987-2B63-470F-953E-1E17B6E41706}" dt="2024-09-17T22:03:31.231" v="1620" actId="478"/>
          <ac:spMkLst>
            <pc:docMk/>
            <pc:sldMk cId="1534074004" sldId="359"/>
            <ac:spMk id="2" creationId="{83B45A3B-5C8A-6EF2-BF18-04E4C315B7E0}"/>
          </ac:spMkLst>
        </pc:spChg>
        <pc:spChg chg="add mod">
          <ac:chgData name="Tighe, Bren" userId="0772691d-7a8e-443b-b68a-86d18f1186d2" providerId="ADAL" clId="{C99C7987-2B63-470F-953E-1E17B6E41706}" dt="2024-09-17T22:05:18.154" v="1713" actId="20577"/>
          <ac:spMkLst>
            <pc:docMk/>
            <pc:sldMk cId="1534074004" sldId="359"/>
            <ac:spMk id="9" creationId="{10A094D9-2B1D-8211-73ED-29D8B719B334}"/>
          </ac:spMkLst>
        </pc:spChg>
        <pc:spChg chg="add del mod">
          <ac:chgData name="Tighe, Bren" userId="0772691d-7a8e-443b-b68a-86d18f1186d2" providerId="ADAL" clId="{C99C7987-2B63-470F-953E-1E17B6E41706}" dt="2024-09-17T22:03:33.840" v="1621" actId="478"/>
          <ac:spMkLst>
            <pc:docMk/>
            <pc:sldMk cId="1534074004" sldId="359"/>
            <ac:spMk id="11" creationId="{8A1BF689-6FB3-9B62-0053-BD961542DC4D}"/>
          </ac:spMkLst>
        </pc:spChg>
        <pc:spChg chg="add mod">
          <ac:chgData name="Tighe, Bren" userId="0772691d-7a8e-443b-b68a-86d18f1186d2" providerId="ADAL" clId="{C99C7987-2B63-470F-953E-1E17B6E41706}" dt="2024-09-17T22:05:59.733" v="1721" actId="20577"/>
          <ac:spMkLst>
            <pc:docMk/>
            <pc:sldMk cId="1534074004" sldId="359"/>
            <ac:spMk id="12" creationId="{825CD72D-59B8-0368-8945-3D88E7DAD436}"/>
          </ac:spMkLst>
        </pc:spChg>
        <pc:spChg chg="add mod">
          <ac:chgData name="Tighe, Bren" userId="0772691d-7a8e-443b-b68a-86d18f1186d2" providerId="ADAL" clId="{C99C7987-2B63-470F-953E-1E17B6E41706}" dt="2024-09-17T22:06:32.905" v="1735" actId="1036"/>
          <ac:spMkLst>
            <pc:docMk/>
            <pc:sldMk cId="1534074004" sldId="359"/>
            <ac:spMk id="13" creationId="{CD8597B5-AF2E-87F6-858D-7CC06912E30C}"/>
          </ac:spMkLst>
        </pc:spChg>
        <pc:spChg chg="add mod">
          <ac:chgData name="Tighe, Bren" userId="0772691d-7a8e-443b-b68a-86d18f1186d2" providerId="ADAL" clId="{C99C7987-2B63-470F-953E-1E17B6E41706}" dt="2024-09-17T22:06:43.093" v="1751" actId="1035"/>
          <ac:spMkLst>
            <pc:docMk/>
            <pc:sldMk cId="1534074004" sldId="359"/>
            <ac:spMk id="14" creationId="{50E5B3E0-CEC3-0761-F745-45BD0A08A411}"/>
          </ac:spMkLst>
        </pc:spChg>
        <pc:spChg chg="add mod">
          <ac:chgData name="Tighe, Bren" userId="0772691d-7a8e-443b-b68a-86d18f1186d2" providerId="ADAL" clId="{C99C7987-2B63-470F-953E-1E17B6E41706}" dt="2024-09-17T22:06:10.436" v="1724" actId="20577"/>
          <ac:spMkLst>
            <pc:docMk/>
            <pc:sldMk cId="1534074004" sldId="359"/>
            <ac:spMk id="15" creationId="{04D3F1B7-8705-D708-2AF9-0DCA909B61DC}"/>
          </ac:spMkLst>
        </pc:spChg>
        <pc:spChg chg="add mod">
          <ac:chgData name="Tighe, Bren" userId="0772691d-7a8e-443b-b68a-86d18f1186d2" providerId="ADAL" clId="{C99C7987-2B63-470F-953E-1E17B6E41706}" dt="2024-09-17T22:06:48.499" v="1756" actId="1037"/>
          <ac:spMkLst>
            <pc:docMk/>
            <pc:sldMk cId="1534074004" sldId="359"/>
            <ac:spMk id="16" creationId="{33BA1A91-1CF0-2F78-589B-C7D6ACB6F835}"/>
          </ac:spMkLst>
        </pc:spChg>
        <pc:spChg chg="add mod">
          <ac:chgData name="Tighe, Bren" userId="0772691d-7a8e-443b-b68a-86d18f1186d2" providerId="ADAL" clId="{C99C7987-2B63-470F-953E-1E17B6E41706}" dt="2024-09-17T22:06:54.703" v="1761" actId="1036"/>
          <ac:spMkLst>
            <pc:docMk/>
            <pc:sldMk cId="1534074004" sldId="359"/>
            <ac:spMk id="17" creationId="{82054E7C-914A-7675-9D08-6732350AD9CA}"/>
          </ac:spMkLst>
        </pc:spChg>
        <pc:spChg chg="add mod">
          <ac:chgData name="Tighe, Bren" userId="0772691d-7a8e-443b-b68a-86d18f1186d2" providerId="ADAL" clId="{C99C7987-2B63-470F-953E-1E17B6E41706}" dt="2024-09-17T22:06:56.984" v="1764" actId="1038"/>
          <ac:spMkLst>
            <pc:docMk/>
            <pc:sldMk cId="1534074004" sldId="359"/>
            <ac:spMk id="18" creationId="{5FFADDD0-EABA-30E5-85F6-72D38BDC727E}"/>
          </ac:spMkLst>
        </pc:spChg>
        <pc:grpChg chg="add mod">
          <ac:chgData name="Tighe, Bren" userId="0772691d-7a8e-443b-b68a-86d18f1186d2" providerId="ADAL" clId="{C99C7987-2B63-470F-953E-1E17B6E41706}" dt="2024-09-17T22:04:20.216" v="1639" actId="1076"/>
          <ac:grpSpMkLst>
            <pc:docMk/>
            <pc:sldMk cId="1534074004" sldId="359"/>
            <ac:grpSpMk id="7" creationId="{28543DE2-1B7F-DD06-D722-D05A799DE9A0}"/>
          </ac:grpSpMkLst>
        </pc:grpChg>
        <pc:picChg chg="add mod modCrop">
          <ac:chgData name="Tighe, Bren" userId="0772691d-7a8e-443b-b68a-86d18f1186d2" providerId="ADAL" clId="{C99C7987-2B63-470F-953E-1E17B6E41706}" dt="2024-09-17T22:02:12.870" v="1596" actId="164"/>
          <ac:picMkLst>
            <pc:docMk/>
            <pc:sldMk cId="1534074004" sldId="359"/>
            <ac:picMk id="3" creationId="{5A1C644D-3240-4E6B-3F5B-A34E038021F3}"/>
          </ac:picMkLst>
        </pc:picChg>
        <pc:picChg chg="add del mod">
          <ac:chgData name="Tighe, Bren" userId="0772691d-7a8e-443b-b68a-86d18f1186d2" providerId="ADAL" clId="{C99C7987-2B63-470F-953E-1E17B6E41706}" dt="2024-09-17T22:00:18.619" v="1567" actId="26606"/>
          <ac:picMkLst>
            <pc:docMk/>
            <pc:sldMk cId="1534074004" sldId="359"/>
            <ac:picMk id="4" creationId="{9E36CC10-A4E3-FA41-9DD6-9FD15D3B62E1}"/>
          </ac:picMkLst>
        </pc:picChg>
        <pc:picChg chg="add mod modCrop">
          <ac:chgData name="Tighe, Bren" userId="0772691d-7a8e-443b-b68a-86d18f1186d2" providerId="ADAL" clId="{C99C7987-2B63-470F-953E-1E17B6E41706}" dt="2024-09-17T22:02:12.870" v="1596" actId="164"/>
          <ac:picMkLst>
            <pc:docMk/>
            <pc:sldMk cId="1534074004" sldId="359"/>
            <ac:picMk id="5" creationId="{05EA9EC8-A681-EDB6-6379-240DF26928A9}"/>
          </ac:picMkLst>
        </pc:picChg>
        <pc:picChg chg="add mod modCrop">
          <ac:chgData name="Tighe, Bren" userId="0772691d-7a8e-443b-b68a-86d18f1186d2" providerId="ADAL" clId="{C99C7987-2B63-470F-953E-1E17B6E41706}" dt="2024-09-17T22:02:12.870" v="1596" actId="164"/>
          <ac:picMkLst>
            <pc:docMk/>
            <pc:sldMk cId="1534074004" sldId="359"/>
            <ac:picMk id="6" creationId="{7ECE710D-F6DB-7D46-F78A-B9709E8ED4C6}"/>
          </ac:picMkLst>
        </pc:picChg>
      </pc:sldChg>
      <pc:sldChg chg="addSp modSp add mod">
        <pc:chgData name="Tighe, Bren" userId="0772691d-7a8e-443b-b68a-86d18f1186d2" providerId="ADAL" clId="{C99C7987-2B63-470F-953E-1E17B6E41706}" dt="2024-09-17T21:32:46.627" v="1338"/>
        <pc:sldMkLst>
          <pc:docMk/>
          <pc:sldMk cId="2738579169" sldId="360"/>
        </pc:sldMkLst>
        <pc:spChg chg="mod">
          <ac:chgData name="Tighe, Bren" userId="0772691d-7a8e-443b-b68a-86d18f1186d2" providerId="ADAL" clId="{C99C7987-2B63-470F-953E-1E17B6E41706}" dt="2024-09-17T19:39:55.281" v="303" actId="1076"/>
          <ac:spMkLst>
            <pc:docMk/>
            <pc:sldMk cId="2738579169" sldId="360"/>
            <ac:spMk id="5" creationId="{5247A184-F1A6-37D1-0F1D-6EDB3E29E370}"/>
          </ac:spMkLst>
        </pc:spChg>
        <pc:picChg chg="add mod">
          <ac:chgData name="Tighe, Bren" userId="0772691d-7a8e-443b-b68a-86d18f1186d2" providerId="ADAL" clId="{C99C7987-2B63-470F-953E-1E17B6E41706}" dt="2024-09-17T21:32:46.627" v="1338"/>
          <ac:picMkLst>
            <pc:docMk/>
            <pc:sldMk cId="2738579169" sldId="360"/>
            <ac:picMk id="2" creationId="{68E99595-6F81-BD16-2205-23BAE1363B3C}"/>
          </ac:picMkLst>
        </pc:picChg>
      </pc:sldChg>
      <pc:sldChg chg="addSp modSp add mod modClrScheme chgLayout modNotesTx">
        <pc:chgData name="Tighe, Bren" userId="0772691d-7a8e-443b-b68a-86d18f1186d2" providerId="ADAL" clId="{C99C7987-2B63-470F-953E-1E17B6E41706}" dt="2024-09-17T21:32:53.393" v="1340"/>
        <pc:sldMkLst>
          <pc:docMk/>
          <pc:sldMk cId="1642951920" sldId="361"/>
        </pc:sldMkLst>
        <pc:spChg chg="mod">
          <ac:chgData name="Tighe, Bren" userId="0772691d-7a8e-443b-b68a-86d18f1186d2" providerId="ADAL" clId="{C99C7987-2B63-470F-953E-1E17B6E41706}" dt="2024-09-17T20:00:36.455" v="599" actId="1076"/>
          <ac:spMkLst>
            <pc:docMk/>
            <pc:sldMk cId="1642951920" sldId="361"/>
            <ac:spMk id="3" creationId="{F452D310-6FE7-B4D1-0BE8-4BFB8C2D1019}"/>
          </ac:spMkLst>
        </pc:spChg>
        <pc:spChg chg="mod ord">
          <ac:chgData name="Tighe, Bren" userId="0772691d-7a8e-443b-b68a-86d18f1186d2" providerId="ADAL" clId="{C99C7987-2B63-470F-953E-1E17B6E41706}" dt="2024-09-17T20:00:48.173" v="611" actId="1076"/>
          <ac:spMkLst>
            <pc:docMk/>
            <pc:sldMk cId="1642951920" sldId="361"/>
            <ac:spMk id="8" creationId="{A79075A3-9114-6FB0-090E-340F00BD8116}"/>
          </ac:spMkLst>
        </pc:spChg>
        <pc:picChg chg="add mod">
          <ac:chgData name="Tighe, Bren" userId="0772691d-7a8e-443b-b68a-86d18f1186d2" providerId="ADAL" clId="{C99C7987-2B63-470F-953E-1E17B6E41706}" dt="2024-09-17T21:32:53.393" v="1340"/>
          <ac:picMkLst>
            <pc:docMk/>
            <pc:sldMk cId="1642951920" sldId="361"/>
            <ac:picMk id="2" creationId="{68589D57-2F00-A4FD-4336-EC4DD8F566F2}"/>
          </ac:picMkLst>
        </pc:picChg>
        <pc:picChg chg="mod modCrop">
          <ac:chgData name="Tighe, Bren" userId="0772691d-7a8e-443b-b68a-86d18f1186d2" providerId="ADAL" clId="{C99C7987-2B63-470F-953E-1E17B6E41706}" dt="2024-09-17T19:49:51.164" v="480" actId="26606"/>
          <ac:picMkLst>
            <pc:docMk/>
            <pc:sldMk cId="1642951920" sldId="361"/>
            <ac:picMk id="1026" creationId="{E2BDC560-4B98-E8BA-F35A-BFBBF279E47A}"/>
          </ac:picMkLst>
        </pc:picChg>
      </pc:sldChg>
      <pc:sldChg chg="new del">
        <pc:chgData name="Tighe, Bren" userId="0772691d-7a8e-443b-b68a-86d18f1186d2" providerId="ADAL" clId="{C99C7987-2B63-470F-953E-1E17B6E41706}" dt="2024-09-17T19:19:41.466" v="22" actId="680"/>
        <pc:sldMkLst>
          <pc:docMk/>
          <pc:sldMk cId="2345940535" sldId="361"/>
        </pc:sldMkLst>
      </pc:sldChg>
      <pc:sldChg chg="addSp modSp add mod modNotesTx">
        <pc:chgData name="Tighe, Bren" userId="0772691d-7a8e-443b-b68a-86d18f1186d2" providerId="ADAL" clId="{C99C7987-2B63-470F-953E-1E17B6E41706}" dt="2024-09-17T22:20:18.792" v="1855" actId="1076"/>
        <pc:sldMkLst>
          <pc:docMk/>
          <pc:sldMk cId="2652413684" sldId="362"/>
        </pc:sldMkLst>
        <pc:spChg chg="mod">
          <ac:chgData name="Tighe, Bren" userId="0772691d-7a8e-443b-b68a-86d18f1186d2" providerId="ADAL" clId="{C99C7987-2B63-470F-953E-1E17B6E41706}" dt="2024-09-17T20:00:26.642" v="596" actId="255"/>
          <ac:spMkLst>
            <pc:docMk/>
            <pc:sldMk cId="2652413684" sldId="362"/>
            <ac:spMk id="3" creationId="{F452D310-6FE7-B4D1-0BE8-4BFB8C2D1019}"/>
          </ac:spMkLst>
        </pc:spChg>
        <pc:spChg chg="mod">
          <ac:chgData name="Tighe, Bren" userId="0772691d-7a8e-443b-b68a-86d18f1186d2" providerId="ADAL" clId="{C99C7987-2B63-470F-953E-1E17B6E41706}" dt="2024-09-17T22:20:18.792" v="1855" actId="1076"/>
          <ac:spMkLst>
            <pc:docMk/>
            <pc:sldMk cId="2652413684" sldId="362"/>
            <ac:spMk id="8" creationId="{A79075A3-9114-6FB0-090E-340F00BD8116}"/>
          </ac:spMkLst>
        </pc:spChg>
        <pc:picChg chg="add mod">
          <ac:chgData name="Tighe, Bren" userId="0772691d-7a8e-443b-b68a-86d18f1186d2" providerId="ADAL" clId="{C99C7987-2B63-470F-953E-1E17B6E41706}" dt="2024-09-17T21:32:57.689" v="1341"/>
          <ac:picMkLst>
            <pc:docMk/>
            <pc:sldMk cId="2652413684" sldId="362"/>
            <ac:picMk id="2" creationId="{A0A00D7B-A254-960D-BA79-B9938C5E33A1}"/>
          </ac:picMkLst>
        </pc:picChg>
        <pc:picChg chg="mod modCrop">
          <ac:chgData name="Tighe, Bren" userId="0772691d-7a8e-443b-b68a-86d18f1186d2" providerId="ADAL" clId="{C99C7987-2B63-470F-953E-1E17B6E41706}" dt="2024-09-17T19:55:57.099" v="532" actId="18131"/>
          <ac:picMkLst>
            <pc:docMk/>
            <pc:sldMk cId="2652413684" sldId="362"/>
            <ac:picMk id="1026" creationId="{E2BDC560-4B98-E8BA-F35A-BFBBF279E47A}"/>
          </ac:picMkLst>
        </pc:picChg>
      </pc:sldChg>
      <pc:sldChg chg="addSp delSp modSp new del mod">
        <pc:chgData name="Tighe, Bren" userId="0772691d-7a8e-443b-b68a-86d18f1186d2" providerId="ADAL" clId="{C99C7987-2B63-470F-953E-1E17B6E41706}" dt="2024-09-18T21:02:07.396" v="2997" actId="47"/>
        <pc:sldMkLst>
          <pc:docMk/>
          <pc:sldMk cId="1322563588" sldId="363"/>
        </pc:sldMkLst>
        <pc:spChg chg="del">
          <ac:chgData name="Tighe, Bren" userId="0772691d-7a8e-443b-b68a-86d18f1186d2" providerId="ADAL" clId="{C99C7987-2B63-470F-953E-1E17B6E41706}" dt="2024-09-17T20:46:17.962" v="675" actId="478"/>
          <ac:spMkLst>
            <pc:docMk/>
            <pc:sldMk cId="1322563588" sldId="363"/>
            <ac:spMk id="2" creationId="{80FC3775-C667-587F-E21E-F624B690D376}"/>
          </ac:spMkLst>
        </pc:spChg>
        <pc:spChg chg="del mod">
          <ac:chgData name="Tighe, Bren" userId="0772691d-7a8e-443b-b68a-86d18f1186d2" providerId="ADAL" clId="{C99C7987-2B63-470F-953E-1E17B6E41706}" dt="2024-09-17T20:46:16.150" v="674" actId="478"/>
          <ac:spMkLst>
            <pc:docMk/>
            <pc:sldMk cId="1322563588" sldId="363"/>
            <ac:spMk id="3" creationId="{C8FB0705-859D-8976-B820-E8D10B75960B}"/>
          </ac:spMkLst>
        </pc:spChg>
        <pc:picChg chg="add del">
          <ac:chgData name="Tighe, Bren" userId="0772691d-7a8e-443b-b68a-86d18f1186d2" providerId="ADAL" clId="{C99C7987-2B63-470F-953E-1E17B6E41706}" dt="2024-09-18T08:13:29.455" v="2547" actId="21"/>
          <ac:picMkLst>
            <pc:docMk/>
            <pc:sldMk cId="1322563588" sldId="363"/>
            <ac:picMk id="8" creationId="{F518507B-A597-1CC1-ED78-B60C017F0ECD}"/>
          </ac:picMkLst>
        </pc:picChg>
      </pc:sldChg>
      <pc:sldChg chg="modSp add mod ord modAnim modNotesTx">
        <pc:chgData name="Tighe, Bren" userId="0772691d-7a8e-443b-b68a-86d18f1186d2" providerId="ADAL" clId="{C99C7987-2B63-470F-953E-1E17B6E41706}" dt="2024-09-17T21:14:08.079" v="1155" actId="6549"/>
        <pc:sldMkLst>
          <pc:docMk/>
          <pc:sldMk cId="355831534" sldId="364"/>
        </pc:sldMkLst>
        <pc:spChg chg="mod ord">
          <ac:chgData name="Tighe, Bren" userId="0772691d-7a8e-443b-b68a-86d18f1186d2" providerId="ADAL" clId="{C99C7987-2B63-470F-953E-1E17B6E41706}" dt="2024-09-17T21:14:08.079" v="1155" actId="6549"/>
          <ac:spMkLst>
            <pc:docMk/>
            <pc:sldMk cId="355831534" sldId="364"/>
            <ac:spMk id="7" creationId="{A0F24457-DF1E-E11D-5B51-8C6D8844BBA9}"/>
          </ac:spMkLst>
        </pc:spChg>
        <pc:spChg chg="mod">
          <ac:chgData name="Tighe, Bren" userId="0772691d-7a8e-443b-b68a-86d18f1186d2" providerId="ADAL" clId="{C99C7987-2B63-470F-953E-1E17B6E41706}" dt="2024-09-17T20:57:30.909" v="750" actId="1076"/>
          <ac:spMkLst>
            <pc:docMk/>
            <pc:sldMk cId="355831534" sldId="364"/>
            <ac:spMk id="9" creationId="{053A7359-7CF0-C722-DEFB-8A2348DA41CA}"/>
          </ac:spMkLst>
        </pc:spChg>
        <pc:spChg chg="mod">
          <ac:chgData name="Tighe, Bren" userId="0772691d-7a8e-443b-b68a-86d18f1186d2" providerId="ADAL" clId="{C99C7987-2B63-470F-953E-1E17B6E41706}" dt="2024-09-17T20:55:45.814" v="710" actId="20577"/>
          <ac:spMkLst>
            <pc:docMk/>
            <pc:sldMk cId="355831534" sldId="364"/>
            <ac:spMk id="11" creationId="{E13521C5-CA0E-497C-5031-7A5814E2008F}"/>
          </ac:spMkLst>
        </pc:spChg>
        <pc:spChg chg="mod">
          <ac:chgData name="Tighe, Bren" userId="0772691d-7a8e-443b-b68a-86d18f1186d2" providerId="ADAL" clId="{C99C7987-2B63-470F-953E-1E17B6E41706}" dt="2024-09-17T21:05:05.650" v="1005" actId="1076"/>
          <ac:spMkLst>
            <pc:docMk/>
            <pc:sldMk cId="355831534" sldId="364"/>
            <ac:spMk id="12" creationId="{4BC91676-A043-89D4-B6E2-2A371365ADAE}"/>
          </ac:spMkLst>
        </pc:spChg>
        <pc:spChg chg="mod">
          <ac:chgData name="Tighe, Bren" userId="0772691d-7a8e-443b-b68a-86d18f1186d2" providerId="ADAL" clId="{C99C7987-2B63-470F-953E-1E17B6E41706}" dt="2024-09-17T21:13:40.892" v="1103"/>
          <ac:spMkLst>
            <pc:docMk/>
            <pc:sldMk cId="355831534" sldId="364"/>
            <ac:spMk id="14" creationId="{AA0ADF24-EB3F-189E-7788-ACF7CD1AF097}"/>
          </ac:spMkLst>
        </pc:spChg>
        <pc:spChg chg="mod">
          <ac:chgData name="Tighe, Bren" userId="0772691d-7a8e-443b-b68a-86d18f1186d2" providerId="ADAL" clId="{C99C7987-2B63-470F-953E-1E17B6E41706}" dt="2024-09-17T21:04:16.431" v="996" actId="1076"/>
          <ac:spMkLst>
            <pc:docMk/>
            <pc:sldMk cId="355831534" sldId="364"/>
            <ac:spMk id="16" creationId="{93E2D00F-E56C-3DE3-DC4B-FA802D62A4C6}"/>
          </ac:spMkLst>
        </pc:spChg>
        <pc:spChg chg="mod">
          <ac:chgData name="Tighe, Bren" userId="0772691d-7a8e-443b-b68a-86d18f1186d2" providerId="ADAL" clId="{C99C7987-2B63-470F-953E-1E17B6E41706}" dt="2024-09-17T21:04:19.556" v="997" actId="1076"/>
          <ac:spMkLst>
            <pc:docMk/>
            <pc:sldMk cId="355831534" sldId="364"/>
            <ac:spMk id="18" creationId="{C018CF17-478B-D003-9A91-1C5F678B72C1}"/>
          </ac:spMkLst>
        </pc:spChg>
        <pc:picChg chg="mod modCrop">
          <ac:chgData name="Tighe, Bren" userId="0772691d-7a8e-443b-b68a-86d18f1186d2" providerId="ADAL" clId="{C99C7987-2B63-470F-953E-1E17B6E41706}" dt="2024-09-17T21:04:36.696" v="1000" actId="1076"/>
          <ac:picMkLst>
            <pc:docMk/>
            <pc:sldMk cId="355831534" sldId="364"/>
            <ac:picMk id="4" creationId="{1F5DB599-C4E4-4A60-6BFA-C086385D0AA6}"/>
          </ac:picMkLst>
        </pc:picChg>
        <pc:picChg chg="mod modCrop">
          <ac:chgData name="Tighe, Bren" userId="0772691d-7a8e-443b-b68a-86d18f1186d2" providerId="ADAL" clId="{C99C7987-2B63-470F-953E-1E17B6E41706}" dt="2024-09-17T20:56:53.362" v="742" actId="18131"/>
          <ac:picMkLst>
            <pc:docMk/>
            <pc:sldMk cId="355831534" sldId="364"/>
            <ac:picMk id="6" creationId="{C4D294E5-7441-71ED-A89B-21F8D28FB06D}"/>
          </ac:picMkLst>
        </pc:picChg>
      </pc:sldChg>
      <pc:sldChg chg="addSp delSp modSp new mod ord modClrScheme chgLayout">
        <pc:chgData name="Tighe, Bren" userId="0772691d-7a8e-443b-b68a-86d18f1186d2" providerId="ADAL" clId="{C99C7987-2B63-470F-953E-1E17B6E41706}" dt="2024-09-17T21:35:09.972" v="1368" actId="1076"/>
        <pc:sldMkLst>
          <pc:docMk/>
          <pc:sldMk cId="115160856" sldId="365"/>
        </pc:sldMkLst>
        <pc:spChg chg="del">
          <ac:chgData name="Tighe, Bren" userId="0772691d-7a8e-443b-b68a-86d18f1186d2" providerId="ADAL" clId="{C99C7987-2B63-470F-953E-1E17B6E41706}" dt="2024-09-17T21:19:24.350" v="1226" actId="931"/>
          <ac:spMkLst>
            <pc:docMk/>
            <pc:sldMk cId="115160856" sldId="365"/>
            <ac:spMk id="2" creationId="{227E8066-DDB4-1176-680E-6D9AAE065711}"/>
          </ac:spMkLst>
        </pc:spChg>
        <pc:spChg chg="mod">
          <ac:chgData name="Tighe, Bren" userId="0772691d-7a8e-443b-b68a-86d18f1186d2" providerId="ADAL" clId="{C99C7987-2B63-470F-953E-1E17B6E41706}" dt="2024-09-17T21:34:43.988" v="1361" actId="113"/>
          <ac:spMkLst>
            <pc:docMk/>
            <pc:sldMk cId="115160856" sldId="365"/>
            <ac:spMk id="3" creationId="{2A4F3028-2240-9D5B-91FD-CB819D03A294}"/>
          </ac:spMkLst>
        </pc:spChg>
        <pc:spChg chg="mod">
          <ac:chgData name="Tighe, Bren" userId="0772691d-7a8e-443b-b68a-86d18f1186d2" providerId="ADAL" clId="{C99C7987-2B63-470F-953E-1E17B6E41706}" dt="2024-09-17T21:31:58.689" v="1334" actId="1076"/>
          <ac:spMkLst>
            <pc:docMk/>
            <pc:sldMk cId="115160856" sldId="365"/>
            <ac:spMk id="4" creationId="{5FA58FD6-852D-C361-2449-5635B323CC06}"/>
          </ac:spMkLst>
        </pc:spChg>
        <pc:spChg chg="add del mod">
          <ac:chgData name="Tighe, Bren" userId="0772691d-7a8e-443b-b68a-86d18f1186d2" providerId="ADAL" clId="{C99C7987-2B63-470F-953E-1E17B6E41706}" dt="2024-09-17T21:31:41.594" v="1329" actId="14826"/>
          <ac:spMkLst>
            <pc:docMk/>
            <pc:sldMk cId="115160856" sldId="365"/>
            <ac:spMk id="7" creationId="{4326AB19-AEF4-EA82-E0FA-CF345571763D}"/>
          </ac:spMkLst>
        </pc:spChg>
        <pc:spChg chg="add del mod">
          <ac:chgData name="Tighe, Bren" userId="0772691d-7a8e-443b-b68a-86d18f1186d2" providerId="ADAL" clId="{C99C7987-2B63-470F-953E-1E17B6E41706}" dt="2024-09-17T21:31:30.969" v="1326" actId="478"/>
          <ac:spMkLst>
            <pc:docMk/>
            <pc:sldMk cId="115160856" sldId="365"/>
            <ac:spMk id="10" creationId="{6E6EC54D-ABBD-E281-9BDA-503FB1068792}"/>
          </ac:spMkLst>
        </pc:spChg>
        <pc:picChg chg="add del mod ord modCrop">
          <ac:chgData name="Tighe, Bren" userId="0772691d-7a8e-443b-b68a-86d18f1186d2" providerId="ADAL" clId="{C99C7987-2B63-470F-953E-1E17B6E41706}" dt="2024-09-17T21:35:09.972" v="1368" actId="1076"/>
          <ac:picMkLst>
            <pc:docMk/>
            <pc:sldMk cId="115160856" sldId="365"/>
            <ac:picMk id="6" creationId="{53B77646-5DCF-4D51-C5D8-258C3B0B1DB9}"/>
          </ac:picMkLst>
        </pc:picChg>
        <pc:picChg chg="add del mod">
          <ac:chgData name="Tighe, Bren" userId="0772691d-7a8e-443b-b68a-86d18f1186d2" providerId="ADAL" clId="{C99C7987-2B63-470F-953E-1E17B6E41706}" dt="2024-09-17T21:31:38.297" v="1328" actId="21"/>
          <ac:picMkLst>
            <pc:docMk/>
            <pc:sldMk cId="115160856" sldId="365"/>
            <ac:picMk id="8" creationId="{001E4351-C9AA-D72C-41AA-AD3F06969460}"/>
          </ac:picMkLst>
        </pc:picChg>
        <pc:picChg chg="add mod">
          <ac:chgData name="Tighe, Bren" userId="0772691d-7a8e-443b-b68a-86d18f1186d2" providerId="ADAL" clId="{C99C7987-2B63-470F-953E-1E17B6E41706}" dt="2024-09-17T21:32:27.578" v="1336" actId="14826"/>
          <ac:picMkLst>
            <pc:docMk/>
            <pc:sldMk cId="115160856" sldId="365"/>
            <ac:picMk id="11" creationId="{847F7AA9-2C46-163D-4146-50FB100BD37F}"/>
          </ac:picMkLst>
        </pc:picChg>
        <pc:picChg chg="add mod">
          <ac:chgData name="Tighe, Bren" userId="0772691d-7a8e-443b-b68a-86d18f1186d2" providerId="ADAL" clId="{C99C7987-2B63-470F-953E-1E17B6E41706}" dt="2024-09-17T21:33:19.814" v="1345"/>
          <ac:picMkLst>
            <pc:docMk/>
            <pc:sldMk cId="115160856" sldId="365"/>
            <ac:picMk id="12" creationId="{8E61BA67-63DC-7FA8-C5A3-7B362062E649}"/>
          </ac:picMkLst>
        </pc:picChg>
      </pc:sldChg>
      <pc:sldChg chg="addSp delSp modSp add mod ord modClrScheme chgLayout">
        <pc:chgData name="Tighe, Bren" userId="0772691d-7a8e-443b-b68a-86d18f1186d2" providerId="ADAL" clId="{C99C7987-2B63-470F-953E-1E17B6E41706}" dt="2024-09-17T21:33:25.565" v="1347" actId="166"/>
        <pc:sldMkLst>
          <pc:docMk/>
          <pc:sldMk cId="349548683" sldId="366"/>
        </pc:sldMkLst>
        <pc:spChg chg="mod">
          <ac:chgData name="Tighe, Bren" userId="0772691d-7a8e-443b-b68a-86d18f1186d2" providerId="ADAL" clId="{C99C7987-2B63-470F-953E-1E17B6E41706}" dt="2024-09-17T21:28:56.217" v="1320" actId="27636"/>
          <ac:spMkLst>
            <pc:docMk/>
            <pc:sldMk cId="349548683" sldId="366"/>
            <ac:spMk id="3" creationId="{2A4F3028-2240-9D5B-91FD-CB819D03A294}"/>
          </ac:spMkLst>
        </pc:spChg>
        <pc:spChg chg="mod">
          <ac:chgData name="Tighe, Bren" userId="0772691d-7a8e-443b-b68a-86d18f1186d2" providerId="ADAL" clId="{C99C7987-2B63-470F-953E-1E17B6E41706}" dt="2024-09-17T21:27:51.810" v="1303" actId="1076"/>
          <ac:spMkLst>
            <pc:docMk/>
            <pc:sldMk cId="349548683" sldId="366"/>
            <ac:spMk id="4" creationId="{5FA58FD6-852D-C361-2449-5635B323CC06}"/>
          </ac:spMkLst>
        </pc:spChg>
        <pc:spChg chg="del">
          <ac:chgData name="Tighe, Bren" userId="0772691d-7a8e-443b-b68a-86d18f1186d2" providerId="ADAL" clId="{C99C7987-2B63-470F-953E-1E17B6E41706}" dt="2024-09-17T21:25:47.821" v="1293" actId="14826"/>
          <ac:spMkLst>
            <pc:docMk/>
            <pc:sldMk cId="349548683" sldId="366"/>
            <ac:spMk id="7" creationId="{4326AB19-AEF4-EA82-E0FA-CF345571763D}"/>
          </ac:spMkLst>
        </pc:spChg>
        <pc:picChg chg="add mod">
          <ac:chgData name="Tighe, Bren" userId="0772691d-7a8e-443b-b68a-86d18f1186d2" providerId="ADAL" clId="{C99C7987-2B63-470F-953E-1E17B6E41706}" dt="2024-09-17T21:33:22.252" v="1346"/>
          <ac:picMkLst>
            <pc:docMk/>
            <pc:sldMk cId="349548683" sldId="366"/>
            <ac:picMk id="2" creationId="{56A81F89-CE0B-AA3C-FF7A-0E24D1CF13F3}"/>
          </ac:picMkLst>
        </pc:picChg>
        <pc:picChg chg="mod ord modCrop">
          <ac:chgData name="Tighe, Bren" userId="0772691d-7a8e-443b-b68a-86d18f1186d2" providerId="ADAL" clId="{C99C7987-2B63-470F-953E-1E17B6E41706}" dt="2024-09-17T21:33:25.565" v="1347" actId="166"/>
          <ac:picMkLst>
            <pc:docMk/>
            <pc:sldMk cId="349548683" sldId="366"/>
            <ac:picMk id="6" creationId="{53B77646-5DCF-4D51-C5D8-258C3B0B1DB9}"/>
          </ac:picMkLst>
        </pc:picChg>
      </pc:sldChg>
      <pc:sldChg chg="modSp add mod">
        <pc:chgData name="Tighe, Bren" userId="0772691d-7a8e-443b-b68a-86d18f1186d2" providerId="ADAL" clId="{C99C7987-2B63-470F-953E-1E17B6E41706}" dt="2024-09-17T21:39:42.348" v="1413" actId="14100"/>
        <pc:sldMkLst>
          <pc:docMk/>
          <pc:sldMk cId="2671068535" sldId="367"/>
        </pc:sldMkLst>
        <pc:spChg chg="mod">
          <ac:chgData name="Tighe, Bren" userId="0772691d-7a8e-443b-b68a-86d18f1186d2" providerId="ADAL" clId="{C99C7987-2B63-470F-953E-1E17B6E41706}" dt="2024-09-17T21:37:26.678" v="1407" actId="113"/>
          <ac:spMkLst>
            <pc:docMk/>
            <pc:sldMk cId="2671068535" sldId="367"/>
            <ac:spMk id="3" creationId="{2A4F3028-2240-9D5B-91FD-CB819D03A294}"/>
          </ac:spMkLst>
        </pc:spChg>
        <pc:spChg chg="mod">
          <ac:chgData name="Tighe, Bren" userId="0772691d-7a8e-443b-b68a-86d18f1186d2" providerId="ADAL" clId="{C99C7987-2B63-470F-953E-1E17B6E41706}" dt="2024-09-17T21:35:58.989" v="1375" actId="404"/>
          <ac:spMkLst>
            <pc:docMk/>
            <pc:sldMk cId="2671068535" sldId="367"/>
            <ac:spMk id="4" creationId="{5FA58FD6-852D-C361-2449-5635B323CC06}"/>
          </ac:spMkLst>
        </pc:spChg>
        <pc:picChg chg="mod modCrop">
          <ac:chgData name="Tighe, Bren" userId="0772691d-7a8e-443b-b68a-86d18f1186d2" providerId="ADAL" clId="{C99C7987-2B63-470F-953E-1E17B6E41706}" dt="2024-09-17T21:39:42.348" v="1413" actId="14100"/>
          <ac:picMkLst>
            <pc:docMk/>
            <pc:sldMk cId="2671068535" sldId="367"/>
            <ac:picMk id="6" creationId="{53B77646-5DCF-4D51-C5D8-258C3B0B1DB9}"/>
          </ac:picMkLst>
        </pc:picChg>
      </pc:sldChg>
      <pc:sldChg chg="addSp delSp modSp new mod modMedia modClrScheme chgLayout">
        <pc:chgData name="Tighe, Bren" userId="0772691d-7a8e-443b-b68a-86d18f1186d2" providerId="ADAL" clId="{C99C7987-2B63-470F-953E-1E17B6E41706}" dt="2024-09-17T21:57:26.283" v="1547" actId="1076"/>
        <pc:sldMkLst>
          <pc:docMk/>
          <pc:sldMk cId="2982230676" sldId="368"/>
        </pc:sldMkLst>
        <pc:spChg chg="del">
          <ac:chgData name="Tighe, Bren" userId="0772691d-7a8e-443b-b68a-86d18f1186d2" providerId="ADAL" clId="{C99C7987-2B63-470F-953E-1E17B6E41706}" dt="2024-09-17T21:53:32.457" v="1489" actId="700"/>
          <ac:spMkLst>
            <pc:docMk/>
            <pc:sldMk cId="2982230676" sldId="368"/>
            <ac:spMk id="2" creationId="{B189CDF5-3D9A-74AC-C696-F2B88A25F4FA}"/>
          </ac:spMkLst>
        </pc:spChg>
        <pc:spChg chg="del mod ord">
          <ac:chgData name="Tighe, Bren" userId="0772691d-7a8e-443b-b68a-86d18f1186d2" providerId="ADAL" clId="{C99C7987-2B63-470F-953E-1E17B6E41706}" dt="2024-09-17T21:53:32.457" v="1489" actId="700"/>
          <ac:spMkLst>
            <pc:docMk/>
            <pc:sldMk cId="2982230676" sldId="368"/>
            <ac:spMk id="3" creationId="{4068E315-0949-515D-EA66-7324D458E090}"/>
          </ac:spMkLst>
        </pc:spChg>
        <pc:spChg chg="del">
          <ac:chgData name="Tighe, Bren" userId="0772691d-7a8e-443b-b68a-86d18f1186d2" providerId="ADAL" clId="{C99C7987-2B63-470F-953E-1E17B6E41706}" dt="2024-09-17T21:53:32.457" v="1489" actId="700"/>
          <ac:spMkLst>
            <pc:docMk/>
            <pc:sldMk cId="2982230676" sldId="368"/>
            <ac:spMk id="4" creationId="{2439C16D-007C-9012-2225-B5E4B2424990}"/>
          </ac:spMkLst>
        </pc:spChg>
        <pc:spChg chg="del">
          <ac:chgData name="Tighe, Bren" userId="0772691d-7a8e-443b-b68a-86d18f1186d2" providerId="ADAL" clId="{C99C7987-2B63-470F-953E-1E17B6E41706}" dt="2024-09-17T21:53:32.457" v="1489" actId="700"/>
          <ac:spMkLst>
            <pc:docMk/>
            <pc:sldMk cId="2982230676" sldId="368"/>
            <ac:spMk id="5" creationId="{3A1BAA3B-7478-B787-5FC2-109F06C6A9DE}"/>
          </ac:spMkLst>
        </pc:spChg>
        <pc:spChg chg="del">
          <ac:chgData name="Tighe, Bren" userId="0772691d-7a8e-443b-b68a-86d18f1186d2" providerId="ADAL" clId="{C99C7987-2B63-470F-953E-1E17B6E41706}" dt="2024-09-17T21:53:32.457" v="1489" actId="700"/>
          <ac:spMkLst>
            <pc:docMk/>
            <pc:sldMk cId="2982230676" sldId="368"/>
            <ac:spMk id="6" creationId="{CF8B9AE1-BFD8-19B8-A8B5-4214499E7DE4}"/>
          </ac:spMkLst>
        </pc:spChg>
        <pc:spChg chg="del mod ord">
          <ac:chgData name="Tighe, Bren" userId="0772691d-7a8e-443b-b68a-86d18f1186d2" providerId="ADAL" clId="{C99C7987-2B63-470F-953E-1E17B6E41706}" dt="2024-09-17T21:53:32.457" v="1489" actId="700"/>
          <ac:spMkLst>
            <pc:docMk/>
            <pc:sldMk cId="2982230676" sldId="368"/>
            <ac:spMk id="7" creationId="{66398537-9173-F0D3-A8C2-F1365B174C78}"/>
          </ac:spMkLst>
        </pc:spChg>
        <pc:spChg chg="add mod ord">
          <ac:chgData name="Tighe, Bren" userId="0772691d-7a8e-443b-b68a-86d18f1186d2" providerId="ADAL" clId="{C99C7987-2B63-470F-953E-1E17B6E41706}" dt="2024-09-17T21:57:26.283" v="1547" actId="1076"/>
          <ac:spMkLst>
            <pc:docMk/>
            <pc:sldMk cId="2982230676" sldId="368"/>
            <ac:spMk id="8" creationId="{E515A833-DFE9-9ADB-84D7-4EB06E31796D}"/>
          </ac:spMkLst>
        </pc:spChg>
        <pc:spChg chg="add del mod ord">
          <ac:chgData name="Tighe, Bren" userId="0772691d-7a8e-443b-b68a-86d18f1186d2" providerId="ADAL" clId="{C99C7987-2B63-470F-953E-1E17B6E41706}" dt="2024-09-17T21:55:58.381" v="1530" actId="478"/>
          <ac:spMkLst>
            <pc:docMk/>
            <pc:sldMk cId="2982230676" sldId="368"/>
            <ac:spMk id="9" creationId="{26065B8E-6BEE-D3A5-B71A-DA4C204F38A5}"/>
          </ac:spMkLst>
        </pc:spChg>
        <pc:picChg chg="add mod">
          <ac:chgData name="Tighe, Bren" userId="0772691d-7a8e-443b-b68a-86d18f1186d2" providerId="ADAL" clId="{C99C7987-2B63-470F-953E-1E17B6E41706}" dt="2024-09-17T21:56:47.604" v="1543" actId="14100"/>
          <ac:picMkLst>
            <pc:docMk/>
            <pc:sldMk cId="2982230676" sldId="368"/>
            <ac:picMk id="10" creationId="{5A24B24F-539E-8E53-8702-92F0D5B65DC2}"/>
          </ac:picMkLst>
        </pc:picChg>
        <pc:picChg chg="add del">
          <ac:chgData name="Tighe, Bren" userId="0772691d-7a8e-443b-b68a-86d18f1186d2" providerId="ADAL" clId="{C99C7987-2B63-470F-953E-1E17B6E41706}" dt="2024-09-17T21:55:44.771" v="1522" actId="26606"/>
          <ac:picMkLst>
            <pc:docMk/>
            <pc:sldMk cId="2982230676" sldId="368"/>
            <ac:picMk id="11" creationId="{A81D11F5-981D-446F-A927-96E9D21DFFA0}"/>
          </ac:picMkLst>
        </pc:picChg>
      </pc:sldChg>
      <pc:sldChg chg="modSp add mod ord modNotesTx">
        <pc:chgData name="Tighe, Bren" userId="0772691d-7a8e-443b-b68a-86d18f1186d2" providerId="ADAL" clId="{C99C7987-2B63-470F-953E-1E17B6E41706}" dt="2024-09-17T22:20:32.527" v="1856" actId="6549"/>
        <pc:sldMkLst>
          <pc:docMk/>
          <pc:sldMk cId="478418128" sldId="369"/>
        </pc:sldMkLst>
        <pc:spChg chg="mod">
          <ac:chgData name="Tighe, Bren" userId="0772691d-7a8e-443b-b68a-86d18f1186d2" providerId="ADAL" clId="{C99C7987-2B63-470F-953E-1E17B6E41706}" dt="2024-09-17T22:14:56.006" v="1776"/>
          <ac:spMkLst>
            <pc:docMk/>
            <pc:sldMk cId="478418128" sldId="369"/>
            <ac:spMk id="3" creationId="{F452D310-6FE7-B4D1-0BE8-4BFB8C2D1019}"/>
          </ac:spMkLst>
        </pc:spChg>
        <pc:spChg chg="mod">
          <ac:chgData name="Tighe, Bren" userId="0772691d-7a8e-443b-b68a-86d18f1186d2" providerId="ADAL" clId="{C99C7987-2B63-470F-953E-1E17B6E41706}" dt="2024-09-17T22:19:47.558" v="1849" actId="15"/>
          <ac:spMkLst>
            <pc:docMk/>
            <pc:sldMk cId="478418128" sldId="369"/>
            <ac:spMk id="5" creationId="{5247A184-F1A6-37D1-0F1D-6EDB3E29E370}"/>
          </ac:spMkLst>
        </pc:spChg>
        <pc:spChg chg="mod">
          <ac:chgData name="Tighe, Bren" userId="0772691d-7a8e-443b-b68a-86d18f1186d2" providerId="ADAL" clId="{C99C7987-2B63-470F-953E-1E17B6E41706}" dt="2024-09-17T22:16:14.867" v="1796" actId="20577"/>
          <ac:spMkLst>
            <pc:docMk/>
            <pc:sldMk cId="478418128" sldId="369"/>
            <ac:spMk id="7" creationId="{A0F24457-DF1E-E11D-5B51-8C6D8844BBA9}"/>
          </ac:spMkLst>
        </pc:spChg>
        <pc:picChg chg="mod">
          <ac:chgData name="Tighe, Bren" userId="0772691d-7a8e-443b-b68a-86d18f1186d2" providerId="ADAL" clId="{C99C7987-2B63-470F-953E-1E17B6E41706}" dt="2024-09-17T22:07:49.141" v="1768" actId="14826"/>
          <ac:picMkLst>
            <pc:docMk/>
            <pc:sldMk cId="478418128" sldId="369"/>
            <ac:picMk id="2" creationId="{68E99595-6F81-BD16-2205-23BAE1363B3C}"/>
          </ac:picMkLst>
        </pc:picChg>
        <pc:picChg chg="mod ord modCrop">
          <ac:chgData name="Tighe, Bren" userId="0772691d-7a8e-443b-b68a-86d18f1186d2" providerId="ADAL" clId="{C99C7987-2B63-470F-953E-1E17B6E41706}" dt="2024-09-17T22:19:16.682" v="1846" actId="1076"/>
          <ac:picMkLst>
            <pc:docMk/>
            <pc:sldMk cId="478418128" sldId="369"/>
            <ac:picMk id="4" creationId="{1F5DB599-C4E4-4A60-6BFA-C086385D0AA6}"/>
          </ac:picMkLst>
        </pc:picChg>
      </pc:sldChg>
      <pc:sldChg chg="addSp delSp modSp add mod ord">
        <pc:chgData name="Tighe, Bren" userId="0772691d-7a8e-443b-b68a-86d18f1186d2" providerId="ADAL" clId="{C99C7987-2B63-470F-953E-1E17B6E41706}" dt="2024-09-17T22:22:58.029" v="1882" actId="1076"/>
        <pc:sldMkLst>
          <pc:docMk/>
          <pc:sldMk cId="2280999213" sldId="370"/>
        </pc:sldMkLst>
        <pc:spChg chg="mod">
          <ac:chgData name="Tighe, Bren" userId="0772691d-7a8e-443b-b68a-86d18f1186d2" providerId="ADAL" clId="{C99C7987-2B63-470F-953E-1E17B6E41706}" dt="2024-09-17T22:22:00.528" v="1867" actId="14100"/>
          <ac:spMkLst>
            <pc:docMk/>
            <pc:sldMk cId="2280999213" sldId="370"/>
            <ac:spMk id="3" creationId="{F452D310-6FE7-B4D1-0BE8-4BFB8C2D1019}"/>
          </ac:spMkLst>
        </pc:spChg>
        <pc:spChg chg="add mod">
          <ac:chgData name="Tighe, Bren" userId="0772691d-7a8e-443b-b68a-86d18f1186d2" providerId="ADAL" clId="{C99C7987-2B63-470F-953E-1E17B6E41706}" dt="2024-09-17T22:21:32.754" v="1862" actId="14826"/>
          <ac:spMkLst>
            <pc:docMk/>
            <pc:sldMk cId="2280999213" sldId="370"/>
            <ac:spMk id="5" creationId="{6427D904-2B0C-6202-2292-CEEC4FCD911E}"/>
          </ac:spMkLst>
        </pc:spChg>
        <pc:spChg chg="mod">
          <ac:chgData name="Tighe, Bren" userId="0772691d-7a8e-443b-b68a-86d18f1186d2" providerId="ADAL" clId="{C99C7987-2B63-470F-953E-1E17B6E41706}" dt="2024-09-17T22:22:58.029" v="1882" actId="1076"/>
          <ac:spMkLst>
            <pc:docMk/>
            <pc:sldMk cId="2280999213" sldId="370"/>
            <ac:spMk id="8" creationId="{A79075A3-9114-6FB0-090E-340F00BD8116}"/>
          </ac:spMkLst>
        </pc:spChg>
        <pc:picChg chg="del">
          <ac:chgData name="Tighe, Bren" userId="0772691d-7a8e-443b-b68a-86d18f1186d2" providerId="ADAL" clId="{C99C7987-2B63-470F-953E-1E17B6E41706}" dt="2024-09-17T22:21:01.949" v="1860" actId="478"/>
          <ac:picMkLst>
            <pc:docMk/>
            <pc:sldMk cId="2280999213" sldId="370"/>
            <ac:picMk id="2" creationId="{A0A00D7B-A254-960D-BA79-B9938C5E33A1}"/>
          </ac:picMkLst>
        </pc:picChg>
        <pc:picChg chg="add mod">
          <ac:chgData name="Tighe, Bren" userId="0772691d-7a8e-443b-b68a-86d18f1186d2" providerId="ADAL" clId="{C99C7987-2B63-470F-953E-1E17B6E41706}" dt="2024-09-17T22:21:02.121" v="1861"/>
          <ac:picMkLst>
            <pc:docMk/>
            <pc:sldMk cId="2280999213" sldId="370"/>
            <ac:picMk id="4" creationId="{9E9CDE2E-48AA-786A-59FB-FD743E60534C}"/>
          </ac:picMkLst>
        </pc:picChg>
        <pc:picChg chg="mod modCrop">
          <ac:chgData name="Tighe, Bren" userId="0772691d-7a8e-443b-b68a-86d18f1186d2" providerId="ADAL" clId="{C99C7987-2B63-470F-953E-1E17B6E41706}" dt="2024-09-17T22:21:49.872" v="1865" actId="1076"/>
          <ac:picMkLst>
            <pc:docMk/>
            <pc:sldMk cId="2280999213" sldId="370"/>
            <ac:picMk id="1026" creationId="{E2BDC560-4B98-E8BA-F35A-BFBBF279E47A}"/>
          </ac:picMkLst>
        </pc:picChg>
      </pc:sldChg>
      <pc:sldChg chg="delSp modSp add mod">
        <pc:chgData name="Tighe, Bren" userId="0772691d-7a8e-443b-b68a-86d18f1186d2" providerId="ADAL" clId="{C99C7987-2B63-470F-953E-1E17B6E41706}" dt="2024-09-17T22:25:45.375" v="1902" actId="15"/>
        <pc:sldMkLst>
          <pc:docMk/>
          <pc:sldMk cId="951792691" sldId="371"/>
        </pc:sldMkLst>
        <pc:spChg chg="mod">
          <ac:chgData name="Tighe, Bren" userId="0772691d-7a8e-443b-b68a-86d18f1186d2" providerId="ADAL" clId="{C99C7987-2B63-470F-953E-1E17B6E41706}" dt="2024-09-17T22:23:09.966" v="1884"/>
          <ac:spMkLst>
            <pc:docMk/>
            <pc:sldMk cId="951792691" sldId="371"/>
            <ac:spMk id="3" creationId="{F452D310-6FE7-B4D1-0BE8-4BFB8C2D1019}"/>
          </ac:spMkLst>
        </pc:spChg>
        <pc:spChg chg="del">
          <ac:chgData name="Tighe, Bren" userId="0772691d-7a8e-443b-b68a-86d18f1186d2" providerId="ADAL" clId="{C99C7987-2B63-470F-953E-1E17B6E41706}" dt="2024-09-17T22:24:27.952" v="1897" actId="14826"/>
          <ac:spMkLst>
            <pc:docMk/>
            <pc:sldMk cId="951792691" sldId="371"/>
            <ac:spMk id="5" creationId="{6427D904-2B0C-6202-2292-CEEC4FCD911E}"/>
          </ac:spMkLst>
        </pc:spChg>
        <pc:spChg chg="mod">
          <ac:chgData name="Tighe, Bren" userId="0772691d-7a8e-443b-b68a-86d18f1186d2" providerId="ADAL" clId="{C99C7987-2B63-470F-953E-1E17B6E41706}" dt="2024-09-17T22:25:45.375" v="1902" actId="15"/>
          <ac:spMkLst>
            <pc:docMk/>
            <pc:sldMk cId="951792691" sldId="371"/>
            <ac:spMk id="8" creationId="{A79075A3-9114-6FB0-090E-340F00BD8116}"/>
          </ac:spMkLst>
        </pc:spChg>
        <pc:picChg chg="mod modCrop">
          <ac:chgData name="Tighe, Bren" userId="0772691d-7a8e-443b-b68a-86d18f1186d2" providerId="ADAL" clId="{C99C7987-2B63-470F-953E-1E17B6E41706}" dt="2024-09-17T22:25:25.437" v="1900" actId="732"/>
          <ac:picMkLst>
            <pc:docMk/>
            <pc:sldMk cId="951792691" sldId="371"/>
            <ac:picMk id="1026" creationId="{E2BDC560-4B98-E8BA-F35A-BFBBF279E47A}"/>
          </ac:picMkLst>
        </pc:picChg>
      </pc:sldChg>
      <pc:sldChg chg="modSp add mod">
        <pc:chgData name="Tighe, Bren" userId="0772691d-7a8e-443b-b68a-86d18f1186d2" providerId="ADAL" clId="{C99C7987-2B63-470F-953E-1E17B6E41706}" dt="2024-09-17T22:30:30.395" v="1942" actId="1076"/>
        <pc:sldMkLst>
          <pc:docMk/>
          <pc:sldMk cId="1277971442" sldId="372"/>
        </pc:sldMkLst>
        <pc:spChg chg="mod">
          <ac:chgData name="Tighe, Bren" userId="0772691d-7a8e-443b-b68a-86d18f1186d2" providerId="ADAL" clId="{C99C7987-2B63-470F-953E-1E17B6E41706}" dt="2024-09-17T22:30:30.395" v="1942" actId="1076"/>
          <ac:spMkLst>
            <pc:docMk/>
            <pc:sldMk cId="1277971442" sldId="372"/>
            <ac:spMk id="3" creationId="{F452D310-6FE7-B4D1-0BE8-4BFB8C2D1019}"/>
          </ac:spMkLst>
        </pc:spChg>
        <pc:spChg chg="mod">
          <ac:chgData name="Tighe, Bren" userId="0772691d-7a8e-443b-b68a-86d18f1186d2" providerId="ADAL" clId="{C99C7987-2B63-470F-953E-1E17B6E41706}" dt="2024-09-17T22:27:18.439" v="1918" actId="20577"/>
          <ac:spMkLst>
            <pc:docMk/>
            <pc:sldMk cId="1277971442" sldId="372"/>
            <ac:spMk id="8" creationId="{A79075A3-9114-6FB0-090E-340F00BD8116}"/>
          </ac:spMkLst>
        </pc:spChg>
        <pc:picChg chg="mod">
          <ac:chgData name="Tighe, Bren" userId="0772691d-7a8e-443b-b68a-86d18f1186d2" providerId="ADAL" clId="{C99C7987-2B63-470F-953E-1E17B6E41706}" dt="2024-09-17T22:26:29.653" v="1905" actId="14826"/>
          <ac:picMkLst>
            <pc:docMk/>
            <pc:sldMk cId="1277971442" sldId="372"/>
            <ac:picMk id="1026" creationId="{E2BDC560-4B98-E8BA-F35A-BFBBF279E47A}"/>
          </ac:picMkLst>
        </pc:picChg>
      </pc:sldChg>
      <pc:sldChg chg="addSp delSp modSp new mod modClrScheme chgLayout modNotesTx">
        <pc:chgData name="Tighe, Bren" userId="0772691d-7a8e-443b-b68a-86d18f1186d2" providerId="ADAL" clId="{C99C7987-2B63-470F-953E-1E17B6E41706}" dt="2024-09-17T22:31:04.504" v="1954"/>
        <pc:sldMkLst>
          <pc:docMk/>
          <pc:sldMk cId="1460304953" sldId="373"/>
        </pc:sldMkLst>
        <pc:spChg chg="del">
          <ac:chgData name="Tighe, Bren" userId="0772691d-7a8e-443b-b68a-86d18f1186d2" providerId="ADAL" clId="{C99C7987-2B63-470F-953E-1E17B6E41706}" dt="2024-09-17T22:28:55.425" v="1921" actId="700"/>
          <ac:spMkLst>
            <pc:docMk/>
            <pc:sldMk cId="1460304953" sldId="373"/>
            <ac:spMk id="2" creationId="{D14F5182-0CE4-3A7B-7BD2-E1794D95BE33}"/>
          </ac:spMkLst>
        </pc:spChg>
        <pc:spChg chg="del">
          <ac:chgData name="Tighe, Bren" userId="0772691d-7a8e-443b-b68a-86d18f1186d2" providerId="ADAL" clId="{C99C7987-2B63-470F-953E-1E17B6E41706}" dt="2024-09-17T22:28:55.425" v="1921" actId="700"/>
          <ac:spMkLst>
            <pc:docMk/>
            <pc:sldMk cId="1460304953" sldId="373"/>
            <ac:spMk id="3" creationId="{AFEB74D3-751C-163B-83AE-52D826D6E448}"/>
          </ac:spMkLst>
        </pc:spChg>
        <pc:spChg chg="del mod ord">
          <ac:chgData name="Tighe, Bren" userId="0772691d-7a8e-443b-b68a-86d18f1186d2" providerId="ADAL" clId="{C99C7987-2B63-470F-953E-1E17B6E41706}" dt="2024-09-17T22:28:55.425" v="1921" actId="700"/>
          <ac:spMkLst>
            <pc:docMk/>
            <pc:sldMk cId="1460304953" sldId="373"/>
            <ac:spMk id="4" creationId="{F9F316AF-F2A9-0E08-E476-79A976289FE4}"/>
          </ac:spMkLst>
        </pc:spChg>
        <pc:spChg chg="add del mod ord">
          <ac:chgData name="Tighe, Bren" userId="0772691d-7a8e-443b-b68a-86d18f1186d2" providerId="ADAL" clId="{C99C7987-2B63-470F-953E-1E17B6E41706}" dt="2024-09-17T22:28:59.222" v="1923" actId="26606"/>
          <ac:spMkLst>
            <pc:docMk/>
            <pc:sldMk cId="1460304953" sldId="373"/>
            <ac:spMk id="5" creationId="{DEC31153-9F80-08E9-04D7-3E7DB814429A}"/>
          </ac:spMkLst>
        </pc:spChg>
        <pc:spChg chg="add del mod ord">
          <ac:chgData name="Tighe, Bren" userId="0772691d-7a8e-443b-b68a-86d18f1186d2" providerId="ADAL" clId="{C99C7987-2B63-470F-953E-1E17B6E41706}" dt="2024-09-17T22:30:01.300" v="1939" actId="478"/>
          <ac:spMkLst>
            <pc:docMk/>
            <pc:sldMk cId="1460304953" sldId="373"/>
            <ac:spMk id="7" creationId="{F67E200D-4AFF-1195-8E3E-8C9D5935E15D}"/>
          </ac:spMkLst>
        </pc:spChg>
        <pc:spChg chg="add mod ord">
          <ac:chgData name="Tighe, Bren" userId="0772691d-7a8e-443b-b68a-86d18f1186d2" providerId="ADAL" clId="{C99C7987-2B63-470F-953E-1E17B6E41706}" dt="2024-09-17T22:30:40.020" v="1949" actId="14100"/>
          <ac:spMkLst>
            <pc:docMk/>
            <pc:sldMk cId="1460304953" sldId="373"/>
            <ac:spMk id="8" creationId="{6989D262-F684-13F5-C6B5-86F26758C689}"/>
          </ac:spMkLst>
        </pc:spChg>
        <pc:spChg chg="add del mod ord">
          <ac:chgData name="Tighe, Bren" userId="0772691d-7a8e-443b-b68a-86d18f1186d2" providerId="ADAL" clId="{C99C7987-2B63-470F-953E-1E17B6E41706}" dt="2024-09-17T22:29:59.394" v="1938" actId="478"/>
          <ac:spMkLst>
            <pc:docMk/>
            <pc:sldMk cId="1460304953" sldId="373"/>
            <ac:spMk id="9" creationId="{436AE165-2EF3-ACD4-8C69-FA23F504694D}"/>
          </ac:spMkLst>
        </pc:spChg>
        <pc:spChg chg="add del mod ord">
          <ac:chgData name="Tighe, Bren" userId="0772691d-7a8e-443b-b68a-86d18f1186d2" providerId="ADAL" clId="{C99C7987-2B63-470F-953E-1E17B6E41706}" dt="2024-09-17T22:29:14.175" v="1925" actId="478"/>
          <ac:spMkLst>
            <pc:docMk/>
            <pc:sldMk cId="1460304953" sldId="373"/>
            <ac:spMk id="10" creationId="{5F5792ED-908C-8964-43EB-2EE2E3F05C28}"/>
          </ac:spMkLst>
        </pc:spChg>
        <pc:spChg chg="add del mod ord">
          <ac:chgData name="Tighe, Bren" userId="0772691d-7a8e-443b-b68a-86d18f1186d2" providerId="ADAL" clId="{C99C7987-2B63-470F-953E-1E17B6E41706}" dt="2024-09-17T22:29:10.706" v="1924" actId="700"/>
          <ac:spMkLst>
            <pc:docMk/>
            <pc:sldMk cId="1460304953" sldId="373"/>
            <ac:spMk id="11" creationId="{9FFC3B91-4924-1BD4-AC42-42819AB2DFBF}"/>
          </ac:spMkLst>
        </pc:spChg>
        <pc:spChg chg="add del mod ord">
          <ac:chgData name="Tighe, Bren" userId="0772691d-7a8e-443b-b68a-86d18f1186d2" providerId="ADAL" clId="{C99C7987-2B63-470F-953E-1E17B6E41706}" dt="2024-09-17T22:29:16.737" v="1926" actId="478"/>
          <ac:spMkLst>
            <pc:docMk/>
            <pc:sldMk cId="1460304953" sldId="373"/>
            <ac:spMk id="12" creationId="{1E5786EE-52A7-F73F-3BBA-F89DE7DCFF14}"/>
          </ac:spMkLst>
        </pc:spChg>
        <pc:spChg chg="add del mod ord">
          <ac:chgData name="Tighe, Bren" userId="0772691d-7a8e-443b-b68a-86d18f1186d2" providerId="ADAL" clId="{C99C7987-2B63-470F-953E-1E17B6E41706}" dt="2024-09-17T22:29:18.347" v="1927" actId="478"/>
          <ac:spMkLst>
            <pc:docMk/>
            <pc:sldMk cId="1460304953" sldId="373"/>
            <ac:spMk id="13" creationId="{CE98A67C-C7DA-B8A9-3FFA-4350315D9189}"/>
          </ac:spMkLst>
        </pc:spChg>
        <pc:spChg chg="add mod">
          <ac:chgData name="Tighe, Bren" userId="0772691d-7a8e-443b-b68a-86d18f1186d2" providerId="ADAL" clId="{C99C7987-2B63-470F-953E-1E17B6E41706}" dt="2024-09-17T22:30:36.020" v="1948" actId="20577"/>
          <ac:spMkLst>
            <pc:docMk/>
            <pc:sldMk cId="1460304953" sldId="373"/>
            <ac:spMk id="14" creationId="{5825F8F7-462B-272C-50DC-7C25F3978559}"/>
          </ac:spMkLst>
        </pc:spChg>
        <pc:graphicFrameChg chg="add mod modGraphic">
          <ac:chgData name="Tighe, Bren" userId="0772691d-7a8e-443b-b68a-86d18f1186d2" providerId="ADAL" clId="{C99C7987-2B63-470F-953E-1E17B6E41706}" dt="2024-09-17T22:30:54.051" v="1953" actId="1076"/>
          <ac:graphicFrameMkLst>
            <pc:docMk/>
            <pc:sldMk cId="1460304953" sldId="373"/>
            <ac:graphicFrameMk id="6" creationId="{0709843D-8892-F25F-FEA2-41B89964AEA0}"/>
          </ac:graphicFrameMkLst>
        </pc:graphicFrameChg>
      </pc:sldChg>
      <pc:sldChg chg="addSp delSp modSp add mod ord modNotesTx">
        <pc:chgData name="Tighe, Bren" userId="0772691d-7a8e-443b-b68a-86d18f1186d2" providerId="ADAL" clId="{C99C7987-2B63-470F-953E-1E17B6E41706}" dt="2024-09-18T07:15:52.484" v="2233" actId="18131"/>
        <pc:sldMkLst>
          <pc:docMk/>
          <pc:sldMk cId="3975318409" sldId="374"/>
        </pc:sldMkLst>
        <pc:spChg chg="mod">
          <ac:chgData name="Tighe, Bren" userId="0772691d-7a8e-443b-b68a-86d18f1186d2" providerId="ADAL" clId="{C99C7987-2B63-470F-953E-1E17B6E41706}" dt="2024-09-17T22:34:40.648" v="1965" actId="20577"/>
          <ac:spMkLst>
            <pc:docMk/>
            <pc:sldMk cId="3975318409" sldId="374"/>
            <ac:spMk id="3" creationId="{F452D310-6FE7-B4D1-0BE8-4BFB8C2D1019}"/>
          </ac:spMkLst>
        </pc:spChg>
        <pc:spChg chg="mod">
          <ac:chgData name="Tighe, Bren" userId="0772691d-7a8e-443b-b68a-86d18f1186d2" providerId="ADAL" clId="{C99C7987-2B63-470F-953E-1E17B6E41706}" dt="2024-09-17T22:43:57.781" v="2117" actId="1076"/>
          <ac:spMkLst>
            <pc:docMk/>
            <pc:sldMk cId="3975318409" sldId="374"/>
            <ac:spMk id="5" creationId="{5247A184-F1A6-37D1-0F1D-6EDB3E29E370}"/>
          </ac:spMkLst>
        </pc:spChg>
        <pc:spChg chg="mod">
          <ac:chgData name="Tighe, Bren" userId="0772691d-7a8e-443b-b68a-86d18f1186d2" providerId="ADAL" clId="{C99C7987-2B63-470F-953E-1E17B6E41706}" dt="2024-09-17T22:42:12.326" v="2093" actId="1076"/>
          <ac:spMkLst>
            <pc:docMk/>
            <pc:sldMk cId="3975318409" sldId="374"/>
            <ac:spMk id="7" creationId="{A0F24457-DF1E-E11D-5B51-8C6D8844BBA9}"/>
          </ac:spMkLst>
        </pc:spChg>
        <pc:spChg chg="add del mod">
          <ac:chgData name="Tighe, Bren" userId="0772691d-7a8e-443b-b68a-86d18f1186d2" providerId="ADAL" clId="{C99C7987-2B63-470F-953E-1E17B6E41706}" dt="2024-09-17T22:38:26.401" v="2005" actId="931"/>
          <ac:spMkLst>
            <pc:docMk/>
            <pc:sldMk cId="3975318409" sldId="374"/>
            <ac:spMk id="9" creationId="{A47A0D48-F04D-34ED-9552-D5223C2CDD76}"/>
          </ac:spMkLst>
        </pc:spChg>
        <pc:picChg chg="mod modCrop">
          <ac:chgData name="Tighe, Bren" userId="0772691d-7a8e-443b-b68a-86d18f1186d2" providerId="ADAL" clId="{C99C7987-2B63-470F-953E-1E17B6E41706}" dt="2024-09-18T07:15:52.484" v="2233" actId="18131"/>
          <ac:picMkLst>
            <pc:docMk/>
            <pc:sldMk cId="3975318409" sldId="374"/>
            <ac:picMk id="2" creationId="{68E99595-6F81-BD16-2205-23BAE1363B3C}"/>
          </ac:picMkLst>
        </pc:picChg>
        <pc:picChg chg="del">
          <ac:chgData name="Tighe, Bren" userId="0772691d-7a8e-443b-b68a-86d18f1186d2" providerId="ADAL" clId="{C99C7987-2B63-470F-953E-1E17B6E41706}" dt="2024-09-17T22:36:34.337" v="2004" actId="478"/>
          <ac:picMkLst>
            <pc:docMk/>
            <pc:sldMk cId="3975318409" sldId="374"/>
            <ac:picMk id="4" creationId="{1F5DB599-C4E4-4A60-6BFA-C086385D0AA6}"/>
          </ac:picMkLst>
        </pc:picChg>
        <pc:picChg chg="add mod ord modCrop">
          <ac:chgData name="Tighe, Bren" userId="0772691d-7a8e-443b-b68a-86d18f1186d2" providerId="ADAL" clId="{C99C7987-2B63-470F-953E-1E17B6E41706}" dt="2024-09-17T22:42:23.467" v="2096" actId="167"/>
          <ac:picMkLst>
            <pc:docMk/>
            <pc:sldMk cId="3975318409" sldId="374"/>
            <ac:picMk id="11" creationId="{A92CD996-4886-D253-B360-6B7A91554CC5}"/>
          </ac:picMkLst>
        </pc:picChg>
      </pc:sldChg>
      <pc:sldChg chg="addSp delSp modSp new mod modMedia modClrScheme chgLayout modNotesTx">
        <pc:chgData name="Tighe, Bren" userId="0772691d-7a8e-443b-b68a-86d18f1186d2" providerId="ADAL" clId="{C99C7987-2B63-470F-953E-1E17B6E41706}" dt="2024-09-18T07:31:41.446" v="2403"/>
        <pc:sldMkLst>
          <pc:docMk/>
          <pc:sldMk cId="4049755954" sldId="375"/>
        </pc:sldMkLst>
        <pc:spChg chg="del">
          <ac:chgData name="Tighe, Bren" userId="0772691d-7a8e-443b-b68a-86d18f1186d2" providerId="ADAL" clId="{C99C7987-2B63-470F-953E-1E17B6E41706}" dt="2024-09-18T06:42:15.768" v="2140" actId="26606"/>
          <ac:spMkLst>
            <pc:docMk/>
            <pc:sldMk cId="4049755954" sldId="375"/>
            <ac:spMk id="2" creationId="{15089663-FD5D-2F96-5858-2CC2E6B6AA42}"/>
          </ac:spMkLst>
        </pc:spChg>
        <pc:spChg chg="del">
          <ac:chgData name="Tighe, Bren" userId="0772691d-7a8e-443b-b68a-86d18f1186d2" providerId="ADAL" clId="{C99C7987-2B63-470F-953E-1E17B6E41706}" dt="2024-09-18T06:42:15.768" v="2140" actId="26606"/>
          <ac:spMkLst>
            <pc:docMk/>
            <pc:sldMk cId="4049755954" sldId="375"/>
            <ac:spMk id="3" creationId="{442AEC7A-5C8C-5257-C147-613EB9061843}"/>
          </ac:spMkLst>
        </pc:spChg>
        <pc:spChg chg="mod">
          <ac:chgData name="Tighe, Bren" userId="0772691d-7a8e-443b-b68a-86d18f1186d2" providerId="ADAL" clId="{C99C7987-2B63-470F-953E-1E17B6E41706}" dt="2024-09-18T06:43:06.480" v="2153" actId="1076"/>
          <ac:spMkLst>
            <pc:docMk/>
            <pc:sldMk cId="4049755954" sldId="375"/>
            <ac:spMk id="4" creationId="{312C67BF-06A6-7E0D-207C-7A30D75CE78A}"/>
          </ac:spMkLst>
        </pc:spChg>
        <pc:spChg chg="add mod">
          <ac:chgData name="Tighe, Bren" userId="0772691d-7a8e-443b-b68a-86d18f1186d2" providerId="ADAL" clId="{C99C7987-2B63-470F-953E-1E17B6E41706}" dt="2024-09-18T06:43:57.609" v="2218" actId="1076"/>
          <ac:spMkLst>
            <pc:docMk/>
            <pc:sldMk cId="4049755954" sldId="375"/>
            <ac:spMk id="10" creationId="{BA6032AF-28F9-A796-6A87-E475ED86A4DC}"/>
          </ac:spMkLst>
        </pc:spChg>
        <pc:picChg chg="add mod">
          <ac:chgData name="Tighe, Bren" userId="0772691d-7a8e-443b-b68a-86d18f1186d2" providerId="ADAL" clId="{C99C7987-2B63-470F-953E-1E17B6E41706}" dt="2024-09-18T07:31:41.446" v="2403"/>
          <ac:picMkLst>
            <pc:docMk/>
            <pc:sldMk cId="4049755954" sldId="375"/>
            <ac:picMk id="5" creationId="{B15CB202-D10A-EDF1-E865-E9D20CBACDCC}"/>
          </ac:picMkLst>
        </pc:picChg>
        <pc:picChg chg="add mod">
          <ac:chgData name="Tighe, Bren" userId="0772691d-7a8e-443b-b68a-86d18f1186d2" providerId="ADAL" clId="{C99C7987-2B63-470F-953E-1E17B6E41706}" dt="2024-09-18T06:45:04.121" v="2230"/>
          <ac:picMkLst>
            <pc:docMk/>
            <pc:sldMk cId="4049755954" sldId="375"/>
            <ac:picMk id="6" creationId="{758782B5-1FF1-350B-D744-37A4D5693333}"/>
          </ac:picMkLst>
        </pc:picChg>
      </pc:sldChg>
      <pc:sldChg chg="addSp delSp modSp new mod modClrScheme chgLayout">
        <pc:chgData name="Tighe, Bren" userId="0772691d-7a8e-443b-b68a-86d18f1186d2" providerId="ADAL" clId="{C99C7987-2B63-470F-953E-1E17B6E41706}" dt="2024-09-18T07:28:02.932" v="2397"/>
        <pc:sldMkLst>
          <pc:docMk/>
          <pc:sldMk cId="2794364852" sldId="376"/>
        </pc:sldMkLst>
        <pc:spChg chg="del">
          <ac:chgData name="Tighe, Bren" userId="0772691d-7a8e-443b-b68a-86d18f1186d2" providerId="ADAL" clId="{C99C7987-2B63-470F-953E-1E17B6E41706}" dt="2024-09-18T07:16:17.235" v="2235" actId="700"/>
          <ac:spMkLst>
            <pc:docMk/>
            <pc:sldMk cId="2794364852" sldId="376"/>
            <ac:spMk id="2" creationId="{A812A664-3DD0-930A-0261-4FFC0436DB34}"/>
          </ac:spMkLst>
        </pc:spChg>
        <pc:spChg chg="del">
          <ac:chgData name="Tighe, Bren" userId="0772691d-7a8e-443b-b68a-86d18f1186d2" providerId="ADAL" clId="{C99C7987-2B63-470F-953E-1E17B6E41706}" dt="2024-09-18T07:16:17.235" v="2235" actId="700"/>
          <ac:spMkLst>
            <pc:docMk/>
            <pc:sldMk cId="2794364852" sldId="376"/>
            <ac:spMk id="3" creationId="{F763D791-7C72-B545-B8AC-43030D3AD782}"/>
          </ac:spMkLst>
        </pc:spChg>
        <pc:spChg chg="del">
          <ac:chgData name="Tighe, Bren" userId="0772691d-7a8e-443b-b68a-86d18f1186d2" providerId="ADAL" clId="{C99C7987-2B63-470F-953E-1E17B6E41706}" dt="2024-09-18T07:16:17.235" v="2235" actId="700"/>
          <ac:spMkLst>
            <pc:docMk/>
            <pc:sldMk cId="2794364852" sldId="376"/>
            <ac:spMk id="4" creationId="{A0735BBB-7C52-C26D-F726-4EB17F9A725C}"/>
          </ac:spMkLst>
        </pc:spChg>
        <pc:spChg chg="del">
          <ac:chgData name="Tighe, Bren" userId="0772691d-7a8e-443b-b68a-86d18f1186d2" providerId="ADAL" clId="{C99C7987-2B63-470F-953E-1E17B6E41706}" dt="2024-09-18T07:16:17.235" v="2235" actId="700"/>
          <ac:spMkLst>
            <pc:docMk/>
            <pc:sldMk cId="2794364852" sldId="376"/>
            <ac:spMk id="5" creationId="{CE2BF023-9397-52C5-7657-7131F5542E2D}"/>
          </ac:spMkLst>
        </pc:spChg>
        <pc:spChg chg="del">
          <ac:chgData name="Tighe, Bren" userId="0772691d-7a8e-443b-b68a-86d18f1186d2" providerId="ADAL" clId="{C99C7987-2B63-470F-953E-1E17B6E41706}" dt="2024-09-18T07:16:17.235" v="2235" actId="700"/>
          <ac:spMkLst>
            <pc:docMk/>
            <pc:sldMk cId="2794364852" sldId="376"/>
            <ac:spMk id="6" creationId="{FC5ACC77-E183-095B-DF4D-66EF0DE2D6F6}"/>
          </ac:spMkLst>
        </pc:spChg>
        <pc:spChg chg="del mod ord">
          <ac:chgData name="Tighe, Bren" userId="0772691d-7a8e-443b-b68a-86d18f1186d2" providerId="ADAL" clId="{C99C7987-2B63-470F-953E-1E17B6E41706}" dt="2024-09-18T07:16:17.235" v="2235" actId="700"/>
          <ac:spMkLst>
            <pc:docMk/>
            <pc:sldMk cId="2794364852" sldId="376"/>
            <ac:spMk id="7" creationId="{D924A541-D6A0-7DC6-6055-A31B46974B6A}"/>
          </ac:spMkLst>
        </pc:spChg>
        <pc:spChg chg="add mod ord">
          <ac:chgData name="Tighe, Bren" userId="0772691d-7a8e-443b-b68a-86d18f1186d2" providerId="ADAL" clId="{C99C7987-2B63-470F-953E-1E17B6E41706}" dt="2024-09-18T07:23:07.397" v="2291" actId="255"/>
          <ac:spMkLst>
            <pc:docMk/>
            <pc:sldMk cId="2794364852" sldId="376"/>
            <ac:spMk id="8" creationId="{F77B19E9-3F4F-6690-F22D-1A21B55D737E}"/>
          </ac:spMkLst>
        </pc:spChg>
        <pc:spChg chg="add del mod ord">
          <ac:chgData name="Tighe, Bren" userId="0772691d-7a8e-443b-b68a-86d18f1186d2" providerId="ADAL" clId="{C99C7987-2B63-470F-953E-1E17B6E41706}" dt="2024-09-18T07:18:36.362" v="2274" actId="26606"/>
          <ac:spMkLst>
            <pc:docMk/>
            <pc:sldMk cId="2794364852" sldId="376"/>
            <ac:spMk id="11" creationId="{A6927029-3ABD-5E1C-1150-6A465133F7F0}"/>
          </ac:spMkLst>
        </pc:spChg>
        <pc:spChg chg="add del mod ord">
          <ac:chgData name="Tighe, Bren" userId="0772691d-7a8e-443b-b68a-86d18f1186d2" providerId="ADAL" clId="{C99C7987-2B63-470F-953E-1E17B6E41706}" dt="2024-09-18T07:18:36.362" v="2274" actId="26606"/>
          <ac:spMkLst>
            <pc:docMk/>
            <pc:sldMk cId="2794364852" sldId="376"/>
            <ac:spMk id="12" creationId="{0987BB25-D78C-0668-BDBD-261E281917C1}"/>
          </ac:spMkLst>
        </pc:spChg>
        <pc:picChg chg="add del mod">
          <ac:chgData name="Tighe, Bren" userId="0772691d-7a8e-443b-b68a-86d18f1186d2" providerId="ADAL" clId="{C99C7987-2B63-470F-953E-1E17B6E41706}" dt="2024-09-18T07:18:03.064" v="2257" actId="478"/>
          <ac:picMkLst>
            <pc:docMk/>
            <pc:sldMk cId="2794364852" sldId="376"/>
            <ac:picMk id="10" creationId="{2EC7CD7E-9C29-666F-B5CB-8DDAFFA46D4A}"/>
          </ac:picMkLst>
        </pc:picChg>
        <pc:picChg chg="add mod">
          <ac:chgData name="Tighe, Bren" userId="0772691d-7a8e-443b-b68a-86d18f1186d2" providerId="ADAL" clId="{C99C7987-2B63-470F-953E-1E17B6E41706}" dt="2024-09-18T07:28:02.932" v="2397"/>
          <ac:picMkLst>
            <pc:docMk/>
            <pc:sldMk cId="2794364852" sldId="376"/>
            <ac:picMk id="13" creationId="{A5DDF8F5-BA1B-31D4-E909-A2EB70D538C1}"/>
          </ac:picMkLst>
        </pc:picChg>
        <pc:picChg chg="add mod">
          <ac:chgData name="Tighe, Bren" userId="0772691d-7a8e-443b-b68a-86d18f1186d2" providerId="ADAL" clId="{C99C7987-2B63-470F-953E-1E17B6E41706}" dt="2024-09-18T07:23:09.412" v="2292" actId="1076"/>
          <ac:picMkLst>
            <pc:docMk/>
            <pc:sldMk cId="2794364852" sldId="376"/>
            <ac:picMk id="4098" creationId="{62E87112-1073-0A6B-DD4B-D534F970A0BD}"/>
          </ac:picMkLst>
        </pc:picChg>
      </pc:sldChg>
      <pc:sldChg chg="addSp delSp modSp new del mod modClrScheme chgLayout">
        <pc:chgData name="Tighe, Bren" userId="0772691d-7a8e-443b-b68a-86d18f1186d2" providerId="ADAL" clId="{C99C7987-2B63-470F-953E-1E17B6E41706}" dt="2024-09-18T07:27:28.823" v="2381" actId="2696"/>
        <pc:sldMkLst>
          <pc:docMk/>
          <pc:sldMk cId="2218279947" sldId="377"/>
        </pc:sldMkLst>
        <pc:spChg chg="del mod ord">
          <ac:chgData name="Tighe, Bren" userId="0772691d-7a8e-443b-b68a-86d18f1186d2" providerId="ADAL" clId="{C99C7987-2B63-470F-953E-1E17B6E41706}" dt="2024-09-18T07:24:51.992" v="2305" actId="700"/>
          <ac:spMkLst>
            <pc:docMk/>
            <pc:sldMk cId="2218279947" sldId="377"/>
            <ac:spMk id="2" creationId="{A617F21C-138B-9B21-C593-4B6B0A0B24DB}"/>
          </ac:spMkLst>
        </pc:spChg>
        <pc:spChg chg="add del mod">
          <ac:chgData name="Tighe, Bren" userId="0772691d-7a8e-443b-b68a-86d18f1186d2" providerId="ADAL" clId="{C99C7987-2B63-470F-953E-1E17B6E41706}" dt="2024-09-18T07:25:06.945" v="2313"/>
          <ac:spMkLst>
            <pc:docMk/>
            <pc:sldMk cId="2218279947" sldId="377"/>
            <ac:spMk id="4" creationId="{CAF074E7-CA24-6684-52AC-365EFF5B8A9C}"/>
          </ac:spMkLst>
        </pc:spChg>
        <pc:spChg chg="add mod ord">
          <ac:chgData name="Tighe, Bren" userId="0772691d-7a8e-443b-b68a-86d18f1186d2" providerId="ADAL" clId="{C99C7987-2B63-470F-953E-1E17B6E41706}" dt="2024-09-18T07:24:51.992" v="2305" actId="700"/>
          <ac:spMkLst>
            <pc:docMk/>
            <pc:sldMk cId="2218279947" sldId="377"/>
            <ac:spMk id="5" creationId="{F7A818F1-D3B4-D1BB-8EF2-A3F584C629C4}"/>
          </ac:spMkLst>
        </pc:spChg>
        <pc:spChg chg="add mod ord">
          <ac:chgData name="Tighe, Bren" userId="0772691d-7a8e-443b-b68a-86d18f1186d2" providerId="ADAL" clId="{C99C7987-2B63-470F-953E-1E17B6E41706}" dt="2024-09-18T07:25:05.664" v="2311" actId="15"/>
          <ac:spMkLst>
            <pc:docMk/>
            <pc:sldMk cId="2218279947" sldId="377"/>
            <ac:spMk id="6" creationId="{78D81C15-9AC0-5B9E-48B6-982F540A4959}"/>
          </ac:spMkLst>
        </pc:spChg>
      </pc:sldChg>
      <pc:sldChg chg="addSp delSp modSp add mod ord">
        <pc:chgData name="Tighe, Bren" userId="0772691d-7a8e-443b-b68a-86d18f1186d2" providerId="ADAL" clId="{C99C7987-2B63-470F-953E-1E17B6E41706}" dt="2024-09-18T08:01:29.744" v="2450" actId="1076"/>
        <pc:sldMkLst>
          <pc:docMk/>
          <pc:sldMk cId="2136975303" sldId="378"/>
        </pc:sldMkLst>
        <pc:spChg chg="mod">
          <ac:chgData name="Tighe, Bren" userId="0772691d-7a8e-443b-b68a-86d18f1186d2" providerId="ADAL" clId="{C99C7987-2B63-470F-953E-1E17B6E41706}" dt="2024-09-18T07:27:45.823" v="2393" actId="20577"/>
          <ac:spMkLst>
            <pc:docMk/>
            <pc:sldMk cId="2136975303" sldId="378"/>
            <ac:spMk id="3" creationId="{F452D310-6FE7-B4D1-0BE8-4BFB8C2D1019}"/>
          </ac:spMkLst>
        </pc:spChg>
        <pc:spChg chg="del">
          <ac:chgData name="Tighe, Bren" userId="0772691d-7a8e-443b-b68a-86d18f1186d2" providerId="ADAL" clId="{C99C7987-2B63-470F-953E-1E17B6E41706}" dt="2024-09-18T08:00:47.210" v="2439" actId="14826"/>
          <ac:spMkLst>
            <pc:docMk/>
            <pc:sldMk cId="2136975303" sldId="378"/>
            <ac:spMk id="5" creationId="{6427D904-2B0C-6202-2292-CEEC4FCD911E}"/>
          </ac:spMkLst>
        </pc:spChg>
        <pc:spChg chg="mod">
          <ac:chgData name="Tighe, Bren" userId="0772691d-7a8e-443b-b68a-86d18f1186d2" providerId="ADAL" clId="{C99C7987-2B63-470F-953E-1E17B6E41706}" dt="2024-09-18T07:27:12.072" v="2380" actId="20577"/>
          <ac:spMkLst>
            <pc:docMk/>
            <pc:sldMk cId="2136975303" sldId="378"/>
            <ac:spMk id="8" creationId="{A79075A3-9114-6FB0-090E-340F00BD8116}"/>
          </ac:spMkLst>
        </pc:spChg>
        <pc:spChg chg="add del">
          <ac:chgData name="Tighe, Bren" userId="0772691d-7a8e-443b-b68a-86d18f1186d2" providerId="ADAL" clId="{C99C7987-2B63-470F-953E-1E17B6E41706}" dt="2024-09-18T07:25:38.586" v="2324" actId="22"/>
          <ac:spMkLst>
            <pc:docMk/>
            <pc:sldMk cId="2136975303" sldId="378"/>
            <ac:spMk id="9" creationId="{6BF62011-A584-48CB-CACB-7F62A25D2255}"/>
          </ac:spMkLst>
        </pc:spChg>
        <pc:picChg chg="del">
          <ac:chgData name="Tighe, Bren" userId="0772691d-7a8e-443b-b68a-86d18f1186d2" providerId="ADAL" clId="{C99C7987-2B63-470F-953E-1E17B6E41706}" dt="2024-09-18T07:27:56.260" v="2395" actId="478"/>
          <ac:picMkLst>
            <pc:docMk/>
            <pc:sldMk cId="2136975303" sldId="378"/>
            <ac:picMk id="4" creationId="{9E9CDE2E-48AA-786A-59FB-FD743E60534C}"/>
          </ac:picMkLst>
        </pc:picChg>
        <pc:picChg chg="add del">
          <ac:chgData name="Tighe, Bren" userId="0772691d-7a8e-443b-b68a-86d18f1186d2" providerId="ADAL" clId="{C99C7987-2B63-470F-953E-1E17B6E41706}" dt="2024-09-18T07:25:24.774" v="2318" actId="22"/>
          <ac:picMkLst>
            <pc:docMk/>
            <pc:sldMk cId="2136975303" sldId="378"/>
            <ac:picMk id="6" creationId="{56D15912-5207-C78E-8FD7-0E9DE37ED022}"/>
          </ac:picMkLst>
        </pc:picChg>
        <pc:picChg chg="add mod">
          <ac:chgData name="Tighe, Bren" userId="0772691d-7a8e-443b-b68a-86d18f1186d2" providerId="ADAL" clId="{C99C7987-2B63-470F-953E-1E17B6E41706}" dt="2024-09-18T07:28:00.979" v="2396" actId="1076"/>
          <ac:picMkLst>
            <pc:docMk/>
            <pc:sldMk cId="2136975303" sldId="378"/>
            <ac:picMk id="10" creationId="{7283A504-0AF8-AE33-A223-95FEF73C6E40}"/>
          </ac:picMkLst>
        </pc:picChg>
        <pc:picChg chg="mod modCrop">
          <ac:chgData name="Tighe, Bren" userId="0772691d-7a8e-443b-b68a-86d18f1186d2" providerId="ADAL" clId="{C99C7987-2B63-470F-953E-1E17B6E41706}" dt="2024-09-18T08:01:29.744" v="2450" actId="1076"/>
          <ac:picMkLst>
            <pc:docMk/>
            <pc:sldMk cId="2136975303" sldId="378"/>
            <ac:picMk id="1026" creationId="{E2BDC560-4B98-E8BA-F35A-BFBBF279E47A}"/>
          </ac:picMkLst>
        </pc:picChg>
      </pc:sldChg>
      <pc:sldChg chg="add del">
        <pc:chgData name="Tighe, Bren" userId="0772691d-7a8e-443b-b68a-86d18f1186d2" providerId="ADAL" clId="{C99C7987-2B63-470F-953E-1E17B6E41706}" dt="2024-09-18T08:03:00.712" v="2458" actId="47"/>
        <pc:sldMkLst>
          <pc:docMk/>
          <pc:sldMk cId="2608853335" sldId="379"/>
        </pc:sldMkLst>
      </pc:sldChg>
      <pc:sldChg chg="addSp delSp modSp new mod modClrScheme chgLayout">
        <pc:chgData name="Tighe, Bren" userId="0772691d-7a8e-443b-b68a-86d18f1186d2" providerId="ADAL" clId="{C99C7987-2B63-470F-953E-1E17B6E41706}" dt="2024-09-18T08:11:10.594" v="2532" actId="20577"/>
        <pc:sldMkLst>
          <pc:docMk/>
          <pc:sldMk cId="2687322670" sldId="379"/>
        </pc:sldMkLst>
        <pc:spChg chg="del">
          <ac:chgData name="Tighe, Bren" userId="0772691d-7a8e-443b-b68a-86d18f1186d2" providerId="ADAL" clId="{C99C7987-2B63-470F-953E-1E17B6E41706}" dt="2024-09-18T08:03:09.306" v="2460" actId="700"/>
          <ac:spMkLst>
            <pc:docMk/>
            <pc:sldMk cId="2687322670" sldId="379"/>
            <ac:spMk id="2" creationId="{F89DEC68-1DE2-8744-6ACB-AECB53D5BFBC}"/>
          </ac:spMkLst>
        </pc:spChg>
        <pc:spChg chg="del">
          <ac:chgData name="Tighe, Bren" userId="0772691d-7a8e-443b-b68a-86d18f1186d2" providerId="ADAL" clId="{C99C7987-2B63-470F-953E-1E17B6E41706}" dt="2024-09-18T08:03:09.306" v="2460" actId="700"/>
          <ac:spMkLst>
            <pc:docMk/>
            <pc:sldMk cId="2687322670" sldId="379"/>
            <ac:spMk id="3" creationId="{8E39CF5C-A4A9-4D77-01B1-09E11B7BDC7E}"/>
          </ac:spMkLst>
        </pc:spChg>
        <pc:spChg chg="del">
          <ac:chgData name="Tighe, Bren" userId="0772691d-7a8e-443b-b68a-86d18f1186d2" providerId="ADAL" clId="{C99C7987-2B63-470F-953E-1E17B6E41706}" dt="2024-09-18T08:03:09.306" v="2460" actId="700"/>
          <ac:spMkLst>
            <pc:docMk/>
            <pc:sldMk cId="2687322670" sldId="379"/>
            <ac:spMk id="4" creationId="{B1A7E80D-3419-2378-7DD0-C637FB8A8DF6}"/>
          </ac:spMkLst>
        </pc:spChg>
        <pc:spChg chg="del">
          <ac:chgData name="Tighe, Bren" userId="0772691d-7a8e-443b-b68a-86d18f1186d2" providerId="ADAL" clId="{C99C7987-2B63-470F-953E-1E17B6E41706}" dt="2024-09-18T08:03:09.306" v="2460" actId="700"/>
          <ac:spMkLst>
            <pc:docMk/>
            <pc:sldMk cId="2687322670" sldId="379"/>
            <ac:spMk id="5" creationId="{C28547CD-B1CA-D0B7-6AE9-F38FFDAB6BC6}"/>
          </ac:spMkLst>
        </pc:spChg>
        <pc:spChg chg="del">
          <ac:chgData name="Tighe, Bren" userId="0772691d-7a8e-443b-b68a-86d18f1186d2" providerId="ADAL" clId="{C99C7987-2B63-470F-953E-1E17B6E41706}" dt="2024-09-18T08:03:09.306" v="2460" actId="700"/>
          <ac:spMkLst>
            <pc:docMk/>
            <pc:sldMk cId="2687322670" sldId="379"/>
            <ac:spMk id="6" creationId="{64F793A2-8D8F-321D-DB35-6148A3C751ED}"/>
          </ac:spMkLst>
        </pc:spChg>
        <pc:spChg chg="del mod ord">
          <ac:chgData name="Tighe, Bren" userId="0772691d-7a8e-443b-b68a-86d18f1186d2" providerId="ADAL" clId="{C99C7987-2B63-470F-953E-1E17B6E41706}" dt="2024-09-18T08:03:09.306" v="2460" actId="700"/>
          <ac:spMkLst>
            <pc:docMk/>
            <pc:sldMk cId="2687322670" sldId="379"/>
            <ac:spMk id="7" creationId="{55A04284-0192-6999-5A71-0A9A087A6E6C}"/>
          </ac:spMkLst>
        </pc:spChg>
        <pc:spChg chg="add del mod ord">
          <ac:chgData name="Tighe, Bren" userId="0772691d-7a8e-443b-b68a-86d18f1186d2" providerId="ADAL" clId="{C99C7987-2B63-470F-953E-1E17B6E41706}" dt="2024-09-18T08:08:42.311" v="2468" actId="26606"/>
          <ac:spMkLst>
            <pc:docMk/>
            <pc:sldMk cId="2687322670" sldId="379"/>
            <ac:spMk id="8" creationId="{DABDA04C-F3FA-7D44-B537-13890A325057}"/>
          </ac:spMkLst>
        </pc:spChg>
        <pc:spChg chg="add del">
          <ac:chgData name="Tighe, Bren" userId="0772691d-7a8e-443b-b68a-86d18f1186d2" providerId="ADAL" clId="{C99C7987-2B63-470F-953E-1E17B6E41706}" dt="2024-09-18T08:03:13.272" v="2462" actId="22"/>
          <ac:spMkLst>
            <pc:docMk/>
            <pc:sldMk cId="2687322670" sldId="379"/>
            <ac:spMk id="10" creationId="{D5A6CB47-C088-FA90-9775-2F1F79A33B8F}"/>
          </ac:spMkLst>
        </pc:spChg>
        <pc:spChg chg="add del">
          <ac:chgData name="Tighe, Bren" userId="0772691d-7a8e-443b-b68a-86d18f1186d2" providerId="ADAL" clId="{C99C7987-2B63-470F-953E-1E17B6E41706}" dt="2024-09-18T08:03:34.416" v="2464" actId="22"/>
          <ac:spMkLst>
            <pc:docMk/>
            <pc:sldMk cId="2687322670" sldId="379"/>
            <ac:spMk id="12" creationId="{96E43394-8F08-09DC-4D51-2F1877EB31B2}"/>
          </ac:spMkLst>
        </pc:spChg>
        <pc:spChg chg="add del">
          <ac:chgData name="Tighe, Bren" userId="0772691d-7a8e-443b-b68a-86d18f1186d2" providerId="ADAL" clId="{C99C7987-2B63-470F-953E-1E17B6E41706}" dt="2024-09-18T08:04:20.932" v="2466" actId="22"/>
          <ac:spMkLst>
            <pc:docMk/>
            <pc:sldMk cId="2687322670" sldId="379"/>
            <ac:spMk id="14" creationId="{53E34F5E-EB41-05DB-B11D-E9A1185C3E06}"/>
          </ac:spMkLst>
        </pc:spChg>
        <pc:spChg chg="add mod">
          <ac:chgData name="Tighe, Bren" userId="0772691d-7a8e-443b-b68a-86d18f1186d2" providerId="ADAL" clId="{C99C7987-2B63-470F-953E-1E17B6E41706}" dt="2024-09-18T08:11:10.594" v="2532" actId="20577"/>
          <ac:spMkLst>
            <pc:docMk/>
            <pc:sldMk cId="2687322670" sldId="379"/>
            <ac:spMk id="17" creationId="{7BC0E059-D55B-1C7F-A0A1-0A70C9DE3ABA}"/>
          </ac:spMkLst>
        </pc:spChg>
        <pc:spChg chg="add del mod">
          <ac:chgData name="Tighe, Bren" userId="0772691d-7a8e-443b-b68a-86d18f1186d2" providerId="ADAL" clId="{C99C7987-2B63-470F-953E-1E17B6E41706}" dt="2024-09-18T08:09:46.499" v="2476" actId="478"/>
          <ac:spMkLst>
            <pc:docMk/>
            <pc:sldMk cId="2687322670" sldId="379"/>
            <ac:spMk id="20" creationId="{397296D9-CA20-B201-B11D-29C0596E1408}"/>
          </ac:spMkLst>
        </pc:spChg>
        <pc:graphicFrameChg chg="add mod modGraphic">
          <ac:chgData name="Tighe, Bren" userId="0772691d-7a8e-443b-b68a-86d18f1186d2" providerId="ADAL" clId="{C99C7987-2B63-470F-953E-1E17B6E41706}" dt="2024-09-18T08:10:25.890" v="2490" actId="1076"/>
          <ac:graphicFrameMkLst>
            <pc:docMk/>
            <pc:sldMk cId="2687322670" sldId="379"/>
            <ac:graphicFrameMk id="15" creationId="{EE322358-DC3F-0BCF-43AF-6A532DA63647}"/>
          </ac:graphicFrameMkLst>
        </pc:graphicFrameChg>
      </pc:sldChg>
      <pc:sldChg chg="modSp add mod ord">
        <pc:chgData name="Tighe, Bren" userId="0772691d-7a8e-443b-b68a-86d18f1186d2" providerId="ADAL" clId="{C99C7987-2B63-470F-953E-1E17B6E41706}" dt="2024-09-18T08:12:12.845" v="2544" actId="1076"/>
        <pc:sldMkLst>
          <pc:docMk/>
          <pc:sldMk cId="2823337285" sldId="380"/>
        </pc:sldMkLst>
        <pc:spChg chg="mod">
          <ac:chgData name="Tighe, Bren" userId="0772691d-7a8e-443b-b68a-86d18f1186d2" providerId="ADAL" clId="{C99C7987-2B63-470F-953E-1E17B6E41706}" dt="2024-09-18T08:12:12.845" v="2544" actId="1076"/>
          <ac:spMkLst>
            <pc:docMk/>
            <pc:sldMk cId="2823337285" sldId="380"/>
            <ac:spMk id="4" creationId="{96CB18D4-C5B7-1853-1264-A90E404C39FF}"/>
          </ac:spMkLst>
        </pc:spChg>
      </pc:sldChg>
      <pc:sldChg chg="modSp mod">
        <pc:chgData name="Tighe, Bren" userId="0772691d-7a8e-443b-b68a-86d18f1186d2" providerId="ADAL" clId="{C99C7987-2B63-470F-953E-1E17B6E41706}" dt="2024-09-18T10:47:04.304" v="2615" actId="1076"/>
        <pc:sldMkLst>
          <pc:docMk/>
          <pc:sldMk cId="2308589282" sldId="381"/>
        </pc:sldMkLst>
        <pc:spChg chg="mod">
          <ac:chgData name="Tighe, Bren" userId="0772691d-7a8e-443b-b68a-86d18f1186d2" providerId="ADAL" clId="{C99C7987-2B63-470F-953E-1E17B6E41706}" dt="2024-09-18T08:15:19.597" v="2555" actId="1076"/>
          <ac:spMkLst>
            <pc:docMk/>
            <pc:sldMk cId="2308589282" sldId="381"/>
            <ac:spMk id="2" creationId="{1B67F211-ED25-4BED-862A-17F84B323349}"/>
          </ac:spMkLst>
        </pc:spChg>
        <pc:spChg chg="mod">
          <ac:chgData name="Tighe, Bren" userId="0772691d-7a8e-443b-b68a-86d18f1186d2" providerId="ADAL" clId="{C99C7987-2B63-470F-953E-1E17B6E41706}" dt="2024-09-18T10:46:15.350" v="2608" actId="1076"/>
          <ac:spMkLst>
            <pc:docMk/>
            <pc:sldMk cId="2308589282" sldId="381"/>
            <ac:spMk id="7" creationId="{64DBD184-BCBE-4A38-8DF2-C0C550ADE4C4}"/>
          </ac:spMkLst>
        </pc:spChg>
        <pc:spChg chg="mod">
          <ac:chgData name="Tighe, Bren" userId="0772691d-7a8e-443b-b68a-86d18f1186d2" providerId="ADAL" clId="{C99C7987-2B63-470F-953E-1E17B6E41706}" dt="2024-09-18T10:46:15.350" v="2608" actId="1076"/>
          <ac:spMkLst>
            <pc:docMk/>
            <pc:sldMk cId="2308589282" sldId="381"/>
            <ac:spMk id="9" creationId="{BBD1A11C-0D13-40D5-A96C-6C9C65FDED12}"/>
          </ac:spMkLst>
        </pc:spChg>
        <pc:spChg chg="mod">
          <ac:chgData name="Tighe, Bren" userId="0772691d-7a8e-443b-b68a-86d18f1186d2" providerId="ADAL" clId="{C99C7987-2B63-470F-953E-1E17B6E41706}" dt="2024-09-18T08:15:23.598" v="2556" actId="1076"/>
          <ac:spMkLst>
            <pc:docMk/>
            <pc:sldMk cId="2308589282" sldId="381"/>
            <ac:spMk id="11" creationId="{0A302878-D117-49D8-8CD3-093E34DF215B}"/>
          </ac:spMkLst>
        </pc:spChg>
        <pc:spChg chg="mod">
          <ac:chgData name="Tighe, Bren" userId="0772691d-7a8e-443b-b68a-86d18f1186d2" providerId="ADAL" clId="{C99C7987-2B63-470F-953E-1E17B6E41706}" dt="2024-09-18T10:38:56.579" v="2574" actId="6549"/>
          <ac:spMkLst>
            <pc:docMk/>
            <pc:sldMk cId="2308589282" sldId="381"/>
            <ac:spMk id="13" creationId="{E0A3F38B-310F-454B-9EF6-EF4B5FD017B0}"/>
          </ac:spMkLst>
        </pc:spChg>
        <pc:spChg chg="mod">
          <ac:chgData name="Tighe, Bren" userId="0772691d-7a8e-443b-b68a-86d18f1186d2" providerId="ADAL" clId="{C99C7987-2B63-470F-953E-1E17B6E41706}" dt="2024-09-18T10:47:04.304" v="2615" actId="1076"/>
          <ac:spMkLst>
            <pc:docMk/>
            <pc:sldMk cId="2308589282" sldId="381"/>
            <ac:spMk id="15" creationId="{802A63E6-17C3-4C42-AD30-C1D1236CE8C7}"/>
          </ac:spMkLst>
        </pc:spChg>
        <pc:spChg chg="mod">
          <ac:chgData name="Tighe, Bren" userId="0772691d-7a8e-443b-b68a-86d18f1186d2" providerId="ADAL" clId="{C99C7987-2B63-470F-953E-1E17B6E41706}" dt="2024-09-18T10:39:22.326" v="2576" actId="1076"/>
          <ac:spMkLst>
            <pc:docMk/>
            <pc:sldMk cId="2308589282" sldId="381"/>
            <ac:spMk id="17" creationId="{4B6D4D59-1662-44D5-B239-F9F86487BE32}"/>
          </ac:spMkLst>
        </pc:spChg>
        <pc:spChg chg="mod">
          <ac:chgData name="Tighe, Bren" userId="0772691d-7a8e-443b-b68a-86d18f1186d2" providerId="ADAL" clId="{C99C7987-2B63-470F-953E-1E17B6E41706}" dt="2024-09-18T08:15:27.707" v="2557" actId="1076"/>
          <ac:spMkLst>
            <pc:docMk/>
            <pc:sldMk cId="2308589282" sldId="381"/>
            <ac:spMk id="18" creationId="{F3A0DAD0-3E39-4BBF-88E4-5C3C306DCCBB}"/>
          </ac:spMkLst>
        </pc:spChg>
        <pc:spChg chg="mod">
          <ac:chgData name="Tighe, Bren" userId="0772691d-7a8e-443b-b68a-86d18f1186d2" providerId="ADAL" clId="{C99C7987-2B63-470F-953E-1E17B6E41706}" dt="2024-09-18T08:17:18.615" v="2565" actId="1076"/>
          <ac:spMkLst>
            <pc:docMk/>
            <pc:sldMk cId="2308589282" sldId="381"/>
            <ac:spMk id="20" creationId="{E3AEA7C5-E53C-47EB-B54E-E09414923CE6}"/>
          </ac:spMkLst>
        </pc:spChg>
        <pc:spChg chg="mod">
          <ac:chgData name="Tighe, Bren" userId="0772691d-7a8e-443b-b68a-86d18f1186d2" providerId="ADAL" clId="{C99C7987-2B63-470F-953E-1E17B6E41706}" dt="2024-09-18T10:45:44.116" v="2602" actId="1076"/>
          <ac:spMkLst>
            <pc:docMk/>
            <pc:sldMk cId="2308589282" sldId="381"/>
            <ac:spMk id="28" creationId="{BC618CE4-6DEC-4D26-B202-8BAAA269727E}"/>
          </ac:spMkLst>
        </pc:spChg>
        <pc:picChg chg="mod">
          <ac:chgData name="Tighe, Bren" userId="0772691d-7a8e-443b-b68a-86d18f1186d2" providerId="ADAL" clId="{C99C7987-2B63-470F-953E-1E17B6E41706}" dt="2024-09-18T08:15:30.145" v="2558" actId="1076"/>
          <ac:picMkLst>
            <pc:docMk/>
            <pc:sldMk cId="2308589282" sldId="381"/>
            <ac:picMk id="16" creationId="{C4663C19-45BD-46CB-AA38-6CE7C4522BC9}"/>
          </ac:picMkLst>
        </pc:picChg>
        <pc:picChg chg="mod">
          <ac:chgData name="Tighe, Bren" userId="0772691d-7a8e-443b-b68a-86d18f1186d2" providerId="ADAL" clId="{C99C7987-2B63-470F-953E-1E17B6E41706}" dt="2024-09-18T08:17:18.615" v="2565" actId="1076"/>
          <ac:picMkLst>
            <pc:docMk/>
            <pc:sldMk cId="2308589282" sldId="381"/>
            <ac:picMk id="32" creationId="{B6919A3F-A031-4557-AAC9-0C948C6E4D6A}"/>
          </ac:picMkLst>
        </pc:picChg>
        <pc:picChg chg="mod">
          <ac:chgData name="Tighe, Bren" userId="0772691d-7a8e-443b-b68a-86d18f1186d2" providerId="ADAL" clId="{C99C7987-2B63-470F-953E-1E17B6E41706}" dt="2024-09-18T10:45:50.084" v="2603" actId="1076"/>
          <ac:picMkLst>
            <pc:docMk/>
            <pc:sldMk cId="2308589282" sldId="381"/>
            <ac:picMk id="38" creationId="{44B68078-72CC-45F5-9CD3-20C37D3298D8}"/>
          </ac:picMkLst>
        </pc:picChg>
      </pc:sldChg>
      <pc:sldChg chg="modSp mod">
        <pc:chgData name="Tighe, Bren" userId="0772691d-7a8e-443b-b68a-86d18f1186d2" providerId="ADAL" clId="{C99C7987-2B63-470F-953E-1E17B6E41706}" dt="2024-09-18T21:01:49.161" v="2995" actId="20577"/>
        <pc:sldMkLst>
          <pc:docMk/>
          <pc:sldMk cId="1824499101" sldId="384"/>
        </pc:sldMkLst>
        <pc:spChg chg="mod">
          <ac:chgData name="Tighe, Bren" userId="0772691d-7a8e-443b-b68a-86d18f1186d2" providerId="ADAL" clId="{C99C7987-2B63-470F-953E-1E17B6E41706}" dt="2024-09-18T21:01:49.161" v="2995" actId="20577"/>
          <ac:spMkLst>
            <pc:docMk/>
            <pc:sldMk cId="1824499101" sldId="384"/>
            <ac:spMk id="2" creationId="{15B5FFB2-A5AC-699F-29F2-299D023C83C6}"/>
          </ac:spMkLst>
        </pc:spChg>
      </pc:sldChg>
      <pc:sldChg chg="new del">
        <pc:chgData name="Tighe, Bren" userId="0772691d-7a8e-443b-b68a-86d18f1186d2" providerId="ADAL" clId="{C99C7987-2B63-470F-953E-1E17B6E41706}" dt="2024-09-18T19:08:29.840" v="2697" actId="47"/>
        <pc:sldMkLst>
          <pc:docMk/>
          <pc:sldMk cId="3047080338" sldId="384"/>
        </pc:sldMkLst>
      </pc:sldChg>
      <pc:sldChg chg="addSp delSp modSp add mod modAnim">
        <pc:chgData name="Tighe, Bren" userId="0772691d-7a8e-443b-b68a-86d18f1186d2" providerId="ADAL" clId="{C99C7987-2B63-470F-953E-1E17B6E41706}" dt="2024-09-18T21:12:44.030" v="3152" actId="14100"/>
        <pc:sldMkLst>
          <pc:docMk/>
          <pc:sldMk cId="3236131100" sldId="385"/>
        </pc:sldMkLst>
        <pc:spChg chg="mod">
          <ac:chgData name="Tighe, Bren" userId="0772691d-7a8e-443b-b68a-86d18f1186d2" providerId="ADAL" clId="{C99C7987-2B63-470F-953E-1E17B6E41706}" dt="2024-09-18T21:05:49.649" v="3077" actId="1076"/>
          <ac:spMkLst>
            <pc:docMk/>
            <pc:sldMk cId="3236131100" sldId="385"/>
            <ac:spMk id="2" creationId="{15B5FFB2-A5AC-699F-29F2-299D023C83C6}"/>
          </ac:spMkLst>
        </pc:spChg>
        <pc:spChg chg="add mod">
          <ac:chgData name="Tighe, Bren" userId="0772691d-7a8e-443b-b68a-86d18f1186d2" providerId="ADAL" clId="{C99C7987-2B63-470F-953E-1E17B6E41706}" dt="2024-09-18T21:07:18.088" v="3104" actId="20577"/>
          <ac:spMkLst>
            <pc:docMk/>
            <pc:sldMk cId="3236131100" sldId="385"/>
            <ac:spMk id="6" creationId="{658195F6-D71B-41C9-5DC3-A2A9E71BBD97}"/>
          </ac:spMkLst>
        </pc:spChg>
        <pc:spChg chg="add del">
          <ac:chgData name="Tighe, Bren" userId="0772691d-7a8e-443b-b68a-86d18f1186d2" providerId="ADAL" clId="{C99C7987-2B63-470F-953E-1E17B6E41706}" dt="2024-09-18T21:08:26.308" v="3107" actId="11529"/>
          <ac:spMkLst>
            <pc:docMk/>
            <pc:sldMk cId="3236131100" sldId="385"/>
            <ac:spMk id="7" creationId="{23C821C4-0D13-463E-719C-5BE909FD9072}"/>
          </ac:spMkLst>
        </pc:spChg>
        <pc:spChg chg="add mod ord">
          <ac:chgData name="Tighe, Bren" userId="0772691d-7a8e-443b-b68a-86d18f1186d2" providerId="ADAL" clId="{C99C7987-2B63-470F-953E-1E17B6E41706}" dt="2024-09-18T21:11:00.075" v="3140" actId="167"/>
          <ac:spMkLst>
            <pc:docMk/>
            <pc:sldMk cId="3236131100" sldId="385"/>
            <ac:spMk id="8" creationId="{D5380B34-620F-FBF8-FC50-A0602992989D}"/>
          </ac:spMkLst>
        </pc:spChg>
        <pc:spChg chg="add mod ord">
          <ac:chgData name="Tighe, Bren" userId="0772691d-7a8e-443b-b68a-86d18f1186d2" providerId="ADAL" clId="{C99C7987-2B63-470F-953E-1E17B6E41706}" dt="2024-09-18T21:12:44.030" v="3152" actId="14100"/>
          <ac:spMkLst>
            <pc:docMk/>
            <pc:sldMk cId="3236131100" sldId="385"/>
            <ac:spMk id="9" creationId="{909FCFBE-8839-56CA-79ED-552F52927B8E}"/>
          </ac:spMkLst>
        </pc:spChg>
      </pc:sldChg>
      <pc:sldChg chg="new del">
        <pc:chgData name="Tighe, Bren" userId="0772691d-7a8e-443b-b68a-86d18f1186d2" providerId="ADAL" clId="{C99C7987-2B63-470F-953E-1E17B6E41706}" dt="2024-09-18T21:05:24.211" v="3067" actId="680"/>
        <pc:sldMkLst>
          <pc:docMk/>
          <pc:sldMk cId="4286129672" sldId="386"/>
        </pc:sldMkLst>
      </pc:sldChg>
      <pc:sldMasterChg chg="delSldLayout">
        <pc:chgData name="Tighe, Bren" userId="0772691d-7a8e-443b-b68a-86d18f1186d2" providerId="ADAL" clId="{C99C7987-2B63-470F-953E-1E17B6E41706}" dt="2024-09-17T22:28:46.299" v="1920" actId="47"/>
        <pc:sldMasterMkLst>
          <pc:docMk/>
          <pc:sldMasterMk cId="2597340551" sldId="2147483705"/>
        </pc:sldMasterMkLst>
        <pc:sldLayoutChg chg="del">
          <pc:chgData name="Tighe, Bren" userId="0772691d-7a8e-443b-b68a-86d18f1186d2" providerId="ADAL" clId="{C99C7987-2B63-470F-953E-1E17B6E41706}" dt="2024-09-17T22:28:46.299" v="1920" actId="47"/>
          <pc:sldLayoutMkLst>
            <pc:docMk/>
            <pc:sldMasterMk cId="2597340551" sldId="2147483705"/>
            <pc:sldLayoutMk cId="540557253" sldId="21474837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17/09/2026</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17/09/2026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8530193B-564F-4854-8A52-728F3FB19C8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800" b="0" i="0" u="none" strike="noStrike" baseline="0" dirty="0">
                <a:solidFill>
                  <a:srgbClr val="211D1E"/>
                </a:solidFill>
                <a:latin typeface="Times LT Std"/>
              </a:rPr>
              <a:t>A researcher’s philosophical choices shape the assumptions, perceptions and interpretations of the nature of reality. Our individual research philosophy in relation to a particular research project influences how we see the research problem, how we understand data, what analysis we make, what conclusions we draw and what theories we advance. For example, in some studies, we may take a human-centric approach, in other studies, we may take a techno-centric approach and on occasion we may balance the two in a techno-human approach. Consequently, a researcher must be grounded in understanding the need to adopt a clearly stated research philosophy, early in the research process. </a:t>
            </a:r>
            <a:endParaRPr kumimoji="1" lang="en-GB" altLang="ja-JP" dirty="0"/>
          </a:p>
        </p:txBody>
      </p:sp>
      <p:sp>
        <p:nvSpPr>
          <p:cNvPr id="4" name="Slide Number Placeholder 3"/>
          <p:cNvSpPr>
            <a:spLocks noGrp="1"/>
          </p:cNvSpPr>
          <p:nvPr>
            <p:ph type="sldNum" sz="quarter" idx="5"/>
          </p:nvPr>
        </p:nvSpPr>
        <p:spPr/>
        <p:txBody>
          <a:bodyPr/>
          <a:lstStyle/>
          <a:p>
            <a:pPr rtl="0"/>
            <a:fld id="{8530193B-564F-4854-8A52-728F3FB19C85}" type="slidenum">
              <a:rPr lang="en-GB" smtClean="0"/>
              <a:t>3</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4</a:t>
            </a:fld>
            <a:endParaRPr lang="en-GB"/>
          </a:p>
        </p:txBody>
      </p:sp>
    </p:spTree>
    <p:extLst>
      <p:ext uri="{BB962C8B-B14F-4D97-AF65-F5344CB8AC3E}">
        <p14:creationId xmlns:p14="http://schemas.microsoft.com/office/powerpoint/2010/main" val="1766743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Why Ontology Matters in Research: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Shapes how researchers understand the objects and phenomena they study. Influences the research design, the way data is collected, and the interpretation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44444"/>
                </a:solidFill>
                <a:effectLst/>
                <a:highlight>
                  <a:srgbClr val="FFFFFF"/>
                </a:highlight>
                <a:latin typeface="Open Sans" panose="020B0606030504020204" pitchFamily="34" charset="0"/>
              </a:rPr>
              <a:t>By defining the nature and relationships of entities within a domain, ontology plays a crucial role in developing frameworks that support data structures, algorithms, and system designs.</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of findings.</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7</a:t>
            </a:fld>
            <a:endParaRPr lang="en-GB" noProof="0"/>
          </a:p>
        </p:txBody>
      </p:sp>
    </p:spTree>
    <p:extLst>
      <p:ext uri="{BB962C8B-B14F-4D97-AF65-F5344CB8AC3E}">
        <p14:creationId xmlns:p14="http://schemas.microsoft.com/office/powerpoint/2010/main" val="2063600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44444"/>
                </a:solidFill>
                <a:effectLst/>
                <a:highlight>
                  <a:srgbClr val="FFFFFF"/>
                </a:highlight>
                <a:latin typeface="Open Sans" panose="020B0606030504020204" pitchFamily="34" charset="0"/>
              </a:rPr>
              <a:t>Ontology forms the foundation of how we understand and structure the reality of the research problem in CS, IS, and CY. By defining the nature and relationships of entities within a domain, ontology plays a crucial role in developing frameworks that support data structures, algorithms, and system designs.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8</a:t>
            </a:fld>
            <a:endParaRPr lang="en-GB" noProof="0"/>
          </a:p>
        </p:txBody>
      </p:sp>
    </p:spTree>
    <p:extLst>
      <p:ext uri="{BB962C8B-B14F-4D97-AF65-F5344CB8AC3E}">
        <p14:creationId xmlns:p14="http://schemas.microsoft.com/office/powerpoint/2010/main" val="4167434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34</a:t>
            </a:fld>
            <a:endParaRPr lang="en-GB"/>
          </a:p>
        </p:txBody>
      </p:sp>
    </p:spTree>
    <p:extLst>
      <p:ext uri="{BB962C8B-B14F-4D97-AF65-F5344CB8AC3E}">
        <p14:creationId xmlns:p14="http://schemas.microsoft.com/office/powerpoint/2010/main" val="3397440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37</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4422"/>
            <a:ext cx="12192000" cy="6858000"/>
          </a:xfrm>
          <a:prstGeom prst="rect">
            <a:avLst/>
          </a:prstGeom>
        </p:spPr>
        <p:txBody>
          <a:bodyPr rtlCol="0"/>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414557" y="4493758"/>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ED61BFD1-C421-442F-ACC0-868D35B02015}"/>
              </a:ext>
            </a:extLst>
          </p:cNvPr>
          <p:cNvSpPr/>
          <p:nvPr/>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p:nvPicPr>
        <p:blipFill rotWithShape="1">
          <a:blip r:embed="rId3">
            <a:alphaModFix amt="35000"/>
          </a:blip>
          <a:srcRect r="39275" b="37247"/>
          <a:stretch/>
        </p:blipFill>
        <p:spPr>
          <a:xfrm>
            <a:off x="8414557" y="4493758"/>
            <a:ext cx="3655522" cy="2361018"/>
          </a:xfrm>
          <a:prstGeom prst="rect">
            <a:avLst/>
          </a:prstGeom>
        </p:spPr>
      </p:pic>
      <p:sp>
        <p:nvSpPr>
          <p:cNvPr id="4" name="Hexagon 3">
            <a:extLst>
              <a:ext uri="{FF2B5EF4-FFF2-40B4-BE49-F238E27FC236}">
                <a16:creationId xmlns:a16="http://schemas.microsoft.com/office/drawing/2014/main" id="{02EFDB6D-A908-36D7-35D8-AB8FD9008337}"/>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9AE87C3-49B8-1C89-4D2B-8F65D68539B9}"/>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Hexagon 6">
            <a:extLst>
              <a:ext uri="{FF2B5EF4-FFF2-40B4-BE49-F238E27FC236}">
                <a16:creationId xmlns:a16="http://schemas.microsoft.com/office/drawing/2014/main" id="{D94E2D36-2BEB-9F15-F2E3-84FEAB512991}"/>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Hexagon 7">
            <a:extLst>
              <a:ext uri="{FF2B5EF4-FFF2-40B4-BE49-F238E27FC236}">
                <a16:creationId xmlns:a16="http://schemas.microsoft.com/office/drawing/2014/main" id="{AA0B740B-2FE0-19FB-9199-41E8FB6371E1}"/>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Hexagon 8">
            <a:extLst>
              <a:ext uri="{FF2B5EF4-FFF2-40B4-BE49-F238E27FC236}">
                <a16:creationId xmlns:a16="http://schemas.microsoft.com/office/drawing/2014/main" id="{2782235E-6025-12F9-8881-306369DB7C6B}"/>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pic>
        <p:nvPicPr>
          <p:cNvPr id="11" name="Picture 10">
            <a:hlinkClick r:id="rId2"/>
            <a:extLst>
              <a:ext uri="{FF2B5EF4-FFF2-40B4-BE49-F238E27FC236}">
                <a16:creationId xmlns:a16="http://schemas.microsoft.com/office/drawing/2014/main" id="{F62EE852-B994-CAD3-56BB-7699FA84C3BB}"/>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060620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5" name="Rectangle 4" descr="Tall office building looking up">
            <a:extLst>
              <a:ext uri="{FF2B5EF4-FFF2-40B4-BE49-F238E27FC236}">
                <a16:creationId xmlns:a16="http://schemas.microsoft.com/office/drawing/2014/main" id="{083ED6C1-B896-0EE1-0EB4-70D463229E1B}"/>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Footer Placeholder 4">
            <a:extLst>
              <a:ext uri="{FF2B5EF4-FFF2-40B4-BE49-F238E27FC236}">
                <a16:creationId xmlns:a16="http://schemas.microsoft.com/office/drawing/2014/main" id="{F2C5E802-5A33-10B1-00C1-FDD2A058D40D}"/>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8" name="Picture 7">
            <a:hlinkClick r:id="rId2"/>
            <a:extLst>
              <a:ext uri="{FF2B5EF4-FFF2-40B4-BE49-F238E27FC236}">
                <a16:creationId xmlns:a16="http://schemas.microsoft.com/office/drawing/2014/main" id="{28B9E23B-EC53-A54A-D68B-4DE461EA5171}"/>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453536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p:nvPicPr>
        <p:blipFill rotWithShape="1">
          <a:blip r:embed="rId3">
            <a:alphaModFix amt="35000"/>
          </a:blip>
          <a:srcRect r="39275" b="37247"/>
          <a:stretch/>
        </p:blipFill>
        <p:spPr>
          <a:xfrm>
            <a:off x="8536478" y="4496982"/>
            <a:ext cx="3655522" cy="2361018"/>
          </a:xfrm>
          <a:prstGeom prst="rect">
            <a:avLst/>
          </a:prstGeom>
        </p:spPr>
      </p:pic>
      <p:sp>
        <p:nvSpPr>
          <p:cNvPr id="6" name="Oval 5" descr="Tall office building looking up">
            <a:extLst>
              <a:ext uri="{FF2B5EF4-FFF2-40B4-BE49-F238E27FC236}">
                <a16:creationId xmlns:a16="http://schemas.microsoft.com/office/drawing/2014/main" id="{DD4EA124-ED41-ED8F-A0D9-A44B1A06F87D}"/>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7" name="Oval 6">
            <a:extLst>
              <a:ext uri="{FF2B5EF4-FFF2-40B4-BE49-F238E27FC236}">
                <a16:creationId xmlns:a16="http://schemas.microsoft.com/office/drawing/2014/main" id="{61AD970E-C52F-C6BC-9937-32C889405FB4}"/>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Oval 7">
            <a:extLst>
              <a:ext uri="{FF2B5EF4-FFF2-40B4-BE49-F238E27FC236}">
                <a16:creationId xmlns:a16="http://schemas.microsoft.com/office/drawing/2014/main" id="{7C0B8C96-B41F-8535-3716-1E878FEDCC6F}"/>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Oval 9">
            <a:extLst>
              <a:ext uri="{FF2B5EF4-FFF2-40B4-BE49-F238E27FC236}">
                <a16:creationId xmlns:a16="http://schemas.microsoft.com/office/drawing/2014/main" id="{82257809-DB42-5B9A-ECAE-338D697DCCDD}"/>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Footer Placeholder 4">
            <a:extLst>
              <a:ext uri="{FF2B5EF4-FFF2-40B4-BE49-F238E27FC236}">
                <a16:creationId xmlns:a16="http://schemas.microsoft.com/office/drawing/2014/main" id="{22764E1D-14C7-954C-925F-75B8EDD91075}"/>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16" name="Picture 15">
            <a:hlinkClick r:id="rId2"/>
            <a:extLst>
              <a:ext uri="{FF2B5EF4-FFF2-40B4-BE49-F238E27FC236}">
                <a16:creationId xmlns:a16="http://schemas.microsoft.com/office/drawing/2014/main" id="{82AD0F96-3697-FF35-4CA4-B06D47CB234A}"/>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150159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3" name="Rectangle 2">
            <a:extLst>
              <a:ext uri="{FF2B5EF4-FFF2-40B4-BE49-F238E27FC236}">
                <a16:creationId xmlns:a16="http://schemas.microsoft.com/office/drawing/2014/main" id="{69800AAB-297F-072F-EB54-1320773DC342}"/>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Rectangle 3">
            <a:extLst>
              <a:ext uri="{FF2B5EF4-FFF2-40B4-BE49-F238E27FC236}">
                <a16:creationId xmlns:a16="http://schemas.microsoft.com/office/drawing/2014/main" id="{F4CC3AD9-AEB3-02EC-1CC1-2AC54487BB35}"/>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Rectangle 4">
            <a:extLst>
              <a:ext uri="{FF2B5EF4-FFF2-40B4-BE49-F238E27FC236}">
                <a16:creationId xmlns:a16="http://schemas.microsoft.com/office/drawing/2014/main" id="{13B94151-B597-BF9E-A282-F052320680B6}"/>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2817149876"/>
      </p:ext>
    </p:extLst>
  </p:cSld>
  <p:clrMapOvr>
    <a:masterClrMapping/>
  </p:clrMapOvr>
  <p:extLst>
    <p:ext uri="{DCECCB84-F9BA-43D5-87BE-67443E8EF086}">
      <p15:sldGuideLst xmlns:p15="http://schemas.microsoft.com/office/powerpoint/2012/main">
        <p15:guide id="4" orient="horz" pos="504">
          <p15:clr>
            <a:srgbClr val="FBAE40"/>
          </p15:clr>
        </p15:guide>
        <p15:guide id="5" pos="3840">
          <p15:clr>
            <a:srgbClr val="FBAE40"/>
          </p15:clr>
        </p15:guide>
        <p15:guide id="6" orient="horz" pos="14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4573ECC6-14C6-5675-355F-F3E33088BECC}"/>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6658D6F0-8200-47F7-8A3C-8D72A49F60CF}"/>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5FD7A81C-1120-7827-F9B5-40E3A2932699}"/>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16103920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290847545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
        <p:nvSpPr>
          <p:cNvPr id="3" name="Hexagon 2">
            <a:extLst>
              <a:ext uri="{FF2B5EF4-FFF2-40B4-BE49-F238E27FC236}">
                <a16:creationId xmlns:a16="http://schemas.microsoft.com/office/drawing/2014/main" id="{7ECF9BC1-9710-8066-D8F0-9A364F14DD6E}"/>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B101F1A2-2A5D-DAAD-08BC-B70C60C99436}"/>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5" name="Hexagon 4">
            <a:extLst>
              <a:ext uri="{FF2B5EF4-FFF2-40B4-BE49-F238E27FC236}">
                <a16:creationId xmlns:a16="http://schemas.microsoft.com/office/drawing/2014/main" id="{4147B027-BA88-EC0D-B295-6CEC0B55EDC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EC4C61D9-C668-CF96-8B2A-9C0A54BC0957}"/>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4093781517"/>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5281028A-12C2-5C9C-4B0F-A005E8B5CA0A}"/>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Hexagon 2">
            <a:extLst>
              <a:ext uri="{FF2B5EF4-FFF2-40B4-BE49-F238E27FC236}">
                <a16:creationId xmlns:a16="http://schemas.microsoft.com/office/drawing/2014/main" id="{B0A491FE-8686-1E36-8F8D-0053ADE3F85F}"/>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482B3B29-735C-82BF-92B5-1FD3E5F764DB}"/>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8784573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89364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2383927765"/>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23F41645-0093-1ABA-9570-1D8070EC9D55}"/>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3" name="Oval 2">
            <a:extLst>
              <a:ext uri="{FF2B5EF4-FFF2-40B4-BE49-F238E27FC236}">
                <a16:creationId xmlns:a16="http://schemas.microsoft.com/office/drawing/2014/main" id="{E98CF0B3-BFB7-DA61-98B1-3EA565BD04C2}"/>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4" name="Oval 3">
            <a:extLst>
              <a:ext uri="{FF2B5EF4-FFF2-40B4-BE49-F238E27FC236}">
                <a16:creationId xmlns:a16="http://schemas.microsoft.com/office/drawing/2014/main" id="{B1D4E483-67D5-E854-4960-9CDF1369CAB5}"/>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Tree>
    <p:extLst>
      <p:ext uri="{BB962C8B-B14F-4D97-AF65-F5344CB8AC3E}">
        <p14:creationId xmlns:p14="http://schemas.microsoft.com/office/powerpoint/2010/main" val="567546466"/>
      </p:ext>
    </p:extLst>
  </p:cSld>
  <p:clrMapOvr>
    <a:masterClrMapping/>
  </p:clrMapOvr>
  <p:extLst>
    <p:ext uri="{DCECCB84-F9BA-43D5-87BE-67443E8EF086}">
      <p15:sldGuideLst xmlns:p15="http://schemas.microsoft.com/office/powerpoint/2012/main">
        <p15:guide id="3" orient="horz" pos="1272">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Hexagon 1">
            <a:extLst>
              <a:ext uri="{FF2B5EF4-FFF2-40B4-BE49-F238E27FC236}">
                <a16:creationId xmlns:a16="http://schemas.microsoft.com/office/drawing/2014/main" id="{424ACC82-4D1F-BBEC-8CED-3B78CD4AAFDE}"/>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6" name="Hexagon 5">
            <a:extLst>
              <a:ext uri="{FF2B5EF4-FFF2-40B4-BE49-F238E27FC236}">
                <a16:creationId xmlns:a16="http://schemas.microsoft.com/office/drawing/2014/main" id="{1A6161CF-7ADC-7809-147B-486701FC832E}"/>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7" name="Hexagon 6">
            <a:extLst>
              <a:ext uri="{FF2B5EF4-FFF2-40B4-BE49-F238E27FC236}">
                <a16:creationId xmlns:a16="http://schemas.microsoft.com/office/drawing/2014/main" id="{F9241FBE-9EE0-D6B5-67DF-24381A2423BB}"/>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Tree>
    <p:extLst>
      <p:ext uri="{BB962C8B-B14F-4D97-AF65-F5344CB8AC3E}">
        <p14:creationId xmlns:p14="http://schemas.microsoft.com/office/powerpoint/2010/main" val="296180213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2" name="Oval 1">
            <a:extLst>
              <a:ext uri="{FF2B5EF4-FFF2-40B4-BE49-F238E27FC236}">
                <a16:creationId xmlns:a16="http://schemas.microsoft.com/office/drawing/2014/main" id="{5FF3E98C-9CC3-2BF7-BAD0-9DDDF7ACAA54}"/>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Oval 2">
            <a:extLst>
              <a:ext uri="{FF2B5EF4-FFF2-40B4-BE49-F238E27FC236}">
                <a16:creationId xmlns:a16="http://schemas.microsoft.com/office/drawing/2014/main" id="{4402D312-514B-7332-35D6-F379B3D8075D}"/>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Oval 3">
            <a:extLst>
              <a:ext uri="{FF2B5EF4-FFF2-40B4-BE49-F238E27FC236}">
                <a16:creationId xmlns:a16="http://schemas.microsoft.com/office/drawing/2014/main" id="{B54B703C-4A3A-D244-6A9D-A072DBF1B83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94664425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22205579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mn-lt"/>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830641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defRPr>
            </a:lvl1pPr>
          </a:lstStyle>
          <a:p>
            <a:pPr rtl="0"/>
            <a:r>
              <a:rPr lang="en-US" noProof="0"/>
              <a:t>Click to edit Master title style</a:t>
            </a:r>
            <a:endParaRPr lang="en-GB" noProof="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275881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6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mn-lt"/>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27075566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95252978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2374320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97564707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mj-lt"/>
              </a:defRPr>
            </a:lvl1pPr>
            <a:lvl2pPr>
              <a:buNone/>
              <a:defRPr sz="2000"/>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mn-lt"/>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7938598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mj-lt"/>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mn-lt"/>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7807851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419092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41482116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955842836"/>
      </p:ext>
    </p:extLst>
  </p:cSld>
  <p:clrMapOvr>
    <a:masterClrMapping/>
  </p:clrMapOvr>
  <p:extLst>
    <p:ext uri="{DCECCB84-F9BA-43D5-87BE-67443E8EF086}">
      <p15:sldGuideLst xmlns:p15="http://schemas.microsoft.com/office/powerpoint/2012/main">
        <p15:guide id="1" orient="horz" pos="1272">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Tree>
    <p:extLst>
      <p:ext uri="{BB962C8B-B14F-4D97-AF65-F5344CB8AC3E}">
        <p14:creationId xmlns:p14="http://schemas.microsoft.com/office/powerpoint/2010/main" val="3037034028"/>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lvl1pPr>
            <a:lvl2pPr>
              <a:buNone/>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025428969"/>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9672522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hyperlink" Target="https://moodle.bolton.ac.uk/course/view.php?id=23108" TargetMode="Externa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slideLayout" Target="../slideLayouts/slideLayout32.xml"/><Relationship Id="rId19" Type="http://schemas.openxmlformats.org/officeDocument/2006/relationships/slideLayout" Target="../slideLayouts/slideLayout33.xml"/><Relationship Id="rId20" Type="http://schemas.openxmlformats.org/officeDocument/2006/relationships/slideLayout" Target="../slideLayouts/slideLayout34.xml"/><Relationship Id="rId21" Type="http://schemas.openxmlformats.org/officeDocument/2006/relationships/slideLayout" Target="../slideLayouts/slideLayout35.xml"/><Relationship Id="rId22" Type="http://schemas.openxmlformats.org/officeDocument/2006/relationships/slideLayout" Target="../slideLayouts/slideLayout36.xml"/><Relationship Id="rId23" Type="http://schemas.openxmlformats.org/officeDocument/2006/relationships/slideLayout" Target="../slideLayouts/slideLayout37.xml"/><Relationship Id="rId24" Type="http://schemas.openxmlformats.org/officeDocument/2006/relationships/slideLayout" Target="../slideLayouts/slideLayout38.xml"/><Relationship Id="rId25" Type="http://schemas.openxmlformats.org/officeDocument/2006/relationships/slideLayout" Target="../slideLayouts/slideLayout39.xml"/><Relationship Id="rId26" Type="http://schemas.openxmlformats.org/officeDocument/2006/relationships/slideLayout" Target="../slideLayouts/slideLayout40.xml"/><Relationship Id="rId27" Type="http://schemas.openxmlformats.org/officeDocument/2006/relationships/slideLayout" Target="../slideLayouts/slideLayout41.xml"/><Relationship Id="rId28" Type="http://schemas.openxmlformats.org/officeDocument/2006/relationships/slideLayout" Target="../slideLayouts/slideLayout42.xml"/><Relationship Id="rId29" Type="http://schemas.openxmlformats.org/officeDocument/2006/relationships/theme" Target="../theme/theme2.xml"/><Relationship Id="rId30" Type="http://schemas.openxmlformats.org/officeDocument/2006/relationships/hyperlink" Target="https://moodle.bolton.ac.uk/course/view.php?id=23108" TargetMode="Externa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9A56F2-8AAA-49B3-034C-0A11337F00E3}"/>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16">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16"/>
            <a:extLst>
              <a:ext uri="{FF2B5EF4-FFF2-40B4-BE49-F238E27FC236}">
                <a16:creationId xmlns:a16="http://schemas.microsoft.com/office/drawing/2014/main" id="{8E68A7DE-B583-DD36-413D-10F7AA7F3877}"/>
              </a:ext>
            </a:extLst>
          </p:cNvPr>
          <p:cNvPicPr>
            <a:picLocks noChangeAspect="1"/>
          </p:cNvPicPr>
          <p:nvPr userDrawn="1"/>
        </p:nvPicPr>
        <p:blipFill rotWithShape="1">
          <a:blip r:embed="rId17">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704" r:id="rId14"/>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9A56F2-8AAA-49B3-034C-0A11337F00E3}"/>
              </a:ext>
            </a:extLst>
          </p:cNvPr>
          <p:cNvSpPr txBox="1"/>
          <p:nvPr/>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6" name="Picture 5">
            <a:hlinkClick r:id="rId30"/>
            <a:extLst>
              <a:ext uri="{FF2B5EF4-FFF2-40B4-BE49-F238E27FC236}">
                <a16:creationId xmlns:a16="http://schemas.microsoft.com/office/drawing/2014/main" id="{8E68A7DE-B583-DD36-413D-10F7AA7F3877}"/>
              </a:ext>
            </a:extLst>
          </p:cNvPr>
          <p:cNvPicPr>
            <a:picLocks noChangeAspect="1"/>
          </p:cNvPicPr>
          <p:nvPr/>
        </p:nvPicPr>
        <p:blipFill rotWithShape="1">
          <a:blip r:embed="rId31">
            <a:alphaModFix amt="35000"/>
          </a:blip>
          <a:srcRect r="39275" b="37247"/>
          <a:stretch/>
        </p:blipFill>
        <p:spPr>
          <a:xfrm>
            <a:off x="8077200" y="4200345"/>
            <a:ext cx="4114800" cy="2657655"/>
          </a:xfrm>
          <a:prstGeom prst="rect">
            <a:avLst/>
          </a:prstGeom>
        </p:spPr>
      </p:pic>
      <p:sp>
        <p:nvSpPr>
          <p:cNvPr id="3" name="TextBox 2">
            <a:extLst>
              <a:ext uri="{FF2B5EF4-FFF2-40B4-BE49-F238E27FC236}">
                <a16:creationId xmlns:a16="http://schemas.microsoft.com/office/drawing/2014/main" id="{3DD4755C-F02F-1E14-47EF-91EA16DAF6B6}"/>
              </a:ext>
            </a:extLst>
          </p:cNvPr>
          <p:cNvSpPr txBox="1"/>
          <p:nvPr userDrawn="1"/>
        </p:nvSpPr>
        <p:spPr>
          <a:xfrm>
            <a:off x="5382839" y="6433690"/>
            <a:ext cx="2288077" cy="276999"/>
          </a:xfrm>
          <a:prstGeom prst="rect">
            <a:avLst/>
          </a:prstGeom>
          <a:noFill/>
        </p:spPr>
        <p:txBody>
          <a:bodyPr wrap="square">
            <a:spAutoFit/>
          </a:bodyPr>
          <a:lstStyle/>
          <a:p>
            <a:r>
              <a:rPr lang="en-GB" sz="1200">
                <a:solidFill>
                  <a:schemeClr val="bg1"/>
                </a:solidFill>
                <a:latin typeface="Helvetica Neue"/>
                <a:hlinkClick r:id="rId30">
                  <a:extLst>
                    <a:ext uri="{A12FA001-AC4F-418D-AE19-62706E023703}">
                      <ahyp:hlinkClr xmlns:ahyp="http://schemas.microsoft.com/office/drawing/2018/hyperlinkcolor" val="tx"/>
                    </a:ext>
                  </a:extLst>
                </a:hlinkClick>
              </a:rPr>
              <a:t>Moodle Page</a:t>
            </a:r>
            <a:endParaRPr lang="en-GB" sz="1200">
              <a:solidFill>
                <a:schemeClr val="bg1"/>
              </a:solidFill>
              <a:latin typeface="Helvetica Neue"/>
            </a:endParaRPr>
          </a:p>
        </p:txBody>
      </p:sp>
      <p:pic>
        <p:nvPicPr>
          <p:cNvPr id="7" name="Picture 6">
            <a:hlinkClick r:id="rId30"/>
            <a:extLst>
              <a:ext uri="{FF2B5EF4-FFF2-40B4-BE49-F238E27FC236}">
                <a16:creationId xmlns:a16="http://schemas.microsoft.com/office/drawing/2014/main" id="{314EDD93-667C-6B79-9896-AB233E43041B}"/>
              </a:ext>
            </a:extLst>
          </p:cNvPr>
          <p:cNvPicPr>
            <a:picLocks noChangeAspect="1"/>
          </p:cNvPicPr>
          <p:nvPr userDrawn="1"/>
        </p:nvPicPr>
        <p:blipFill rotWithShape="1">
          <a:blip r:embed="rId31">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259734055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s://www.vecteezy.com/vector-art/11431565-aim-achievement-business-motivation-finance-target-solution-searching-goals-and-objectives-business-grow-business-plan-goal-setting-conce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hyperlink" Target="https://ar.inspiredpencil.com/pictures-2023/research-methodology-in-education"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hyperlink" Target="https://leverageedu.com/blog/quantitative-aptitude/" TargetMode="Externa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hyperlink" Target="https://enterrasolutions.com/ontology-power-understanding/" TargetMode="External"/><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leverageedu.com/blog/quantitative-aptitude/" TargetMode="External"/><Relationship Id="rId5" Type="http://schemas.openxmlformats.org/officeDocument/2006/relationships/image" Target="../media/image11.jpeg"/><Relationship Id="rId6" Type="http://schemas.openxmlformats.org/officeDocument/2006/relationships/image" Target="../media/image9.png"/><Relationship Id="rId7" Type="http://schemas.openxmlformats.org/officeDocument/2006/relationships/hyperlink" Target="https://enterrasolutions.com/ontology-power-understand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hyperlink" Target="https://www.youtube.com/watch?v=Ik1cXTqcLlw" TargetMode="External"/><Relationship Id="rId5" Type="http://schemas.openxmlformats.org/officeDocument/2006/relationships/image" Target="../media/image9.png"/><Relationship Id="rId6" Type="http://schemas.openxmlformats.org/officeDocument/2006/relationships/hyperlink" Target="https://enterrasolutions.com/ontology-power-understand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enterrasolutions.com/ontology-power-understanding/" TargetMode="Externa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hyperlink" Target="https://enterrasolutions.com/ontology-power-understanding/" TargetMode="Externa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 Id="rId3" Type="http://schemas.openxmlformats.org/officeDocument/2006/relationships/hyperlink" Target="https://enterrasolutions.com/ontology-power-understand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35.svg"/><Relationship Id="rId4" Type="http://schemas.openxmlformats.org/officeDocument/2006/relationships/image" Target="../media/image36.svg"/><Relationship Id="rId5" Type="http://schemas.openxmlformats.org/officeDocument/2006/relationships/image" Target="../media/image37.svg"/><Relationship Id="rId6" Type="http://schemas.openxmlformats.org/officeDocument/2006/relationships/image" Target="../media/image38.svg"/><Relationship Id="rId7" Type="http://schemas.openxmlformats.org/officeDocument/2006/relationships/image" Target="../media/image39.svg"/><Relationship Id="rId8" Type="http://schemas.openxmlformats.org/officeDocument/2006/relationships/image" Target="../media/image40.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jpg"/><Relationship Id="rId3" Type="http://schemas.openxmlformats.org/officeDocument/2006/relationships/hyperlink" Target="https://wallpaperaccess.com/funny-science" TargetMode="Externa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jpg"/><Relationship Id="rId4" Type="http://schemas.openxmlformats.org/officeDocument/2006/relationships/hyperlink" Target="http://culturefit.com/developing-2016-trends-computer-sciences-bradley-universit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Light"/>
              <a:ea typeface="+mn-ea"/>
              <a:cs typeface="+mn-cs"/>
            </a:endParaRPr>
          </a:p>
        </p:txBody>
      </p:sp>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4294967295"/>
          </p:nvPr>
        </p:nvPicPr>
        <p:blipFill>
          <a:blip r:embed="rId3">
            <a:alphaModFix amt="80000"/>
          </a:blip>
          <a:srcRect t="7802" b="7802"/>
          <a:stretch/>
        </p:blipFill>
        <p:spPr>
          <a:xfrm>
            <a:off x="0" y="0"/>
            <a:ext cx="12192000" cy="6858000"/>
          </a:xfrm>
          <a:prstGeom prst="rect">
            <a:avLst/>
          </a:prstGeo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8969164" y="5646852"/>
            <a:ext cx="3222836" cy="1168530"/>
          </a:xfrm>
        </p:spPr>
        <p:txBody>
          <a:bodyPr rtlCol="0"/>
          <a:lstStyle/>
          <a:p>
            <a:pPr rtl="0"/>
            <a:r>
              <a:rPr lang="en-GB" dirty="0"/>
              <a:t>Week 1 – Session 2</a:t>
            </a:r>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2133592" y="2480689"/>
            <a:ext cx="8584027" cy="1695637"/>
          </a:xfrm>
        </p:spPr>
        <p:txBody>
          <a:bodyPr rtlCol="0"/>
          <a:lstStyle/>
          <a:p>
            <a:pPr algn="ctr"/>
            <a:r>
              <a:rPr lang="en-GB" dirty="0"/>
              <a:t>COM7401 Research Methods</a:t>
            </a:r>
            <a:br>
              <a:rPr lang="en-GB" dirty="0"/>
            </a:br>
            <a:br>
              <a:rPr lang="en-GB" dirty="0"/>
            </a:br>
            <a:r>
              <a:rPr lang="en-GB" sz="4800" dirty="0"/>
              <a:t>Research Philosophy and Paradigms</a:t>
            </a:r>
            <a:endParaRPr lang="en-GB" dirty="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18439" t="3605" r="12155" b="-3605"/>
          <a:stretch/>
        </p:blipFill>
        <p:spPr>
          <a:xfrm>
            <a:off x="5733416" y="624239"/>
            <a:ext cx="5855754" cy="5631571"/>
          </a:xfrm>
          <a:noFill/>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400" y="2044700"/>
            <a:ext cx="4737510" cy="3560763"/>
          </a:xfrm>
        </p:spPr>
        <p:txBody>
          <a:bodyPr rtlCol="0">
            <a:normAutofit/>
          </a:bodyPr>
          <a:lstStyle/>
          <a:p>
            <a:pPr rtl="0">
              <a:lnSpc>
                <a:spcPct val="140000"/>
              </a:lnSpc>
            </a:pPr>
            <a:r>
              <a:rPr lang="en-GB" sz="2000" dirty="0"/>
              <a:t>Define ontology and contrast realist and constructivist views</a:t>
            </a:r>
          </a:p>
          <a:p>
            <a:pPr rtl="0">
              <a:lnSpc>
                <a:spcPct val="140000"/>
              </a:lnSpc>
            </a:pPr>
            <a:r>
              <a:rPr lang="en-US" sz="2000" dirty="0"/>
              <a:t>Apply ontological positions to CS, DA and CY research problems</a:t>
            </a:r>
          </a:p>
          <a:p>
            <a:pPr rtl="0">
              <a:lnSpc>
                <a:spcPct val="140000"/>
              </a:lnSpc>
            </a:pPr>
            <a:r>
              <a:rPr lang="en-US" sz="2000" dirty="0"/>
              <a:t>Argue a position in a debate and test it against a rival</a:t>
            </a:r>
          </a:p>
          <a:p>
            <a:pPr rtl="0">
              <a:lnSpc>
                <a:spcPct val="140000"/>
              </a:lnSpc>
            </a:pPr>
            <a:r>
              <a:rPr lang="en-US" sz="2000" dirty="0"/>
              <a:t>State your own provisional ontological position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400" y="805213"/>
            <a:ext cx="4275138" cy="830997"/>
          </a:xfrm>
        </p:spPr>
        <p:txBody>
          <a:bodyPr rtlCol="0">
            <a:normAutofit/>
          </a:bodyPr>
          <a:lstStyle/>
          <a:p>
            <a:pPr rtl="0"/>
            <a:r>
              <a:rPr lang="en-GB" sz="2600"/>
              <a:t>By the end of the session, you should be able to…</a:t>
            </a:r>
          </a:p>
        </p:txBody>
      </p:sp>
    </p:spTree>
    <p:extLst>
      <p:ext uri="{BB962C8B-B14F-4D97-AF65-F5344CB8AC3E}">
        <p14:creationId xmlns:p14="http://schemas.microsoft.com/office/powerpoint/2010/main" val="96568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660399" y="805213"/>
            <a:ext cx="6804429" cy="830997"/>
          </a:xfrm>
        </p:spPr>
        <p:txBody>
          <a:bodyPr rtlCol="0"/>
          <a:lstStyle/>
          <a:p>
            <a:pPr rtl="0"/>
            <a:r>
              <a:rPr lang="en-GB"/>
              <a:t>What’s it all about</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372140" y="2317899"/>
            <a:ext cx="6024722" cy="3081874"/>
          </a:xfrm>
        </p:spPr>
        <p:txBody>
          <a:bodyPr rtlCol="0"/>
          <a:lstStyle/>
          <a:p>
            <a:pPr marL="0" indent="0" rtl="0">
              <a:buNone/>
            </a:pPr>
            <a:r>
              <a:rPr lang="en-US" sz="2400" b="1" dirty="0"/>
              <a:t>Through debate, analysis and discussion you will examine ontology – what we assume exists – and apply competing positions to CS, DA and CY research problems. You will then reflect on your own philosophical position and why it must align with your research questions and methods.</a:t>
            </a:r>
            <a:endParaRPr lang="en-GB" sz="2400" b="1" dirty="0"/>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34971" t="-155" r="23797" b="11147"/>
          <a:stretch/>
        </p:blipFill>
        <p:spPr>
          <a:xfrm>
            <a:off x="7090227" y="786181"/>
            <a:ext cx="4441372" cy="5393036"/>
          </a:xfrm>
        </p:spPr>
      </p:pic>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Which cheat sheet did you find hardest?</a:t>
            </a:r>
          </a:p>
          <a:p>
            <a:r>
              <a:rPr sz="2400" b="0"/>
              <a:t>Ontology</a:t>
            </a:r>
          </a:p>
          <a:p>
            <a:r>
              <a:rPr sz="2400" b="0"/>
              <a:t>Epistemology</a:t>
            </a:r>
          </a:p>
          <a:p>
            <a:r>
              <a:rPr sz="2400" b="0"/>
              <a:t>Axiology</a:t>
            </a:r>
          </a:p>
          <a:p>
            <a:r>
              <a:rPr sz="2400" b="0"/>
              <a:t>Doxology</a:t>
            </a:r>
          </a:p>
          <a:p>
            <a:r>
              <a:rPr sz="2400" b="0"/>
              <a:t>Epistemology, axiology and doxology are pre-reading – today’s questions are your chance to clear up anything unclear.</a:t>
            </a:r>
          </a:p>
        </p:txBody>
      </p:sp>
      <p:sp>
        <p:nvSpPr>
          <p:cNvPr id="3" name="Title 2"/>
          <p:cNvSpPr>
            <a:spLocks noGrp="1"/>
          </p:cNvSpPr>
          <p:nvPr>
            <p:ph type="title"/>
          </p:nvPr>
        </p:nvSpPr>
        <p:spPr/>
        <p:txBody>
          <a:bodyPr/>
          <a:lstStyle/>
          <a:p>
            <a:r>
              <a:t>Check-in: your pre-reading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Placeholder 9" descr="Escalators">
            <a:extLst>
              <a:ext uri="{FF2B5EF4-FFF2-40B4-BE49-F238E27FC236}">
                <a16:creationId xmlns:a16="http://schemas.microsoft.com/office/drawing/2014/main" id="{067ABCFB-135D-465A-8D06-3042F9E75BB6}"/>
              </a:ext>
            </a:extLst>
          </p:cNvPr>
          <p:cNvPicPr>
            <a:picLocks noGrp="1" noChangeAspect="1"/>
          </p:cNvPicPr>
          <p:nvPr>
            <p:ph type="pic" sz="quarter" idx="10"/>
          </p:nvPr>
        </p:nvPicPr>
        <p:blipFill rotWithShape="1">
          <a:blip r:embed="rId3">
            <a:alphaModFix amt="60000"/>
          </a:blip>
          <a:srcRect t="6729" r="33992" b="40721"/>
          <a:stretch/>
        </p:blipFill>
        <p:spPr>
          <a:xfrm>
            <a:off x="15605" y="0"/>
            <a:ext cx="12192001" cy="6858000"/>
          </a:xfrm>
        </p:spPr>
      </p:pic>
      <p:sp>
        <p:nvSpPr>
          <p:cNvPr id="3" name="Rectangle 2">
            <a:extLst>
              <a:ext uri="{FF2B5EF4-FFF2-40B4-BE49-F238E27FC236}">
                <a16:creationId xmlns:a16="http://schemas.microsoft.com/office/drawing/2014/main" id="{47310966-9752-4035-9DD5-FFBC93FC094D}"/>
              </a:ext>
              <a:ext uri="{C183D7F6-B498-43B3-948B-1728B52AA6E4}">
                <adec:decorative xmlns:adec="http://schemas.microsoft.com/office/drawing/2017/decorative" val="1"/>
              </a:ext>
            </a:extLst>
          </p:cNvPr>
          <p:cNvSpPr/>
          <p:nvPr/>
        </p:nvSpPr>
        <p:spPr>
          <a:xfrm>
            <a:off x="3451167" y="1002041"/>
            <a:ext cx="5289665" cy="4853917"/>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1" name="Title 10">
            <a:extLst>
              <a:ext uri="{FF2B5EF4-FFF2-40B4-BE49-F238E27FC236}">
                <a16:creationId xmlns:a16="http://schemas.microsoft.com/office/drawing/2014/main" id="{3D9E7E43-0082-4819-947F-94AD5664FC83}"/>
              </a:ext>
            </a:extLst>
          </p:cNvPr>
          <p:cNvSpPr>
            <a:spLocks noGrp="1"/>
          </p:cNvSpPr>
          <p:nvPr>
            <p:ph type="title"/>
          </p:nvPr>
        </p:nvSpPr>
        <p:spPr>
          <a:xfrm>
            <a:off x="3857105" y="1529685"/>
            <a:ext cx="4563688" cy="1695637"/>
          </a:xfrm>
        </p:spPr>
        <p:txBody>
          <a:bodyPr rtlCol="0"/>
          <a:lstStyle/>
          <a:p>
            <a:pPr rtl="0" eaLnBrk="1" latinLnBrk="0" hangingPunct="1"/>
            <a:r>
              <a:rPr lang="en-GB" sz="4800" kern="1200">
                <a:effectLst/>
                <a:latin typeface="Calibri Light" panose="020F0302020204030204" pitchFamily="34" charset="0"/>
                <a:ea typeface="+mn-ea"/>
                <a:cs typeface="+mn-cs"/>
              </a:rPr>
              <a:t>All the resources will be posted to the Moodle page </a:t>
            </a:r>
            <a:endParaRPr lang="en-GB"/>
          </a:p>
        </p:txBody>
      </p:sp>
      <p:sp>
        <p:nvSpPr>
          <p:cNvPr id="6" name="Rectangle 5">
            <a:extLst>
              <a:ext uri="{FF2B5EF4-FFF2-40B4-BE49-F238E27FC236}">
                <a16:creationId xmlns:a16="http://schemas.microsoft.com/office/drawing/2014/main" id="{BFF64F07-1F8D-4F69-87E4-03E837E975EE}"/>
              </a:ext>
              <a:ext uri="{C183D7F6-B498-43B3-948B-1728B52AA6E4}">
                <adec:decorative xmlns:adec="http://schemas.microsoft.com/office/drawing/2017/decorative" val="1"/>
              </a:ext>
            </a:extLst>
          </p:cNvPr>
          <p:cNvSpPr/>
          <p:nvPr/>
        </p:nvSpPr>
        <p:spPr>
          <a:xfrm>
            <a:off x="2665371" y="1181122"/>
            <a:ext cx="459924" cy="4599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8" name="Rectangle 7">
            <a:extLst>
              <a:ext uri="{FF2B5EF4-FFF2-40B4-BE49-F238E27FC236}">
                <a16:creationId xmlns:a16="http://schemas.microsoft.com/office/drawing/2014/main" id="{FD0393EC-C7F4-46AA-8768-FF7CD4DE0552}"/>
              </a:ext>
              <a:ext uri="{C183D7F6-B498-43B3-948B-1728B52AA6E4}">
                <adec:decorative xmlns:adec="http://schemas.microsoft.com/office/drawing/2017/decorative" val="1"/>
              </a:ext>
            </a:extLst>
          </p:cNvPr>
          <p:cNvSpPr/>
          <p:nvPr/>
        </p:nvSpPr>
        <p:spPr>
          <a:xfrm>
            <a:off x="8897680" y="6035039"/>
            <a:ext cx="284372" cy="2843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5" name="Text Placeholder 4">
            <a:extLst>
              <a:ext uri="{FF2B5EF4-FFF2-40B4-BE49-F238E27FC236}">
                <a16:creationId xmlns:a16="http://schemas.microsoft.com/office/drawing/2014/main" id="{6B6DDC29-DFE2-4F0C-9C81-DDBC9CD8D269}"/>
              </a:ext>
            </a:extLst>
          </p:cNvPr>
          <p:cNvSpPr>
            <a:spLocks noGrp="1"/>
          </p:cNvSpPr>
          <p:nvPr>
            <p:ph type="body" sz="quarter" idx="11"/>
          </p:nvPr>
        </p:nvSpPr>
        <p:spPr>
          <a:xfrm>
            <a:off x="4059924" y="3804833"/>
            <a:ext cx="3953544" cy="490538"/>
          </a:xfrm>
        </p:spPr>
        <p:txBody>
          <a:bodyPr rtlCol="0">
            <a:noAutofit/>
          </a:bodyPr>
          <a:lstStyle/>
          <a:p>
            <a:pPr algn="ctr" rtl="0"/>
            <a:endParaRPr lang="en-GB" dirty="0">
              <a:solidFill>
                <a:schemeClr val="bg1"/>
              </a:solidFill>
              <a:latin typeface="+mn-lt"/>
            </a:endParaRPr>
          </a:p>
          <a:p>
            <a:pPr algn="ctr" rtl="0"/>
            <a:r>
              <a:rPr lang="en-GB" dirty="0">
                <a:solidFill>
                  <a:schemeClr val="bg1"/>
                </a:solidFill>
                <a:latin typeface="+mn-lt"/>
              </a:rPr>
              <a:t>Familiarise yourself with the Moodle page and its contents</a:t>
            </a:r>
          </a:p>
        </p:txBody>
      </p:sp>
    </p:spTree>
    <p:extLst>
      <p:ext uri="{BB962C8B-B14F-4D97-AF65-F5344CB8AC3E}">
        <p14:creationId xmlns:p14="http://schemas.microsoft.com/office/powerpoint/2010/main" val="111025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293E3F66-7DF6-3B79-CE24-D7E26FA4340D}"/>
              </a:ext>
            </a:extLst>
          </p:cNvPr>
          <p:cNvPicPr>
            <a:picLocks noGrp="1" noChangeAspect="1"/>
          </p:cNvPicPr>
          <p:nvPr>
            <p:ph type="pic" sz="quarter" idx="17"/>
          </p:nvPr>
        </p:nvPicPr>
        <p:blipFill rotWithShape="1">
          <a:blip r:embed="rId2">
            <a:extLst>
              <a:ext uri="{837473B0-CC2E-450A-ABE3-18F120FF3D39}">
                <a1611:picAttrSrcUrl xmlns:a1611="http://schemas.microsoft.com/office/drawing/2016/11/main" r:id="rId3"/>
              </a:ext>
            </a:extLst>
          </a:blip>
          <a:srcRect l="5481" t="24074" r="33609" b="24074"/>
          <a:stretch/>
        </p:blipFill>
        <p:spPr>
          <a:xfrm>
            <a:off x="9261647" y="0"/>
            <a:ext cx="2930353" cy="1559882"/>
          </a:xfrm>
        </p:spPr>
      </p:pic>
      <p:sp>
        <p:nvSpPr>
          <p:cNvPr id="3" name="Title 2">
            <a:extLst>
              <a:ext uri="{FF2B5EF4-FFF2-40B4-BE49-F238E27FC236}">
                <a16:creationId xmlns:a16="http://schemas.microsoft.com/office/drawing/2014/main" id="{F1F46121-C1FD-98B0-57F4-048407B8988F}"/>
              </a:ext>
            </a:extLst>
          </p:cNvPr>
          <p:cNvSpPr>
            <a:spLocks noGrp="1"/>
          </p:cNvSpPr>
          <p:nvPr>
            <p:ph type="title"/>
          </p:nvPr>
        </p:nvSpPr>
        <p:spPr>
          <a:xfrm>
            <a:off x="396703" y="151791"/>
            <a:ext cx="8601247" cy="830997"/>
          </a:xfrm>
        </p:spPr>
        <p:txBody>
          <a:bodyPr/>
          <a:lstStyle/>
          <a:p>
            <a:r>
              <a:rPr lang="en-GB" dirty="0"/>
              <a:t>Things you may come across  this week</a:t>
            </a:r>
          </a:p>
        </p:txBody>
      </p:sp>
      <p:sp>
        <p:nvSpPr>
          <p:cNvPr id="8" name="TextBox 7">
            <a:extLst>
              <a:ext uri="{FF2B5EF4-FFF2-40B4-BE49-F238E27FC236}">
                <a16:creationId xmlns:a16="http://schemas.microsoft.com/office/drawing/2014/main" id="{AB1D52D1-4662-D8DA-925E-64564F838C7D}"/>
              </a:ext>
            </a:extLst>
          </p:cNvPr>
          <p:cNvSpPr txBox="1"/>
          <p:nvPr/>
        </p:nvSpPr>
        <p:spPr>
          <a:xfrm>
            <a:off x="3165647" y="4675177"/>
            <a:ext cx="6096000" cy="1754326"/>
          </a:xfrm>
          <a:prstGeom prst="rect">
            <a:avLst/>
          </a:prstGeom>
          <a:noFill/>
        </p:spPr>
        <p:txBody>
          <a:bodyPr wrap="square">
            <a:spAutoFit/>
          </a:bodyPr>
          <a:lstStyle/>
          <a:p>
            <a:r>
              <a:rPr lang="en-US" b="0" i="0" dirty="0">
                <a:solidFill>
                  <a:srgbClr val="3A3A3A"/>
                </a:solidFill>
                <a:effectLst/>
                <a:latin typeface="Open Sans" panose="020B0606030504020204" pitchFamily="34" charset="0"/>
              </a:rPr>
              <a:t>Philosophical perspectives are important because, when made explicit, they reveal the assumptions that you are making about your research. </a:t>
            </a:r>
          </a:p>
          <a:p>
            <a:r>
              <a:rPr lang="en-US" dirty="0">
                <a:solidFill>
                  <a:srgbClr val="3A3A3A"/>
                </a:solidFill>
                <a:latin typeface="Open Sans" panose="020B0606030504020204" pitchFamily="34" charset="0"/>
              </a:rPr>
              <a:t>They lead </a:t>
            </a:r>
            <a:r>
              <a:rPr lang="en-US" b="0" i="0" dirty="0">
                <a:solidFill>
                  <a:srgbClr val="3A3A3A"/>
                </a:solidFill>
                <a:effectLst/>
                <a:latin typeface="Open Sans" panose="020B0606030504020204" pitchFamily="34" charset="0"/>
              </a:rPr>
              <a:t>to choices that are applied to the purpose, design, methodology and methods of the research, as well as to data analysis and interpretation</a:t>
            </a:r>
            <a:endParaRPr lang="en-GB" dirty="0"/>
          </a:p>
        </p:txBody>
      </p:sp>
      <p:pic>
        <p:nvPicPr>
          <p:cNvPr id="4098" name="Picture 2" descr="Can someone explain the ontology and epistemology in simple way? |  ResearchGate">
            <a:extLst>
              <a:ext uri="{FF2B5EF4-FFF2-40B4-BE49-F238E27FC236}">
                <a16:creationId xmlns:a16="http://schemas.microsoft.com/office/drawing/2014/main" id="{12204E8A-136E-CEF8-D0D2-FFFB3DC64D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835" y="1979292"/>
            <a:ext cx="1018423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133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Video 20" descr="Person In A Lab">
            <a:extLst>
              <a:ext uri="{FF2B5EF4-FFF2-40B4-BE49-F238E27FC236}">
                <a16:creationId xmlns:a16="http://schemas.microsoft.com/office/drawing/2014/main" id="{0E74A551-1D2C-340C-6C5E-1CD7D16A07F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3"/>
          <a:stretch/>
        </p:blipFill>
        <p:spPr>
          <a:xfrm>
            <a:off x="-5606" y="9739"/>
            <a:ext cx="12192000" cy="6838522"/>
          </a:xfrm>
          <a:prstGeom prst="rect">
            <a:avLst/>
          </a:prstGeom>
          <a:noFill/>
        </p:spPr>
      </p:pic>
      <p:sp>
        <p:nvSpPr>
          <p:cNvPr id="30" name="Text Placeholder 2">
            <a:extLst>
              <a:ext uri="{FF2B5EF4-FFF2-40B4-BE49-F238E27FC236}">
                <a16:creationId xmlns:a16="http://schemas.microsoft.com/office/drawing/2014/main" id="{AF5DF17C-0C74-EAD1-4FED-A46E51FBAD30}"/>
              </a:ext>
            </a:extLst>
          </p:cNvPr>
          <p:cNvSpPr>
            <a:spLocks noGrp="1"/>
          </p:cNvSpPr>
          <p:nvPr>
            <p:ph type="body" sz="quarter" idx="11"/>
          </p:nvPr>
        </p:nvSpPr>
        <p:spPr>
          <a:xfrm>
            <a:off x="4127927" y="4609453"/>
            <a:ext cx="3924934" cy="490538"/>
          </a:xfrm>
        </p:spPr>
        <p:txBody>
          <a:bodyPr/>
          <a:lstStyle/>
          <a:p>
            <a:endParaRPr lang="en-US"/>
          </a:p>
        </p:txBody>
      </p:sp>
      <p:sp>
        <p:nvSpPr>
          <p:cNvPr id="4" name="Title 3">
            <a:extLst>
              <a:ext uri="{FF2B5EF4-FFF2-40B4-BE49-F238E27FC236}">
                <a16:creationId xmlns:a16="http://schemas.microsoft.com/office/drawing/2014/main" id="{DB7B854B-6690-596D-A3C4-F7AD199FC62B}"/>
              </a:ext>
            </a:extLst>
          </p:cNvPr>
          <p:cNvSpPr>
            <a:spLocks noGrp="1"/>
          </p:cNvSpPr>
          <p:nvPr>
            <p:ph type="title"/>
          </p:nvPr>
        </p:nvSpPr>
        <p:spPr>
          <a:xfrm>
            <a:off x="4045678" y="1988047"/>
            <a:ext cx="4007183" cy="2374194"/>
          </a:xfrm>
        </p:spPr>
        <p:txBody>
          <a:bodyPr>
            <a:normAutofit/>
          </a:bodyPr>
          <a:lstStyle/>
          <a:p>
            <a:r>
              <a:rPr lang="en-GB" dirty="0">
                <a:effectLst>
                  <a:outerShdw blurRad="38100" dist="38100" dir="2700000" algn="tl">
                    <a:srgbClr val="000000">
                      <a:alpha val="43137"/>
                    </a:srgbClr>
                  </a:outerShdw>
                </a:effectLst>
              </a:rPr>
              <a:t>Ontology</a:t>
            </a:r>
          </a:p>
        </p:txBody>
      </p:sp>
    </p:spTree>
    <p:extLst>
      <p:ext uri="{BB962C8B-B14F-4D97-AF65-F5344CB8AC3E}">
        <p14:creationId xmlns:p14="http://schemas.microsoft.com/office/powerpoint/2010/main" val="103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97"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1"/>
                                        </p:tgtEl>
                                      </p:cBhvr>
                                    </p:cmd>
                                  </p:childTnLst>
                                </p:cTn>
                              </p:par>
                            </p:childTnLst>
                          </p:cTn>
                        </p:par>
                      </p:childTnLst>
                    </p:cTn>
                  </p:par>
                </p:childTnLst>
              </p:cTn>
              <p:nextCondLst>
                <p:cond evt="onClick" delay="0">
                  <p:tgtEl>
                    <p:spTgt spid="21"/>
                  </p:tgtEl>
                </p:cond>
              </p:nextCondLst>
            </p:seq>
            <p:video>
              <p:cMediaNode mute="1">
                <p:cTn id="12" repeatCount="indefinite" fill="hold" display="0">
                  <p:stCondLst>
                    <p:cond delay="indefinite"/>
                  </p:stCondLst>
                </p:cTn>
                <p:tgtEl>
                  <p:spTgt spid="21"/>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9">
            <a:extLst>
              <a:ext uri="{FF2B5EF4-FFF2-40B4-BE49-F238E27FC236}">
                <a16:creationId xmlns:a16="http://schemas.microsoft.com/office/drawing/2014/main" id="{C4D294E5-7441-71ED-A89B-21F8D28FB06D}"/>
              </a:ext>
            </a:extLst>
          </p:cNvPr>
          <p:cNvPicPr>
            <a:picLocks noChangeAspect="1"/>
          </p:cNvPicPr>
          <p:nvPr/>
        </p:nvPicPr>
        <p:blipFill>
          <a:blip r:embed="rId3">
            <a:extLst>
              <a:ext uri="{837473B0-CC2E-450A-ABE3-18F120FF3D39}">
                <a1611:picAttrSrcUrl xmlns:a1611="http://schemas.microsoft.com/office/drawing/2016/11/main" r:id="rId4"/>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4" name="Content Placeholder 3">
            <a:extLst>
              <a:ext uri="{FF2B5EF4-FFF2-40B4-BE49-F238E27FC236}">
                <a16:creationId xmlns:a16="http://schemas.microsoft.com/office/drawing/2014/main" id="{1F5DB599-C4E4-4A60-6BFA-C086385D0AA6}"/>
              </a:ext>
            </a:extLst>
          </p:cNvPr>
          <p:cNvPicPr>
            <a:picLocks noGrp="1" noChangeAspect="1"/>
          </p:cNvPicPr>
          <p:nvPr>
            <p:ph type="pic" sz="quarter" idx="10"/>
          </p:nvPr>
        </p:nvPicPr>
        <p:blipFill rotWithShape="1">
          <a:blip r:embed="rId5"/>
          <a:srcRect l="-714" t="-6439" r="-1" b="-3602"/>
          <a:stretch/>
        </p:blipFill>
        <p:spPr>
          <a:xfrm rot="20691764">
            <a:off x="3962200" y="2337279"/>
            <a:ext cx="8339305" cy="2435708"/>
          </a:xfrm>
          <a:prstGeom prst="rect">
            <a:avLst/>
          </a:prstGeom>
          <a:noFill/>
        </p:spPr>
      </p:pic>
      <p:sp>
        <p:nvSpPr>
          <p:cNvPr id="8" name="TextBox 7">
            <a:extLst>
              <a:ext uri="{FF2B5EF4-FFF2-40B4-BE49-F238E27FC236}">
                <a16:creationId xmlns:a16="http://schemas.microsoft.com/office/drawing/2014/main" id="{2796C0A4-09E6-A3D0-28A8-1A0DFA4C9B0B}"/>
              </a:ext>
            </a:extLst>
          </p:cNvPr>
          <p:cNvSpPr txBox="1"/>
          <p:nvPr/>
        </p:nvSpPr>
        <p:spPr>
          <a:xfrm>
            <a:off x="305690" y="308344"/>
            <a:ext cx="184731" cy="1015663"/>
          </a:xfrm>
          <a:prstGeom prst="rect">
            <a:avLst/>
          </a:prstGeom>
          <a:noFill/>
        </p:spPr>
        <p:txBody>
          <a:bodyPr wrap="none" rtlCol="0">
            <a:spAutoFit/>
          </a:bodyPr>
          <a:lstStyle/>
          <a:p>
            <a:endParaRPr lang="en-GB" sz="6000" b="1" dirty="0"/>
          </a:p>
        </p:txBody>
      </p:sp>
      <p:sp>
        <p:nvSpPr>
          <p:cNvPr id="9" name="TextBox 8">
            <a:extLst>
              <a:ext uri="{FF2B5EF4-FFF2-40B4-BE49-F238E27FC236}">
                <a16:creationId xmlns:a16="http://schemas.microsoft.com/office/drawing/2014/main" id="{053A7359-7CF0-C722-DEFB-8A2348DA41CA}"/>
              </a:ext>
            </a:extLst>
          </p:cNvPr>
          <p:cNvSpPr txBox="1"/>
          <p:nvPr/>
        </p:nvSpPr>
        <p:spPr>
          <a:xfrm>
            <a:off x="2521268" y="1015712"/>
            <a:ext cx="6819559" cy="984885"/>
          </a:xfrm>
          <a:prstGeom prst="rect">
            <a:avLst/>
          </a:prstGeom>
          <a:noFill/>
        </p:spPr>
        <p:txBody>
          <a:bodyPr wrap="none" rtlCol="0">
            <a:spAutoFit/>
          </a:bodyPr>
          <a:lstStyle/>
          <a:p>
            <a:r>
              <a:rPr lang="en-GB" sz="4000" b="1" dirty="0"/>
              <a:t>What entities exist in the world? </a:t>
            </a:r>
          </a:p>
          <a:p>
            <a:r>
              <a:rPr lang="en-GB" dirty="0"/>
              <a:t>Going to give you 30 seconds</a:t>
            </a:r>
          </a:p>
        </p:txBody>
      </p:sp>
      <p:sp>
        <p:nvSpPr>
          <p:cNvPr id="11" name="Title 10">
            <a:extLst>
              <a:ext uri="{FF2B5EF4-FFF2-40B4-BE49-F238E27FC236}">
                <a16:creationId xmlns:a16="http://schemas.microsoft.com/office/drawing/2014/main" id="{E13521C5-CA0E-497C-5031-7A5814E2008F}"/>
              </a:ext>
            </a:extLst>
          </p:cNvPr>
          <p:cNvSpPr>
            <a:spLocks noGrp="1"/>
          </p:cNvSpPr>
          <p:nvPr>
            <p:ph type="title"/>
          </p:nvPr>
        </p:nvSpPr>
        <p:spPr>
          <a:xfrm>
            <a:off x="49788" y="123678"/>
            <a:ext cx="5836094" cy="830997"/>
          </a:xfrm>
        </p:spPr>
        <p:txBody>
          <a:bodyPr/>
          <a:lstStyle/>
          <a:p>
            <a:r>
              <a:rPr lang="en-GB" dirty="0"/>
              <a:t>Ontology</a:t>
            </a:r>
          </a:p>
        </p:txBody>
      </p:sp>
      <p:sp>
        <p:nvSpPr>
          <p:cNvPr id="12" name="TextBox 11">
            <a:extLst>
              <a:ext uri="{FF2B5EF4-FFF2-40B4-BE49-F238E27FC236}">
                <a16:creationId xmlns:a16="http://schemas.microsoft.com/office/drawing/2014/main" id="{4BC91676-A043-89D4-B6E2-2A371365ADAE}"/>
              </a:ext>
            </a:extLst>
          </p:cNvPr>
          <p:cNvSpPr txBox="1"/>
          <p:nvPr/>
        </p:nvSpPr>
        <p:spPr>
          <a:xfrm>
            <a:off x="272233" y="2027641"/>
            <a:ext cx="4145622" cy="1600438"/>
          </a:xfrm>
          <a:prstGeom prst="rect">
            <a:avLst/>
          </a:prstGeom>
          <a:noFill/>
        </p:spPr>
        <p:txBody>
          <a:bodyPr wrap="none" rtlCol="0">
            <a:spAutoFit/>
          </a:bodyPr>
          <a:lstStyle/>
          <a:p>
            <a:r>
              <a:rPr lang="en-GB" sz="4000" b="1" dirty="0"/>
              <a:t>How do they relate </a:t>
            </a:r>
            <a:br>
              <a:rPr lang="en-GB" sz="4000" b="1" dirty="0"/>
            </a:br>
            <a:r>
              <a:rPr lang="en-GB" sz="4000" b="1" dirty="0"/>
              <a:t>to one another? </a:t>
            </a:r>
          </a:p>
          <a:p>
            <a:r>
              <a:rPr lang="en-GB" dirty="0"/>
              <a:t>Going to give you 30 seconds</a:t>
            </a:r>
          </a:p>
        </p:txBody>
      </p:sp>
      <p:sp>
        <p:nvSpPr>
          <p:cNvPr id="14" name="TextBox 13">
            <a:extLst>
              <a:ext uri="{FF2B5EF4-FFF2-40B4-BE49-F238E27FC236}">
                <a16:creationId xmlns:a16="http://schemas.microsoft.com/office/drawing/2014/main" id="{AA0ADF24-EB3F-189E-7788-ACF7CD1AF097}"/>
              </a:ext>
            </a:extLst>
          </p:cNvPr>
          <p:cNvSpPr txBox="1"/>
          <p:nvPr/>
        </p:nvSpPr>
        <p:spPr>
          <a:xfrm>
            <a:off x="272233" y="3752717"/>
            <a:ext cx="3874424" cy="1938992"/>
          </a:xfrm>
          <a:prstGeom prst="rect">
            <a:avLst/>
          </a:prstGeom>
          <a:noFill/>
        </p:spPr>
        <p:txBody>
          <a:bodyPr wrap="square">
            <a:spAutoFit/>
          </a:bodyPr>
          <a:lstStyle/>
          <a:p>
            <a:r>
              <a:rPr lang="en-GB" sz="2000" b="1" dirty="0"/>
              <a:t>Is reality independent of our perception (</a:t>
            </a:r>
            <a:r>
              <a:rPr lang="en-GB" sz="2000" b="1" dirty="0">
                <a:effectLst>
                  <a:outerShdw blurRad="38100" dist="38100" dir="2700000" algn="tl">
                    <a:srgbClr val="000000">
                      <a:alpha val="43137"/>
                    </a:srgbClr>
                  </a:outerShdw>
                </a:effectLst>
              </a:rPr>
              <a:t>realism</a:t>
            </a:r>
            <a:r>
              <a:rPr lang="en-GB" sz="2000" b="1" dirty="0"/>
              <a:t>) or constructed through simple experience of the reception and demultiplexing of electrical signals interpreted, in the dark by your brain (</a:t>
            </a:r>
            <a:r>
              <a:rPr lang="en-GB" sz="2000" b="1" dirty="0">
                <a:effectLst>
                  <a:outerShdw blurRad="38100" dist="38100" dir="2700000" algn="tl">
                    <a:srgbClr val="000000">
                      <a:alpha val="43137"/>
                    </a:srgbClr>
                  </a:outerShdw>
                </a:effectLst>
              </a:rPr>
              <a:t>constructivism</a:t>
            </a:r>
            <a:r>
              <a:rPr lang="en-GB" sz="2000" b="1" dirty="0"/>
              <a:t>)?</a:t>
            </a:r>
          </a:p>
        </p:txBody>
      </p:sp>
      <p:sp>
        <p:nvSpPr>
          <p:cNvPr id="16" name="TextBox 15">
            <a:extLst>
              <a:ext uri="{FF2B5EF4-FFF2-40B4-BE49-F238E27FC236}">
                <a16:creationId xmlns:a16="http://schemas.microsoft.com/office/drawing/2014/main" id="{93E2D00F-E56C-3DE3-DC4B-FA802D62A4C6}"/>
              </a:ext>
            </a:extLst>
          </p:cNvPr>
          <p:cNvSpPr txBox="1"/>
          <p:nvPr/>
        </p:nvSpPr>
        <p:spPr>
          <a:xfrm>
            <a:off x="654243" y="5816347"/>
            <a:ext cx="6438014" cy="369332"/>
          </a:xfrm>
          <a:prstGeom prst="rect">
            <a:avLst/>
          </a:prstGeom>
          <a:noFill/>
        </p:spPr>
        <p:txBody>
          <a:bodyPr wrap="square">
            <a:spAutoFit/>
          </a:bodyPr>
          <a:lstStyle/>
          <a:p>
            <a:r>
              <a:rPr lang="en-GB" dirty="0"/>
              <a:t>Going to give you…</a:t>
            </a:r>
          </a:p>
        </p:txBody>
      </p:sp>
      <p:sp>
        <p:nvSpPr>
          <p:cNvPr id="18" name="TextBox 17">
            <a:extLst>
              <a:ext uri="{FF2B5EF4-FFF2-40B4-BE49-F238E27FC236}">
                <a16:creationId xmlns:a16="http://schemas.microsoft.com/office/drawing/2014/main" id="{C018CF17-478B-D003-9A91-1C5F678B72C1}"/>
              </a:ext>
            </a:extLst>
          </p:cNvPr>
          <p:cNvSpPr txBox="1"/>
          <p:nvPr/>
        </p:nvSpPr>
        <p:spPr>
          <a:xfrm>
            <a:off x="2401526" y="5852618"/>
            <a:ext cx="6438014" cy="369332"/>
          </a:xfrm>
          <a:prstGeom prst="rect">
            <a:avLst/>
          </a:prstGeom>
          <a:noFill/>
        </p:spPr>
        <p:txBody>
          <a:bodyPr wrap="square">
            <a:spAutoFit/>
          </a:bodyPr>
          <a:lstStyle/>
          <a:p>
            <a:r>
              <a:rPr lang="en-GB" dirty="0"/>
              <a:t>10 seconds?</a:t>
            </a:r>
          </a:p>
        </p:txBody>
      </p:sp>
      <p:sp>
        <p:nvSpPr>
          <p:cNvPr id="7" name="TextBox 6">
            <a:extLst>
              <a:ext uri="{FF2B5EF4-FFF2-40B4-BE49-F238E27FC236}">
                <a16:creationId xmlns:a16="http://schemas.microsoft.com/office/drawing/2014/main" id="{A0F24457-DF1E-E11D-5B51-8C6D8844BBA9}"/>
              </a:ext>
            </a:extLst>
          </p:cNvPr>
          <p:cNvSpPr txBox="1"/>
          <p:nvPr/>
        </p:nvSpPr>
        <p:spPr>
          <a:xfrm>
            <a:off x="5205694" y="5767895"/>
            <a:ext cx="5520409" cy="830997"/>
          </a:xfrm>
          <a:prstGeom prst="rect">
            <a:avLst/>
          </a:prstGeom>
          <a:noFill/>
        </p:spPr>
        <p:txBody>
          <a:bodyPr wrap="square">
            <a:spAutoFit/>
          </a:bodyPr>
          <a:lstStyle/>
          <a:p>
            <a:r>
              <a:rPr lang="en-GB" sz="2400" b="1" dirty="0">
                <a:effectLst>
                  <a:outerShdw blurRad="38100" dist="38100" dir="2700000" algn="tl">
                    <a:srgbClr val="000000">
                      <a:alpha val="43137"/>
                    </a:srgbClr>
                  </a:outerShdw>
                </a:effectLst>
              </a:rPr>
              <a:t>Ontology is the study of ‘being’ – </a:t>
            </a:r>
            <a:br>
              <a:rPr lang="en-GB" sz="2400" b="1" dirty="0">
                <a:effectLst>
                  <a:outerShdw blurRad="38100" dist="38100" dir="2700000" algn="tl">
                    <a:srgbClr val="000000">
                      <a:alpha val="43137"/>
                    </a:srgbClr>
                  </a:outerShdw>
                </a:effectLst>
              </a:rPr>
            </a:br>
            <a:r>
              <a:rPr lang="en-GB" sz="2400" b="1" dirty="0">
                <a:effectLst>
                  <a:outerShdw blurRad="38100" dist="38100" dir="2700000" algn="tl">
                    <a:srgbClr val="000000">
                      <a:alpha val="43137"/>
                    </a:srgbClr>
                  </a:outerShdw>
                </a:effectLst>
              </a:rPr>
              <a:t>the study of reality.</a:t>
            </a:r>
          </a:p>
        </p:txBody>
      </p:sp>
    </p:spTree>
    <p:extLst>
      <p:ext uri="{BB962C8B-B14F-4D97-AF65-F5344CB8AC3E}">
        <p14:creationId xmlns:p14="http://schemas.microsoft.com/office/powerpoint/2010/main" val="35583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ircle(in)">
                                      <p:cBhvr>
                                        <p:cTn id="14" dur="20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circle(in)">
                                      <p:cBhvr>
                                        <p:cTn id="19" dur="20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1000" fill="hold"/>
                                        <p:tgtEl>
                                          <p:spTgt spid="14"/>
                                        </p:tgtEl>
                                        <p:attrNameLst>
                                          <p:attrName>ppt_w</p:attrName>
                                        </p:attrNameLst>
                                      </p:cBhvr>
                                      <p:tavLst>
                                        <p:tav tm="0">
                                          <p:val>
                                            <p:fltVal val="0"/>
                                          </p:val>
                                        </p:tav>
                                        <p:tav tm="100000">
                                          <p:val>
                                            <p:strVal val="#ppt_w"/>
                                          </p:val>
                                        </p:tav>
                                      </p:tavLst>
                                    </p:anim>
                                    <p:anim calcmode="lin" valueType="num">
                                      <p:cBhvr>
                                        <p:cTn id="25" dur="1000" fill="hold"/>
                                        <p:tgtEl>
                                          <p:spTgt spid="14"/>
                                        </p:tgtEl>
                                        <p:attrNameLst>
                                          <p:attrName>ppt_h</p:attrName>
                                        </p:attrNameLst>
                                      </p:cBhvr>
                                      <p:tavLst>
                                        <p:tav tm="0">
                                          <p:val>
                                            <p:fltVal val="0"/>
                                          </p:val>
                                        </p:tav>
                                        <p:tav tm="100000">
                                          <p:val>
                                            <p:strVal val="#ppt_h"/>
                                          </p:val>
                                        </p:tav>
                                      </p:tavLst>
                                    </p:anim>
                                    <p:anim calcmode="lin" valueType="num">
                                      <p:cBhvr>
                                        <p:cTn id="26" dur="1000" fill="hold"/>
                                        <p:tgtEl>
                                          <p:spTgt spid="14"/>
                                        </p:tgtEl>
                                        <p:attrNameLst>
                                          <p:attrName>style.rotation</p:attrName>
                                        </p:attrNameLst>
                                      </p:cBhvr>
                                      <p:tavLst>
                                        <p:tav tm="0">
                                          <p:val>
                                            <p:fltVal val="90"/>
                                          </p:val>
                                        </p:tav>
                                        <p:tav tm="100000">
                                          <p:val>
                                            <p:fltVal val="0"/>
                                          </p:val>
                                        </p:tav>
                                      </p:tavLst>
                                    </p:anim>
                                    <p:animEffect transition="in" filter="fade">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6" presetClass="entr" presetSubtype="0" fill="hold" grpId="0" nodeType="afterEffect">
                                  <p:stCondLst>
                                    <p:cond delay="100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80">
                                          <p:stCondLst>
                                            <p:cond delay="0"/>
                                          </p:stCondLst>
                                        </p:cTn>
                                        <p:tgtEl>
                                          <p:spTgt spid="18"/>
                                        </p:tgtEl>
                                      </p:cBhvr>
                                    </p:animEffect>
                                    <p:anim calcmode="lin" valueType="num">
                                      <p:cBhvr>
                                        <p:cTn id="39"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44" dur="26">
                                          <p:stCondLst>
                                            <p:cond delay="650"/>
                                          </p:stCondLst>
                                        </p:cTn>
                                        <p:tgtEl>
                                          <p:spTgt spid="18"/>
                                        </p:tgtEl>
                                      </p:cBhvr>
                                      <p:to x="100000" y="60000"/>
                                    </p:animScale>
                                    <p:animScale>
                                      <p:cBhvr>
                                        <p:cTn id="45" dur="166" decel="50000">
                                          <p:stCondLst>
                                            <p:cond delay="676"/>
                                          </p:stCondLst>
                                        </p:cTn>
                                        <p:tgtEl>
                                          <p:spTgt spid="18"/>
                                        </p:tgtEl>
                                      </p:cBhvr>
                                      <p:to x="100000" y="100000"/>
                                    </p:animScale>
                                    <p:animScale>
                                      <p:cBhvr>
                                        <p:cTn id="46" dur="26">
                                          <p:stCondLst>
                                            <p:cond delay="1312"/>
                                          </p:stCondLst>
                                        </p:cTn>
                                        <p:tgtEl>
                                          <p:spTgt spid="18"/>
                                        </p:tgtEl>
                                      </p:cBhvr>
                                      <p:to x="100000" y="80000"/>
                                    </p:animScale>
                                    <p:animScale>
                                      <p:cBhvr>
                                        <p:cTn id="47" dur="166" decel="50000">
                                          <p:stCondLst>
                                            <p:cond delay="1338"/>
                                          </p:stCondLst>
                                        </p:cTn>
                                        <p:tgtEl>
                                          <p:spTgt spid="18"/>
                                        </p:tgtEl>
                                      </p:cBhvr>
                                      <p:to x="100000" y="100000"/>
                                    </p:animScale>
                                    <p:animScale>
                                      <p:cBhvr>
                                        <p:cTn id="48" dur="26">
                                          <p:stCondLst>
                                            <p:cond delay="1642"/>
                                          </p:stCondLst>
                                        </p:cTn>
                                        <p:tgtEl>
                                          <p:spTgt spid="18"/>
                                        </p:tgtEl>
                                      </p:cBhvr>
                                      <p:to x="100000" y="90000"/>
                                    </p:animScale>
                                    <p:animScale>
                                      <p:cBhvr>
                                        <p:cTn id="49" dur="166" decel="50000">
                                          <p:stCondLst>
                                            <p:cond delay="1668"/>
                                          </p:stCondLst>
                                        </p:cTn>
                                        <p:tgtEl>
                                          <p:spTgt spid="18"/>
                                        </p:tgtEl>
                                      </p:cBhvr>
                                      <p:to x="100000" y="100000"/>
                                    </p:animScale>
                                    <p:animScale>
                                      <p:cBhvr>
                                        <p:cTn id="50" dur="26">
                                          <p:stCondLst>
                                            <p:cond delay="1808"/>
                                          </p:stCondLst>
                                        </p:cTn>
                                        <p:tgtEl>
                                          <p:spTgt spid="18"/>
                                        </p:tgtEl>
                                      </p:cBhvr>
                                      <p:to x="100000" y="95000"/>
                                    </p:animScale>
                                    <p:animScale>
                                      <p:cBhvr>
                                        <p:cTn id="51" dur="166" decel="50000">
                                          <p:stCondLst>
                                            <p:cond delay="1834"/>
                                          </p:stCondLst>
                                        </p:cTn>
                                        <p:tgtEl>
                                          <p:spTgt spid="18"/>
                                        </p:tgtEl>
                                      </p:cBhvr>
                                      <p:to x="100000" y="100000"/>
                                    </p:animScale>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1000" fill="hold"/>
                                        <p:tgtEl>
                                          <p:spTgt spid="7"/>
                                        </p:tgtEl>
                                        <p:attrNameLst>
                                          <p:attrName>ppt_w</p:attrName>
                                        </p:attrNameLst>
                                      </p:cBhvr>
                                      <p:tavLst>
                                        <p:tav tm="0">
                                          <p:val>
                                            <p:fltVal val="0"/>
                                          </p:val>
                                        </p:tav>
                                        <p:tav tm="100000">
                                          <p:val>
                                            <p:strVal val="#ppt_w"/>
                                          </p:val>
                                        </p:tav>
                                      </p:tavLst>
                                    </p:anim>
                                    <p:anim calcmode="lin" valueType="num">
                                      <p:cBhvr>
                                        <p:cTn id="57" dur="1000" fill="hold"/>
                                        <p:tgtEl>
                                          <p:spTgt spid="7"/>
                                        </p:tgtEl>
                                        <p:attrNameLst>
                                          <p:attrName>ppt_h</p:attrName>
                                        </p:attrNameLst>
                                      </p:cBhvr>
                                      <p:tavLst>
                                        <p:tav tm="0">
                                          <p:val>
                                            <p:fltVal val="0"/>
                                          </p:val>
                                        </p:tav>
                                        <p:tav tm="100000">
                                          <p:val>
                                            <p:strVal val="#ppt_h"/>
                                          </p:val>
                                        </p:tav>
                                      </p:tavLst>
                                    </p:anim>
                                    <p:anim calcmode="lin" valueType="num">
                                      <p:cBhvr>
                                        <p:cTn id="58" dur="1000" fill="hold"/>
                                        <p:tgtEl>
                                          <p:spTgt spid="7"/>
                                        </p:tgtEl>
                                        <p:attrNameLst>
                                          <p:attrName>style.rotation</p:attrName>
                                        </p:attrNameLst>
                                      </p:cBhvr>
                                      <p:tavLst>
                                        <p:tav tm="0">
                                          <p:val>
                                            <p:fltVal val="90"/>
                                          </p:val>
                                        </p:tav>
                                        <p:tav tm="100000">
                                          <p:val>
                                            <p:fltVal val="0"/>
                                          </p:val>
                                        </p:tav>
                                      </p:tavLst>
                                    </p:anim>
                                    <p:animEffect transition="in" filter="fade">
                                      <p:cBhvr>
                                        <p:cTn id="5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4" grpId="0"/>
      <p:bldP spid="16" grpId="0"/>
      <p:bldP spid="18"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6CB18D4-C5B7-1853-1264-A90E404C39FF}"/>
              </a:ext>
            </a:extLst>
          </p:cNvPr>
          <p:cNvSpPr>
            <a:spLocks noGrp="1"/>
          </p:cNvSpPr>
          <p:nvPr>
            <p:ph type="body" sz="quarter" idx="13"/>
          </p:nvPr>
        </p:nvSpPr>
        <p:spPr>
          <a:xfrm>
            <a:off x="396703" y="1076218"/>
            <a:ext cx="8818925" cy="3571687"/>
          </a:xfrm>
        </p:spPr>
        <p:txBody>
          <a:bodyPr lIns="91440" tIns="45720" rIns="91440" bIns="45720" rtlCol="0" anchor="t">
            <a:noAutofit/>
          </a:bodyPr>
          <a:lstStyle/>
          <a:p>
            <a:r>
              <a:rPr lang="en-US" dirty="0">
                <a:cs typeface="Biome Light"/>
              </a:rPr>
              <a:t>Ontology is a branch of philosophy that deals with the ‘study of being’  - </a:t>
            </a:r>
            <a:r>
              <a:rPr lang="en-US" b="1" dirty="0">
                <a:cs typeface="Biome Light"/>
              </a:rPr>
              <a:t>REALITY. </a:t>
            </a:r>
            <a:r>
              <a:rPr lang="en-US" dirty="0">
                <a:cs typeface="Biome Light"/>
              </a:rPr>
              <a:t>It focuses in what exists and how entities are grouped together. </a:t>
            </a:r>
            <a:endParaRPr lang="en-US" b="1" dirty="0"/>
          </a:p>
          <a:p>
            <a:r>
              <a:rPr lang="en-US" dirty="0">
                <a:cs typeface="Biome Light"/>
              </a:rPr>
              <a:t>Ontology helps recognize how certain you can be about the reality of objects you are researching. E.g., How do you deal with different and conflicting ideas of reality?</a:t>
            </a:r>
          </a:p>
          <a:p>
            <a:r>
              <a:rPr lang="en-US" dirty="0">
                <a:cs typeface="Biome Light"/>
              </a:rPr>
              <a:t>A </a:t>
            </a:r>
            <a:r>
              <a:rPr lang="en-US" b="1" dirty="0">
                <a:effectLst>
                  <a:outerShdw blurRad="38100" dist="38100" dir="2700000" algn="tl">
                    <a:srgbClr val="000000">
                      <a:alpha val="43137"/>
                    </a:srgbClr>
                  </a:outerShdw>
                </a:effectLst>
                <a:cs typeface="Biome Light"/>
              </a:rPr>
              <a:t>realist</a:t>
            </a:r>
            <a:r>
              <a:rPr lang="en-US" b="1" dirty="0">
                <a:cs typeface="Biome Light"/>
              </a:rPr>
              <a:t> </a:t>
            </a:r>
            <a:r>
              <a:rPr lang="en-US" dirty="0">
                <a:cs typeface="Biome Light"/>
              </a:rPr>
              <a:t>ontology relates to the existence of one single reality which can be studied, understood and experienced as a ‘truth’; a real world exists independent of human experience.</a:t>
            </a:r>
          </a:p>
          <a:p>
            <a:r>
              <a:rPr lang="en-US" dirty="0">
                <a:cs typeface="Biome Light"/>
              </a:rPr>
              <a:t>A </a:t>
            </a:r>
            <a:r>
              <a:rPr lang="en-US" b="1" dirty="0">
                <a:effectLst>
                  <a:outerShdw blurRad="38100" dist="38100" dir="2700000" algn="tl">
                    <a:srgbClr val="000000">
                      <a:alpha val="43137"/>
                    </a:srgbClr>
                  </a:outerShdw>
                </a:effectLst>
                <a:cs typeface="Biome Light"/>
              </a:rPr>
              <a:t>Constructivist</a:t>
            </a:r>
            <a:r>
              <a:rPr lang="en-US" dirty="0">
                <a:cs typeface="Biome Light"/>
              </a:rPr>
              <a:t> ontology is based on the philosophy that reality is constructed within the human mind, such that no one ‘true’ reality exists.</a:t>
            </a:r>
          </a:p>
        </p:txBody>
      </p:sp>
      <p:pic>
        <p:nvPicPr>
          <p:cNvPr id="10" name="Picture Placeholder 9">
            <a:extLst>
              <a:ext uri="{FF2B5EF4-FFF2-40B4-BE49-F238E27FC236}">
                <a16:creationId xmlns:a16="http://schemas.microsoft.com/office/drawing/2014/main" id="{293E3F66-7DF6-3B79-CE24-D7E26FA4340D}"/>
              </a:ext>
            </a:extLst>
          </p:cNvPr>
          <p:cNvPicPr>
            <a:picLocks noGrp="1" noChangeAspect="1"/>
          </p:cNvPicPr>
          <p:nvPr>
            <p:ph type="pic" sz="quarter" idx="17"/>
          </p:nvPr>
        </p:nvPicPr>
        <p:blipFill rotWithShape="1">
          <a:blip r:embed="rId3">
            <a:extLst>
              <a:ext uri="{837473B0-CC2E-450A-ABE3-18F120FF3D39}">
                <a1611:picAttrSrcUrl xmlns:a1611="http://schemas.microsoft.com/office/drawing/2016/11/main" r:id="rId4"/>
              </a:ext>
            </a:extLst>
          </a:blip>
          <a:srcRect l="5481" t="24074" r="33609" b="24074"/>
          <a:stretch/>
        </p:blipFill>
        <p:spPr>
          <a:xfrm>
            <a:off x="9261647" y="0"/>
            <a:ext cx="2930353" cy="1559882"/>
          </a:xfrm>
        </p:spPr>
      </p:pic>
      <p:sp>
        <p:nvSpPr>
          <p:cNvPr id="3" name="Title 2">
            <a:extLst>
              <a:ext uri="{FF2B5EF4-FFF2-40B4-BE49-F238E27FC236}">
                <a16:creationId xmlns:a16="http://schemas.microsoft.com/office/drawing/2014/main" id="{F1F46121-C1FD-98B0-57F4-048407B8988F}"/>
              </a:ext>
            </a:extLst>
          </p:cNvPr>
          <p:cNvSpPr>
            <a:spLocks noGrp="1"/>
          </p:cNvSpPr>
          <p:nvPr>
            <p:ph type="title"/>
          </p:nvPr>
        </p:nvSpPr>
        <p:spPr>
          <a:xfrm>
            <a:off x="396703" y="151791"/>
            <a:ext cx="8601247" cy="830997"/>
          </a:xfrm>
        </p:spPr>
        <p:txBody>
          <a:bodyPr/>
          <a:lstStyle/>
          <a:p>
            <a:r>
              <a:rPr lang="en-GB" dirty="0"/>
              <a:t>Ontology </a:t>
            </a:r>
          </a:p>
        </p:txBody>
      </p:sp>
      <p:pic>
        <p:nvPicPr>
          <p:cNvPr id="13" name="Picture 2">
            <a:extLst>
              <a:ext uri="{FF2B5EF4-FFF2-40B4-BE49-F238E27FC236}">
                <a16:creationId xmlns:a16="http://schemas.microsoft.com/office/drawing/2014/main" id="{9346DEE4-18E3-16DA-14B5-9B2B138863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084771">
            <a:off x="4949127" y="4266387"/>
            <a:ext cx="7507224" cy="247854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Placeholder 9">
            <a:extLst>
              <a:ext uri="{FF2B5EF4-FFF2-40B4-BE49-F238E27FC236}">
                <a16:creationId xmlns:a16="http://schemas.microsoft.com/office/drawing/2014/main" id="{291DC2AA-77D5-E64C-730C-7004DDBBC421}"/>
              </a:ext>
            </a:extLst>
          </p:cNvPr>
          <p:cNvPicPr>
            <a:picLocks noChangeAspect="1"/>
          </p:cNvPicPr>
          <p:nvPr/>
        </p:nvPicPr>
        <p:blipFill>
          <a:blip r:embed="rId6">
            <a:extLst>
              <a:ext uri="{837473B0-CC2E-450A-ABE3-18F120FF3D39}">
                <a1611:picAttrSrcUrl xmlns:a1611="http://schemas.microsoft.com/office/drawing/2016/11/main" r:id="rId7"/>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spTree>
    <p:extLst>
      <p:ext uri="{BB962C8B-B14F-4D97-AF65-F5344CB8AC3E}">
        <p14:creationId xmlns:p14="http://schemas.microsoft.com/office/powerpoint/2010/main" val="4020270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3B77646-5DCF-4D51-C5D8-258C3B0B1DB9}"/>
              </a:ext>
            </a:extLst>
          </p:cNvPr>
          <p:cNvPicPr>
            <a:picLocks noGrp="1" noChangeAspect="1"/>
          </p:cNvPicPr>
          <p:nvPr>
            <p:ph type="pic" sz="quarter" idx="4294967295"/>
          </p:nvPr>
        </p:nvPicPr>
        <p:blipFill rotWithShape="1">
          <a:blip r:embed="rId2"/>
          <a:srcRect t="801" b="141"/>
          <a:stretch/>
        </p:blipFill>
        <p:spPr>
          <a:xfrm rot="1445990">
            <a:off x="5420776" y="2422160"/>
            <a:ext cx="6694027" cy="2867639"/>
          </a:xfrm>
          <a:prstGeom prst="rect">
            <a:avLst/>
          </a:prstGeom>
          <a:noFill/>
        </p:spPr>
      </p:pic>
      <p:sp>
        <p:nvSpPr>
          <p:cNvPr id="3" name="Text Placeholder 2">
            <a:extLst>
              <a:ext uri="{FF2B5EF4-FFF2-40B4-BE49-F238E27FC236}">
                <a16:creationId xmlns:a16="http://schemas.microsoft.com/office/drawing/2014/main" id="{2A4F3028-2240-9D5B-91FD-CB819D03A294}"/>
              </a:ext>
            </a:extLst>
          </p:cNvPr>
          <p:cNvSpPr>
            <a:spLocks noGrp="1"/>
          </p:cNvSpPr>
          <p:nvPr>
            <p:ph sz="quarter" idx="10"/>
          </p:nvPr>
        </p:nvSpPr>
        <p:spPr>
          <a:xfrm>
            <a:off x="178981" y="1263214"/>
            <a:ext cx="6012267" cy="4988729"/>
          </a:xfrm>
        </p:spPr>
        <p:txBody>
          <a:bodyPr>
            <a:normAutofit lnSpcReduction="10000"/>
          </a:bodyPr>
          <a:lstStyle/>
          <a:p>
            <a:r>
              <a:rPr lang="en-GB" sz="2000" dirty="0">
                <a:solidFill>
                  <a:schemeClr val="tx1"/>
                </a:solidFill>
              </a:rPr>
              <a:t>Realist Ontology is prevalent in CS research. It assumes that systems, algorithms, and data structures exist </a:t>
            </a:r>
            <a:r>
              <a:rPr lang="en-GB" sz="2000" b="1" dirty="0">
                <a:solidFill>
                  <a:schemeClr val="tx1"/>
                </a:solidFill>
              </a:rPr>
              <a:t>independently</a:t>
            </a:r>
            <a:r>
              <a:rPr lang="en-GB" sz="2000" dirty="0">
                <a:solidFill>
                  <a:schemeClr val="tx1"/>
                </a:solidFill>
              </a:rPr>
              <a:t> of the observer.</a:t>
            </a:r>
          </a:p>
          <a:p>
            <a:r>
              <a:rPr lang="en-GB" sz="2000" dirty="0">
                <a:solidFill>
                  <a:schemeClr val="tx1"/>
                </a:solidFill>
              </a:rPr>
              <a:t>Computer systems, algorithms, and databases are treated as </a:t>
            </a:r>
            <a:r>
              <a:rPr lang="en-GB" sz="2000" b="1" dirty="0">
                <a:solidFill>
                  <a:schemeClr val="tx1"/>
                </a:solidFill>
              </a:rPr>
              <a:t>objective</a:t>
            </a:r>
            <a:r>
              <a:rPr lang="en-GB" sz="2000" dirty="0">
                <a:solidFill>
                  <a:schemeClr val="tx1"/>
                </a:solidFill>
              </a:rPr>
              <a:t> entities with </a:t>
            </a:r>
            <a:r>
              <a:rPr lang="en-GB" sz="2000" b="1" dirty="0">
                <a:solidFill>
                  <a:schemeClr val="tx1"/>
                </a:solidFill>
              </a:rPr>
              <a:t>measurable</a:t>
            </a:r>
            <a:r>
              <a:rPr lang="en-GB" sz="2000" dirty="0">
                <a:solidFill>
                  <a:schemeClr val="tx1"/>
                </a:solidFill>
              </a:rPr>
              <a:t> properties.</a:t>
            </a:r>
          </a:p>
          <a:p>
            <a:r>
              <a:rPr lang="en-GB" sz="2000" b="1" dirty="0">
                <a:solidFill>
                  <a:schemeClr val="tx1"/>
                </a:solidFill>
              </a:rPr>
              <a:t>Applications of Ontology in CS:</a:t>
            </a:r>
          </a:p>
          <a:p>
            <a:pPr lvl="1"/>
            <a:r>
              <a:rPr lang="en-GB" sz="2000" b="1" dirty="0">
                <a:solidFill>
                  <a:schemeClr val="tx1"/>
                </a:solidFill>
              </a:rPr>
              <a:t>Algorithm Design: </a:t>
            </a:r>
            <a:r>
              <a:rPr lang="en-GB" sz="2000" dirty="0">
                <a:solidFill>
                  <a:schemeClr val="tx1"/>
                </a:solidFill>
              </a:rPr>
              <a:t>Algorithms are seen as formal objects that can be optimized and studied independently of user context.</a:t>
            </a:r>
          </a:p>
          <a:p>
            <a:pPr lvl="1"/>
            <a:r>
              <a:rPr lang="en-GB" sz="2000" b="1" dirty="0">
                <a:solidFill>
                  <a:schemeClr val="tx1"/>
                </a:solidFill>
              </a:rPr>
              <a:t>Software Engineering: </a:t>
            </a:r>
            <a:r>
              <a:rPr lang="en-GB" sz="2000" dirty="0">
                <a:solidFill>
                  <a:schemeClr val="tx1"/>
                </a:solidFill>
              </a:rPr>
              <a:t>Systems are developed based on the assumption that they behave predictably, based on coded rules and logic.</a:t>
            </a:r>
          </a:p>
          <a:p>
            <a:pPr lvl="1"/>
            <a:r>
              <a:rPr lang="en-GB" sz="2000" b="1" dirty="0">
                <a:solidFill>
                  <a:schemeClr val="tx1"/>
                </a:solidFill>
              </a:rPr>
              <a:t>Artificial Intelligence (AI): </a:t>
            </a:r>
            <a:r>
              <a:rPr lang="en-GB" sz="2000" dirty="0">
                <a:solidFill>
                  <a:schemeClr val="tx1"/>
                </a:solidFill>
              </a:rPr>
              <a:t>AI systems often operate on the assumption that intelligence and decision-making processes can be formalized as independent entities (e.g., neural networks).</a:t>
            </a:r>
          </a:p>
        </p:txBody>
      </p:sp>
      <p:sp>
        <p:nvSpPr>
          <p:cNvPr id="4" name="Title 3">
            <a:extLst>
              <a:ext uri="{FF2B5EF4-FFF2-40B4-BE49-F238E27FC236}">
                <a16:creationId xmlns:a16="http://schemas.microsoft.com/office/drawing/2014/main" id="{5FA58FD6-852D-C361-2449-5635B323CC06}"/>
              </a:ext>
            </a:extLst>
          </p:cNvPr>
          <p:cNvSpPr>
            <a:spLocks noGrp="1"/>
          </p:cNvSpPr>
          <p:nvPr>
            <p:ph type="title"/>
          </p:nvPr>
        </p:nvSpPr>
        <p:spPr>
          <a:xfrm>
            <a:off x="-753193" y="227536"/>
            <a:ext cx="10515600" cy="750659"/>
          </a:xfrm>
        </p:spPr>
        <p:txBody>
          <a:bodyPr anchor="ctr">
            <a:normAutofit/>
          </a:bodyPr>
          <a:lstStyle/>
          <a:p>
            <a:r>
              <a:rPr lang="en-GB" dirty="0"/>
              <a:t>Ontological Assumptions in CS:</a:t>
            </a:r>
          </a:p>
        </p:txBody>
      </p:sp>
      <p:pic>
        <p:nvPicPr>
          <p:cNvPr id="11" name="Picture Placeholder 9">
            <a:extLst>
              <a:ext uri="{FF2B5EF4-FFF2-40B4-BE49-F238E27FC236}">
                <a16:creationId xmlns:a16="http://schemas.microsoft.com/office/drawing/2014/main" id="{847F7AA9-2C46-163D-4146-50FB100BD37F}"/>
              </a:ext>
            </a:extLst>
          </p:cNvPr>
          <p:cNvPicPr>
            <a:picLocks noChangeAspect="1"/>
          </p:cNvPicPr>
          <p:nvPr/>
        </p:nvPicPr>
        <p:blipFill>
          <a:blip r:embed="rId3">
            <a:extLst>
              <a:ext uri="{837473B0-CC2E-450A-ABE3-18F120FF3D39}">
                <a1611:picAttrSrcUrl xmlns:a1611="http://schemas.microsoft.com/office/drawing/2016/11/main" r:id="rId4"/>
              </a:ext>
            </a:extLst>
          </a:blip>
          <a:srcRect t="2683" b="2683"/>
          <a:stretch/>
        </p:blipFill>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12" name="Picture Placeholder 9">
            <a:extLst>
              <a:ext uri="{FF2B5EF4-FFF2-40B4-BE49-F238E27FC236}">
                <a16:creationId xmlns:a16="http://schemas.microsoft.com/office/drawing/2014/main" id="{8E61BA67-63DC-7FA8-C5A3-7B362062E649}"/>
              </a:ext>
            </a:extLst>
          </p:cNvPr>
          <p:cNvPicPr>
            <a:picLocks noChangeAspect="1"/>
          </p:cNvPicPr>
          <p:nvPr/>
        </p:nvPicPr>
        <p:blipFill>
          <a:blip r:embed="rId5">
            <a:extLst>
              <a:ext uri="{837473B0-CC2E-450A-ABE3-18F120FF3D39}">
                <a1611:picAttrSrcUrl xmlns:a1611="http://schemas.microsoft.com/office/drawing/2016/11/main" r:id="rId6"/>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spTree>
    <p:extLst>
      <p:ext uri="{BB962C8B-B14F-4D97-AF65-F5344CB8AC3E}">
        <p14:creationId xmlns:p14="http://schemas.microsoft.com/office/powerpoint/2010/main" val="115160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4F3028-2240-9D5B-91FD-CB819D03A294}"/>
              </a:ext>
            </a:extLst>
          </p:cNvPr>
          <p:cNvSpPr>
            <a:spLocks noGrp="1"/>
          </p:cNvSpPr>
          <p:nvPr>
            <p:ph sz="quarter" idx="10"/>
          </p:nvPr>
        </p:nvSpPr>
        <p:spPr>
          <a:xfrm>
            <a:off x="189612" y="1371600"/>
            <a:ext cx="5906387" cy="4795284"/>
          </a:xfrm>
        </p:spPr>
        <p:txBody>
          <a:bodyPr>
            <a:normAutofit lnSpcReduction="10000"/>
          </a:bodyPr>
          <a:lstStyle/>
          <a:p>
            <a:r>
              <a:rPr lang="en-GB" b="1" dirty="0">
                <a:effectLst>
                  <a:outerShdw blurRad="38100" dist="38100" dir="2700000" algn="tl">
                    <a:srgbClr val="000000">
                      <a:alpha val="43137"/>
                    </a:srgbClr>
                  </a:outerShdw>
                </a:effectLst>
              </a:rPr>
              <a:t>Realism</a:t>
            </a:r>
            <a:r>
              <a:rPr lang="en-GB" b="1" dirty="0"/>
              <a:t>: </a:t>
            </a:r>
            <a:r>
              <a:rPr lang="en-GB" dirty="0"/>
              <a:t>Data exists as objective, measurable information that reflects real-world phenomena.</a:t>
            </a:r>
          </a:p>
          <a:p>
            <a:r>
              <a:rPr lang="en-GB" b="1" dirty="0">
                <a:effectLst>
                  <a:outerShdw blurRad="38100" dist="38100" dir="2700000" algn="tl">
                    <a:srgbClr val="000000">
                      <a:alpha val="43137"/>
                    </a:srgbClr>
                  </a:outerShdw>
                </a:effectLst>
              </a:rPr>
              <a:t>Constructivism</a:t>
            </a:r>
            <a:r>
              <a:rPr lang="en-GB" b="1" dirty="0"/>
              <a:t>: </a:t>
            </a:r>
            <a:r>
              <a:rPr lang="en-GB" dirty="0"/>
              <a:t>Data is shaped by the way it is collected, interpreted, and analysed, meaning that reality can be constructed through analysis and contextual understanding.</a:t>
            </a:r>
          </a:p>
          <a:p>
            <a:r>
              <a:rPr lang="en-GB" dirty="0"/>
              <a:t>Applications of Ontology in Data Analytics:</a:t>
            </a:r>
          </a:p>
          <a:p>
            <a:pPr lvl="1"/>
            <a:r>
              <a:rPr lang="en-GB" sz="1800" b="1" dirty="0"/>
              <a:t>Big Data Analytics: </a:t>
            </a:r>
            <a:r>
              <a:rPr lang="en-GB" sz="1800" dirty="0"/>
              <a:t>Treats data as an independent, objective reality that can be mined to discover patterns, trends, and correlations.</a:t>
            </a:r>
          </a:p>
          <a:p>
            <a:pPr lvl="1"/>
            <a:r>
              <a:rPr lang="en-GB" sz="1800" b="1" dirty="0"/>
              <a:t>Predictive Modelling: </a:t>
            </a:r>
            <a:r>
              <a:rPr lang="en-GB" sz="1800" dirty="0"/>
              <a:t>Assumes that future behaviours or events can be accurately predicted based on historical data, treating data as representative of real-world behaviour.</a:t>
            </a:r>
          </a:p>
          <a:p>
            <a:pPr lvl="1"/>
            <a:r>
              <a:rPr lang="en-GB" sz="1800" b="1" dirty="0"/>
              <a:t>Human-</a:t>
            </a:r>
            <a:r>
              <a:rPr lang="en-GB" sz="1800" b="1" dirty="0" err="1"/>
              <a:t>Centered</a:t>
            </a:r>
            <a:r>
              <a:rPr lang="en-GB" sz="1800" b="1" dirty="0"/>
              <a:t> Data Analysis: </a:t>
            </a:r>
            <a:r>
              <a:rPr lang="en-GB" sz="1800" dirty="0"/>
              <a:t>Recognizes that data may not be entirely objective and is influenced by human collection methods, biases, and contextual interpretation (e.g., social media analysis).</a:t>
            </a:r>
          </a:p>
        </p:txBody>
      </p:sp>
      <p:sp>
        <p:nvSpPr>
          <p:cNvPr id="4" name="Title 3">
            <a:extLst>
              <a:ext uri="{FF2B5EF4-FFF2-40B4-BE49-F238E27FC236}">
                <a16:creationId xmlns:a16="http://schemas.microsoft.com/office/drawing/2014/main" id="{5FA58FD6-852D-C361-2449-5635B323CC06}"/>
              </a:ext>
            </a:extLst>
          </p:cNvPr>
          <p:cNvSpPr>
            <a:spLocks noGrp="1"/>
          </p:cNvSpPr>
          <p:nvPr>
            <p:ph type="title"/>
          </p:nvPr>
        </p:nvSpPr>
        <p:spPr>
          <a:xfrm>
            <a:off x="-1317161" y="45720"/>
            <a:ext cx="10515600" cy="1325880"/>
          </a:xfrm>
        </p:spPr>
        <p:txBody>
          <a:bodyPr anchor="ctr">
            <a:normAutofit/>
          </a:bodyPr>
          <a:lstStyle/>
          <a:p>
            <a:r>
              <a:rPr lang="en-GB" dirty="0"/>
              <a:t>Ontology in Data Analytics</a:t>
            </a:r>
          </a:p>
        </p:txBody>
      </p:sp>
      <p:pic>
        <p:nvPicPr>
          <p:cNvPr id="2" name="Picture Placeholder 9">
            <a:extLst>
              <a:ext uri="{FF2B5EF4-FFF2-40B4-BE49-F238E27FC236}">
                <a16:creationId xmlns:a16="http://schemas.microsoft.com/office/drawing/2014/main" id="{56A81F89-CE0B-AA3C-FF7A-0E24D1CF13F3}"/>
              </a:ext>
            </a:extLst>
          </p:cNvPr>
          <p:cNvPicPr>
            <a:picLocks noChangeAspect="1"/>
          </p:cNvPicPr>
          <p:nvPr/>
        </p:nvPicPr>
        <p:blipFill>
          <a:blip r:embed="rId2">
            <a:extLst>
              <a:ext uri="{837473B0-CC2E-450A-ABE3-18F120FF3D39}">
                <a1611:picAttrSrcUrl xmlns:a1611="http://schemas.microsoft.com/office/drawing/2016/11/main" r:id="rId3"/>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6" name="Picture Placeholder 5">
            <a:extLst>
              <a:ext uri="{FF2B5EF4-FFF2-40B4-BE49-F238E27FC236}">
                <a16:creationId xmlns:a16="http://schemas.microsoft.com/office/drawing/2014/main" id="{53B77646-5DCF-4D51-C5D8-258C3B0B1DB9}"/>
              </a:ext>
            </a:extLst>
          </p:cNvPr>
          <p:cNvPicPr>
            <a:picLocks noGrp="1" noChangeAspect="1"/>
          </p:cNvPicPr>
          <p:nvPr>
            <p:ph type="pic" sz="quarter" idx="4294967295"/>
          </p:nvPr>
        </p:nvPicPr>
        <p:blipFill>
          <a:blip r:embed="rId4"/>
          <a:srcRect l="-1247" t="1121" r="-279" b="1"/>
          <a:stretch/>
        </p:blipFill>
        <p:spPr>
          <a:xfrm rot="20566840">
            <a:off x="6195730" y="1791373"/>
            <a:ext cx="6005416" cy="3275254"/>
          </a:xfrm>
          <a:prstGeom prst="rect">
            <a:avLst/>
          </a:prstGeom>
          <a:noFill/>
        </p:spPr>
      </p:pic>
    </p:spTree>
    <p:extLst>
      <p:ext uri="{BB962C8B-B14F-4D97-AF65-F5344CB8AC3E}">
        <p14:creationId xmlns:p14="http://schemas.microsoft.com/office/powerpoint/2010/main" val="349548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4F3028-2240-9D5B-91FD-CB819D03A294}"/>
              </a:ext>
            </a:extLst>
          </p:cNvPr>
          <p:cNvSpPr>
            <a:spLocks noGrp="1"/>
          </p:cNvSpPr>
          <p:nvPr>
            <p:ph sz="quarter" idx="10"/>
          </p:nvPr>
        </p:nvSpPr>
        <p:spPr>
          <a:xfrm>
            <a:off x="189612" y="1371600"/>
            <a:ext cx="5906387" cy="4795284"/>
          </a:xfrm>
        </p:spPr>
        <p:txBody>
          <a:bodyPr>
            <a:normAutofit lnSpcReduction="10000"/>
          </a:bodyPr>
          <a:lstStyle/>
          <a:p>
            <a:r>
              <a:rPr lang="en-GB" b="1" dirty="0">
                <a:effectLst>
                  <a:outerShdw blurRad="38100" dist="38100" dir="2700000" algn="tl">
                    <a:srgbClr val="000000">
                      <a:alpha val="43137"/>
                    </a:srgbClr>
                  </a:outerShdw>
                </a:effectLst>
              </a:rPr>
              <a:t>Realist Approach: </a:t>
            </a:r>
            <a:r>
              <a:rPr lang="en-GB" dirty="0"/>
              <a:t>Systems and threats (e.g., malware, network vulnerabilities) are seen as existing independently and can be objectively analysed and mitigated.</a:t>
            </a:r>
          </a:p>
          <a:p>
            <a:r>
              <a:rPr lang="en-GB" b="1" dirty="0">
                <a:effectLst>
                  <a:outerShdw blurRad="38100" dist="38100" dir="2700000" algn="tl">
                    <a:srgbClr val="000000">
                      <a:alpha val="43137"/>
                    </a:srgbClr>
                  </a:outerShdw>
                </a:effectLst>
              </a:rPr>
              <a:t>Constructivist Approach: </a:t>
            </a:r>
            <a:r>
              <a:rPr lang="en-GB" dirty="0"/>
              <a:t>Security risks are also influenced by human factors, such as user behaviour, organizational culture, and perceptions of risk, which can vary by context</a:t>
            </a:r>
            <a:r>
              <a:rPr lang="en-GB" b="1" dirty="0">
                <a:effectLst>
                  <a:outerShdw blurRad="38100" dist="38100" dir="2700000" algn="tl">
                    <a:srgbClr val="000000">
                      <a:alpha val="43137"/>
                    </a:srgbClr>
                  </a:outerShdw>
                </a:effectLst>
              </a:rPr>
              <a:t>.</a:t>
            </a:r>
          </a:p>
          <a:p>
            <a:r>
              <a:rPr lang="en-GB" dirty="0"/>
              <a:t>Applications of Ontology in Cybersecurity:</a:t>
            </a:r>
          </a:p>
          <a:p>
            <a:pPr marL="0" indent="0">
              <a:buNone/>
            </a:pPr>
            <a:endParaRPr lang="en-GB" dirty="0"/>
          </a:p>
          <a:p>
            <a:pPr lvl="1"/>
            <a:r>
              <a:rPr lang="en-GB" b="1" dirty="0"/>
              <a:t>Threat Modelling: </a:t>
            </a:r>
            <a:r>
              <a:rPr lang="en-GB" dirty="0"/>
              <a:t>Treats cybersecurity threats as objective entities (e.g., viruses, attack vectors) that can be identified, modelled, and mitigated through objective measures (e.g., firewalls, encryption).</a:t>
            </a:r>
          </a:p>
          <a:p>
            <a:pPr lvl="1"/>
            <a:r>
              <a:rPr lang="en-GB" b="1" dirty="0"/>
              <a:t>User Behaviour: </a:t>
            </a:r>
            <a:r>
              <a:rPr lang="en-GB" dirty="0"/>
              <a:t>Recognizes that human factors and interpretations of security protocols can affect system vulnerabilities, making security a socially constructed phenomenon in certain contexts (e.g., phishing attacks, insider threats).</a:t>
            </a:r>
          </a:p>
          <a:p>
            <a:pPr lvl="1"/>
            <a:r>
              <a:rPr lang="en-GB" b="1" dirty="0"/>
              <a:t>Ethical Hacking and Simulations: </a:t>
            </a:r>
            <a:r>
              <a:rPr lang="en-GB" dirty="0"/>
              <a:t>Assumes that by replicating real-world attack scenarios, systems can be objectively tested for vulnerabilities.</a:t>
            </a:r>
          </a:p>
        </p:txBody>
      </p:sp>
      <p:sp>
        <p:nvSpPr>
          <p:cNvPr id="4" name="Title 3">
            <a:extLst>
              <a:ext uri="{FF2B5EF4-FFF2-40B4-BE49-F238E27FC236}">
                <a16:creationId xmlns:a16="http://schemas.microsoft.com/office/drawing/2014/main" id="{5FA58FD6-852D-C361-2449-5635B323CC06}"/>
              </a:ext>
            </a:extLst>
          </p:cNvPr>
          <p:cNvSpPr>
            <a:spLocks noGrp="1"/>
          </p:cNvSpPr>
          <p:nvPr>
            <p:ph type="title"/>
          </p:nvPr>
        </p:nvSpPr>
        <p:spPr>
          <a:xfrm>
            <a:off x="-1317161" y="45720"/>
            <a:ext cx="10515600" cy="1325880"/>
          </a:xfrm>
        </p:spPr>
        <p:txBody>
          <a:bodyPr anchor="ctr">
            <a:normAutofit/>
          </a:bodyPr>
          <a:lstStyle/>
          <a:p>
            <a:r>
              <a:rPr lang="en-GB" sz="3200" dirty="0"/>
              <a:t>Ontological Assumptions in Cybersecurity</a:t>
            </a:r>
          </a:p>
        </p:txBody>
      </p:sp>
      <p:pic>
        <p:nvPicPr>
          <p:cNvPr id="2" name="Picture Placeholder 9">
            <a:extLst>
              <a:ext uri="{FF2B5EF4-FFF2-40B4-BE49-F238E27FC236}">
                <a16:creationId xmlns:a16="http://schemas.microsoft.com/office/drawing/2014/main" id="{56A81F89-CE0B-AA3C-FF7A-0E24D1CF13F3}"/>
              </a:ext>
            </a:extLst>
          </p:cNvPr>
          <p:cNvPicPr>
            <a:picLocks noChangeAspect="1"/>
          </p:cNvPicPr>
          <p:nvPr/>
        </p:nvPicPr>
        <p:blipFill>
          <a:blip r:embed="rId2">
            <a:extLst>
              <a:ext uri="{837473B0-CC2E-450A-ABE3-18F120FF3D39}">
                <a1611:picAttrSrcUrl xmlns:a1611="http://schemas.microsoft.com/office/drawing/2016/11/main" r:id="rId3"/>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pic>
        <p:nvPicPr>
          <p:cNvPr id="6" name="Picture Placeholder 5">
            <a:extLst>
              <a:ext uri="{FF2B5EF4-FFF2-40B4-BE49-F238E27FC236}">
                <a16:creationId xmlns:a16="http://schemas.microsoft.com/office/drawing/2014/main" id="{53B77646-5DCF-4D51-C5D8-258C3B0B1DB9}"/>
              </a:ext>
            </a:extLst>
          </p:cNvPr>
          <p:cNvPicPr>
            <a:picLocks noGrp="1" noChangeAspect="1"/>
          </p:cNvPicPr>
          <p:nvPr>
            <p:ph type="pic" sz="quarter" idx="4294967295"/>
          </p:nvPr>
        </p:nvPicPr>
        <p:blipFill rotWithShape="1">
          <a:blip r:embed="rId4"/>
          <a:srcRect t="-554" b="-2194"/>
          <a:stretch/>
        </p:blipFill>
        <p:spPr>
          <a:xfrm rot="20566840">
            <a:off x="5755618" y="2423854"/>
            <a:ext cx="6439423" cy="2036604"/>
          </a:xfrm>
          <a:prstGeom prst="rect">
            <a:avLst/>
          </a:prstGeom>
          <a:noFill/>
        </p:spPr>
      </p:pic>
    </p:spTree>
    <p:extLst>
      <p:ext uri="{BB962C8B-B14F-4D97-AF65-F5344CB8AC3E}">
        <p14:creationId xmlns:p14="http://schemas.microsoft.com/office/powerpoint/2010/main" val="2671068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ECEC7B-9358-61EF-8D42-0FC1835CE28D}"/>
              </a:ext>
            </a:extLst>
          </p:cNvPr>
          <p:cNvSpPr>
            <a:spLocks noGrp="1"/>
          </p:cNvSpPr>
          <p:nvPr>
            <p:ph type="title"/>
          </p:nvPr>
        </p:nvSpPr>
        <p:spPr>
          <a:xfrm>
            <a:off x="841248" y="365760"/>
            <a:ext cx="10515600" cy="1325880"/>
          </a:xfrm>
        </p:spPr>
        <p:txBody>
          <a:bodyPr anchor="ctr">
            <a:normAutofit/>
          </a:bodyPr>
          <a:lstStyle/>
          <a:p>
            <a:pPr algn="ctr"/>
            <a:r>
              <a:rPr lang="en-US" sz="4800" dirty="0">
                <a:solidFill>
                  <a:schemeClr val="tx1"/>
                </a:solidFill>
              </a:rPr>
              <a:t> </a:t>
            </a:r>
            <a:endParaRPr lang="en-GB" sz="4800" dirty="0">
              <a:solidFill>
                <a:schemeClr val="tx1"/>
              </a:solidFill>
            </a:endParaRPr>
          </a:p>
        </p:txBody>
      </p:sp>
      <p:pic>
        <p:nvPicPr>
          <p:cNvPr id="4" name="Picture 3">
            <a:extLst>
              <a:ext uri="{FF2B5EF4-FFF2-40B4-BE49-F238E27FC236}">
                <a16:creationId xmlns:a16="http://schemas.microsoft.com/office/drawing/2014/main" id="{48CA1113-4524-2852-6B70-9C62F99B7CB6}"/>
              </a:ext>
            </a:extLst>
          </p:cNvPr>
          <p:cNvPicPr>
            <a:picLocks noChangeAspect="1"/>
          </p:cNvPicPr>
          <p:nvPr/>
        </p:nvPicPr>
        <p:blipFill>
          <a:blip r:embed="rId2"/>
          <a:srcRect t="-480" r="-2" b="-2"/>
          <a:stretch/>
        </p:blipFill>
        <p:spPr>
          <a:xfrm>
            <a:off x="244900" y="200771"/>
            <a:ext cx="2973847" cy="3228230"/>
          </a:xfrm>
          <a:prstGeom prst="rect">
            <a:avLst/>
          </a:prstGeom>
          <a:noFill/>
        </p:spPr>
      </p:pic>
      <p:sp>
        <p:nvSpPr>
          <p:cNvPr id="2" name="Content Placeholder 1">
            <a:extLst>
              <a:ext uri="{FF2B5EF4-FFF2-40B4-BE49-F238E27FC236}">
                <a16:creationId xmlns:a16="http://schemas.microsoft.com/office/drawing/2014/main" id="{15B5FFB2-A5AC-699F-29F2-299D023C83C6}"/>
              </a:ext>
            </a:extLst>
          </p:cNvPr>
          <p:cNvSpPr>
            <a:spLocks noGrp="1"/>
          </p:cNvSpPr>
          <p:nvPr>
            <p:ph sz="quarter" idx="4294967295"/>
          </p:nvPr>
        </p:nvSpPr>
        <p:spPr>
          <a:xfrm>
            <a:off x="3333289" y="1282031"/>
            <a:ext cx="7909016" cy="4293937"/>
          </a:xfrm>
          <a:prstGeom prst="rect">
            <a:avLst/>
          </a:prstGeom>
        </p:spPr>
        <p:txBody>
          <a:bodyPr anchor="t">
            <a:normAutofit/>
          </a:bodyPr>
          <a:lstStyle/>
          <a:p>
            <a:pPr marL="0" indent="0" algn="ctr">
              <a:buNone/>
            </a:pPr>
            <a:r>
              <a:rPr lang="en-US" sz="3600" b="1" kern="1200" dirty="0">
                <a:solidFill>
                  <a:srgbClr val="003300"/>
                </a:solidFill>
                <a:effectLst>
                  <a:outerShdw blurRad="38100" dist="38100" dir="2700000" algn="tl">
                    <a:srgbClr val="000000">
                      <a:alpha val="43137"/>
                    </a:srgbClr>
                  </a:outerShdw>
                </a:effectLst>
              </a:rPr>
              <a:t>What is real? </a:t>
            </a:r>
          </a:p>
          <a:p>
            <a:pPr marL="0" indent="0" algn="ctr">
              <a:buNone/>
            </a:pPr>
            <a:r>
              <a:rPr lang="en-GB" sz="1600" b="1" kern="1200" dirty="0">
                <a:solidFill>
                  <a:schemeClr val="tx1"/>
                </a:solidFill>
              </a:rPr>
              <a:t>Ontology Debate Activity </a:t>
            </a:r>
          </a:p>
          <a:p>
            <a:pPr marL="0" indent="0" algn="ctr">
              <a:buNone/>
            </a:pPr>
            <a:r>
              <a:rPr lang="en-GB" sz="1600" b="1" kern="1200" dirty="0">
                <a:solidFill>
                  <a:schemeClr val="tx1"/>
                </a:solidFill>
              </a:rPr>
              <a:t>Objective: </a:t>
            </a:r>
          </a:p>
          <a:p>
            <a:pPr marL="0" indent="0" algn="ctr">
              <a:buNone/>
            </a:pPr>
            <a:r>
              <a:rPr lang="en-GB" sz="1600" b="1" kern="1200" dirty="0">
                <a:solidFill>
                  <a:schemeClr val="tx1"/>
                </a:solidFill>
              </a:rPr>
              <a:t>This activity will help you understand different ontological perspectives—specifically, the difference between Realism (reality exists independently of us) and Constructivism (reality is shaped by your little grey cells, experiences and interactions).  </a:t>
            </a:r>
          </a:p>
          <a:p>
            <a:pPr marL="0" indent="0" algn="ctr">
              <a:buNone/>
            </a:pPr>
            <a:endParaRPr lang="en-GB" sz="1600" b="1" kern="1200" dirty="0">
              <a:solidFill>
                <a:schemeClr val="tx1"/>
              </a:solidFill>
            </a:endParaRPr>
          </a:p>
          <a:p>
            <a:pPr marL="0" indent="0" algn="ctr">
              <a:buNone/>
            </a:pPr>
            <a:r>
              <a:rPr lang="en-GB" sz="1600" b="1" kern="1200" dirty="0">
                <a:solidFill>
                  <a:schemeClr val="tx1"/>
                </a:solidFill>
              </a:rPr>
              <a:t>You’ll debate these perspectives in the context of real-world research problems in Computer Science (CS), Data Analytics (DA), and Cybersecurity (CY).  One group will develop the arguments for Realism and the others </a:t>
            </a:r>
            <a:r>
              <a:rPr lang="en-GB" sz="1600" b="1" kern="1200" dirty="0" err="1">
                <a:solidFill>
                  <a:schemeClr val="tx1"/>
                </a:solidFill>
              </a:rPr>
              <a:t>Constructuvism</a:t>
            </a:r>
            <a:endParaRPr lang="en-GB" sz="1600" b="1" kern="1200" dirty="0">
              <a:solidFill>
                <a:schemeClr val="tx1"/>
              </a:solidFill>
            </a:endParaRPr>
          </a:p>
          <a:p>
            <a:pPr marL="0" indent="0" algn="ctr">
              <a:buNone/>
            </a:pPr>
            <a:endParaRPr lang="en-GB" sz="1600" b="1" dirty="0">
              <a:solidFill>
                <a:schemeClr val="tx1"/>
              </a:solidFill>
            </a:endParaRPr>
          </a:p>
          <a:p>
            <a:pPr marL="0" indent="0" algn="ctr">
              <a:buNone/>
            </a:pPr>
            <a:r>
              <a:rPr lang="en-GB" sz="1600" b="1" kern="1200" dirty="0">
                <a:solidFill>
                  <a:schemeClr val="tx1"/>
                </a:solidFill>
              </a:rPr>
              <a:t>There are several scenarios in the work sheet – or you can develop one of your own</a:t>
            </a:r>
            <a:endParaRPr lang="en-US" sz="1600" kern="1200" dirty="0">
              <a:solidFill>
                <a:schemeClr val="tx1"/>
              </a:solidFill>
            </a:endParaRPr>
          </a:p>
        </p:txBody>
      </p:sp>
    </p:spTree>
    <p:extLst>
      <p:ext uri="{BB962C8B-B14F-4D97-AF65-F5344CB8AC3E}">
        <p14:creationId xmlns:p14="http://schemas.microsoft.com/office/powerpoint/2010/main" val="1824499101"/>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Two sides: Realism and Constructivism – each side prepares arguments for its assigned position</a:t>
            </a:r>
          </a:p>
          <a:p>
            <a:r>
              <a:rPr sz="2400" b="0"/>
              <a:t>Choose a scenario from the worksheet (or develop your own) in CS, DA or CY</a:t>
            </a:r>
          </a:p>
          <a:p>
            <a:r>
              <a:rPr sz="2400" b="0"/>
              <a:t>Realism presents – 10 minutes</a:t>
            </a:r>
          </a:p>
          <a:p>
            <a:r>
              <a:rPr sz="2400" b="0"/>
              <a:t>Constructivism presents – 10 minutes</a:t>
            </a:r>
          </a:p>
          <a:p>
            <a:r>
              <a:rPr sz="2400" b="0"/>
              <a:t>Rebuttals – 10 minutes</a:t>
            </a:r>
          </a:p>
          <a:p>
            <a:r>
              <a:rPr sz="2400" b="0"/>
              <a:t>Facilitator-led synthesis – 10 minutes</a:t>
            </a:r>
          </a:p>
        </p:txBody>
      </p:sp>
      <p:sp>
        <p:nvSpPr>
          <p:cNvPr id="3" name="Title 2"/>
          <p:cNvSpPr>
            <a:spLocks noGrp="1"/>
          </p:cNvSpPr>
          <p:nvPr>
            <p:ph type="title"/>
          </p:nvPr>
        </p:nvSpPr>
        <p:spPr/>
        <p:txBody>
          <a:bodyPr/>
          <a:lstStyle/>
          <a:p>
            <a:r>
              <a:t>Debate format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2DB7BD59-341D-54C8-863B-4BE180557669}"/>
              </a:ext>
            </a:extLst>
          </p:cNvPr>
          <p:cNvSpPr>
            <a:spLocks noGrp="1"/>
          </p:cNvSpPr>
          <p:nvPr>
            <p:ph type="body" sz="quarter" idx="13"/>
          </p:nvPr>
        </p:nvSpPr>
        <p:spPr>
          <a:xfrm>
            <a:off x="277627" y="1737857"/>
            <a:ext cx="6080643" cy="4386496"/>
          </a:xfrm>
        </p:spPr>
        <p:txBody>
          <a:bodyPr>
            <a:normAutofit/>
          </a:bodyPr>
          <a:lstStyle/>
          <a:p>
            <a:pPr marL="0" indent="0">
              <a:buNone/>
            </a:pPr>
            <a:r>
              <a:rPr lang="en-GB" b="1" dirty="0"/>
              <a:t>Ontology</a:t>
            </a:r>
            <a:r>
              <a:rPr lang="en-GB" dirty="0"/>
              <a:t> informs how you perceive the nature of the objects and phenomena you study in CS, Data Analytics, and Cybersecurity.</a:t>
            </a:r>
          </a:p>
          <a:p>
            <a:r>
              <a:rPr lang="en-GB" b="1" dirty="0"/>
              <a:t>Realist Ontology: </a:t>
            </a:r>
            <a:r>
              <a:rPr lang="en-GB" dirty="0"/>
              <a:t>Emphasizes objective existence and the belief that systems, data, and threats can be </a:t>
            </a:r>
            <a:r>
              <a:rPr lang="en-GB" dirty="0" err="1"/>
              <a:t>analyzed</a:t>
            </a:r>
            <a:r>
              <a:rPr lang="en-GB" dirty="0"/>
              <a:t> independently of human perceptions.</a:t>
            </a:r>
          </a:p>
          <a:p>
            <a:r>
              <a:rPr lang="en-GB" b="1" dirty="0"/>
              <a:t>Constructivist Ontology</a:t>
            </a:r>
            <a:r>
              <a:rPr lang="en-GB" dirty="0"/>
              <a:t>: Recognizes that human </a:t>
            </a:r>
            <a:r>
              <a:rPr lang="en-GB" dirty="0" err="1"/>
              <a:t>behavior</a:t>
            </a:r>
            <a:r>
              <a:rPr lang="en-GB" dirty="0"/>
              <a:t>, interpretation, and contextual factors play a role in shaping reality in data-driven and security-related fields.</a:t>
            </a:r>
          </a:p>
          <a:p>
            <a:pPr marL="0" indent="0">
              <a:buNone/>
            </a:pPr>
            <a:r>
              <a:rPr lang="en-GB" dirty="0"/>
              <a:t>By understanding ontology, researchers can </a:t>
            </a:r>
            <a:r>
              <a:rPr lang="en-GB" b="1" dirty="0"/>
              <a:t>align</a:t>
            </a:r>
            <a:r>
              <a:rPr lang="en-GB" dirty="0"/>
              <a:t> </a:t>
            </a:r>
            <a:r>
              <a:rPr lang="en-GB" b="1" dirty="0"/>
              <a:t>methodologies</a:t>
            </a:r>
            <a:r>
              <a:rPr lang="en-GB" dirty="0"/>
              <a:t> with their assumptions about the nature of reality and the entities you’re studying.</a:t>
            </a:r>
          </a:p>
          <a:p>
            <a:endParaRPr lang="en-GB" dirty="0"/>
          </a:p>
        </p:txBody>
      </p:sp>
      <p:sp>
        <p:nvSpPr>
          <p:cNvPr id="8" name="Title 7">
            <a:extLst>
              <a:ext uri="{FF2B5EF4-FFF2-40B4-BE49-F238E27FC236}">
                <a16:creationId xmlns:a16="http://schemas.microsoft.com/office/drawing/2014/main" id="{CD0284D9-236C-67F5-65E2-29D581047921}"/>
              </a:ext>
            </a:extLst>
          </p:cNvPr>
          <p:cNvSpPr>
            <a:spLocks noGrp="1"/>
          </p:cNvSpPr>
          <p:nvPr>
            <p:ph type="title"/>
          </p:nvPr>
        </p:nvSpPr>
        <p:spPr>
          <a:xfrm>
            <a:off x="118139" y="252320"/>
            <a:ext cx="7420344" cy="830997"/>
          </a:xfrm>
        </p:spPr>
        <p:txBody>
          <a:bodyPr/>
          <a:lstStyle/>
          <a:p>
            <a:r>
              <a:rPr lang="en-GB" dirty="0"/>
              <a:t>Ontology – recap</a:t>
            </a:r>
            <a:br>
              <a:rPr lang="en-GB" dirty="0"/>
            </a:br>
            <a:endParaRPr lang="en-GB" dirty="0"/>
          </a:p>
        </p:txBody>
      </p:sp>
      <p:graphicFrame>
        <p:nvGraphicFramePr>
          <p:cNvPr id="18" name="Table 17">
            <a:extLst>
              <a:ext uri="{FF2B5EF4-FFF2-40B4-BE49-F238E27FC236}">
                <a16:creationId xmlns:a16="http://schemas.microsoft.com/office/drawing/2014/main" id="{8DE31455-6973-2283-2C66-5B137C1C2675}"/>
              </a:ext>
            </a:extLst>
          </p:cNvPr>
          <p:cNvGraphicFramePr>
            <a:graphicFrameLocks noGrp="1"/>
          </p:cNvGraphicFramePr>
          <p:nvPr>
            <p:extLst>
              <p:ext uri="{D42A27DB-BD31-4B8C-83A1-F6EECF244321}">
                <p14:modId xmlns:p14="http://schemas.microsoft.com/office/powerpoint/2010/main" val="93050007"/>
              </p:ext>
            </p:extLst>
          </p:nvPr>
        </p:nvGraphicFramePr>
        <p:xfrm>
          <a:off x="6189848" y="2032345"/>
          <a:ext cx="5724525" cy="3036824"/>
        </p:xfrm>
        <a:graphic>
          <a:graphicData uri="http://schemas.openxmlformats.org/drawingml/2006/table">
            <a:tbl>
              <a:tblPr firstRow="1" firstCol="1">
                <a:tableStyleId>{6E25E649-3F16-4E02-A733-19D2CDBF48F0}</a:tableStyleId>
              </a:tblPr>
              <a:tblGrid>
                <a:gridCol w="1106805">
                  <a:extLst>
                    <a:ext uri="{9D8B030D-6E8A-4147-A177-3AD203B41FA5}">
                      <a16:colId xmlns:a16="http://schemas.microsoft.com/office/drawing/2014/main" val="2165373524"/>
                    </a:ext>
                  </a:extLst>
                </a:gridCol>
                <a:gridCol w="2195195">
                  <a:extLst>
                    <a:ext uri="{9D8B030D-6E8A-4147-A177-3AD203B41FA5}">
                      <a16:colId xmlns:a16="http://schemas.microsoft.com/office/drawing/2014/main" val="2662584277"/>
                    </a:ext>
                  </a:extLst>
                </a:gridCol>
                <a:gridCol w="2422525">
                  <a:extLst>
                    <a:ext uri="{9D8B030D-6E8A-4147-A177-3AD203B41FA5}">
                      <a16:colId xmlns:a16="http://schemas.microsoft.com/office/drawing/2014/main" val="507046525"/>
                    </a:ext>
                  </a:extLst>
                </a:gridCol>
              </a:tblGrid>
              <a:tr h="219075">
                <a:tc>
                  <a:txBody>
                    <a:bodyPr/>
                    <a:lstStyle/>
                    <a:p>
                      <a:pPr algn="ctr">
                        <a:lnSpc>
                          <a:spcPct val="115000"/>
                        </a:lnSpc>
                        <a:spcBef>
                          <a:spcPts val="1200"/>
                        </a:spcBef>
                        <a:spcAft>
                          <a:spcPts val="710"/>
                        </a:spcAft>
                      </a:pPr>
                      <a:r>
                        <a:rPr lang="en-GB" sz="1100" kern="100">
                          <a:effectLst/>
                        </a:rPr>
                        <a:t>Ontology</a:t>
                      </a:r>
                    </a:p>
                    <a:p>
                      <a:pPr algn="ct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gn="ctr">
                        <a:lnSpc>
                          <a:spcPct val="115000"/>
                        </a:lnSpc>
                        <a:spcBef>
                          <a:spcPts val="1200"/>
                        </a:spcBef>
                        <a:spcAft>
                          <a:spcPts val="710"/>
                        </a:spcAft>
                      </a:pPr>
                      <a:r>
                        <a:rPr lang="en-GB" sz="1100" kern="100" dirty="0">
                          <a:effectLst/>
                        </a:rPr>
                        <a:t>Realism</a:t>
                      </a:r>
                    </a:p>
                    <a:p>
                      <a:pPr algn="ct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gn="ctr">
                        <a:lnSpc>
                          <a:spcPct val="115000"/>
                        </a:lnSpc>
                        <a:spcBef>
                          <a:spcPts val="1200"/>
                        </a:spcBef>
                        <a:spcAft>
                          <a:spcPts val="710"/>
                        </a:spcAft>
                      </a:pPr>
                      <a:r>
                        <a:rPr lang="en-GB" sz="1100" kern="100">
                          <a:effectLst/>
                        </a:rPr>
                        <a:t>Constructivism</a:t>
                      </a:r>
                    </a:p>
                    <a:p>
                      <a:pPr algn="ct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2477640077"/>
                  </a:ext>
                </a:extLst>
              </a:tr>
              <a:tr h="190500">
                <a:tc>
                  <a:txBody>
                    <a:bodyPr/>
                    <a:lstStyle/>
                    <a:p>
                      <a:pPr>
                        <a:lnSpc>
                          <a:spcPct val="115000"/>
                        </a:lnSpc>
                        <a:spcBef>
                          <a:spcPts val="1200"/>
                        </a:spcBef>
                        <a:spcAft>
                          <a:spcPts val="710"/>
                        </a:spcAft>
                      </a:pPr>
                      <a:r>
                        <a:rPr lang="en-GB" sz="1100" kern="100">
                          <a:effectLst/>
                        </a:rPr>
                        <a:t>Core Idea</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Reality exists independently of human minds.</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Reality is constructed through human experience.</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3540275790"/>
                  </a:ext>
                </a:extLst>
              </a:tr>
              <a:tr h="190500">
                <a:tc>
                  <a:txBody>
                    <a:bodyPr/>
                    <a:lstStyle/>
                    <a:p>
                      <a:pPr>
                        <a:lnSpc>
                          <a:spcPct val="115000"/>
                        </a:lnSpc>
                        <a:spcBef>
                          <a:spcPts val="1200"/>
                        </a:spcBef>
                        <a:spcAft>
                          <a:spcPts val="710"/>
                        </a:spcAft>
                      </a:pPr>
                      <a:r>
                        <a:rPr lang="en-GB" sz="1100" kern="100">
                          <a:effectLst/>
                        </a:rPr>
                        <a:t>Computer Science</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a:effectLst/>
                        </a:rPr>
                        <a:t>Algorithms and systems exist independently.</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User interaction with systems shapes reality</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2723166455"/>
                  </a:ext>
                </a:extLst>
              </a:tr>
              <a:tr h="190500">
                <a:tc>
                  <a:txBody>
                    <a:bodyPr/>
                    <a:lstStyle/>
                    <a:p>
                      <a:pPr>
                        <a:lnSpc>
                          <a:spcPct val="115000"/>
                        </a:lnSpc>
                        <a:spcBef>
                          <a:spcPts val="1200"/>
                        </a:spcBef>
                        <a:spcAft>
                          <a:spcPts val="710"/>
                        </a:spcAft>
                      </a:pPr>
                      <a:r>
                        <a:rPr lang="en-GB" sz="1100" kern="100">
                          <a:effectLst/>
                        </a:rPr>
                        <a:t>Data Analytics</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a:effectLst/>
                        </a:rPr>
                        <a:t>Data reflects objective reality.</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Data is 	shaped by collection and interpretation.</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3324643421"/>
                  </a:ext>
                </a:extLst>
              </a:tr>
              <a:tr h="190500">
                <a:tc>
                  <a:txBody>
                    <a:bodyPr/>
                    <a:lstStyle/>
                    <a:p>
                      <a:pPr>
                        <a:lnSpc>
                          <a:spcPct val="115000"/>
                        </a:lnSpc>
                        <a:spcBef>
                          <a:spcPts val="1200"/>
                        </a:spcBef>
                        <a:spcAft>
                          <a:spcPts val="710"/>
                        </a:spcAft>
                      </a:pPr>
                      <a:r>
                        <a:rPr lang="en-GB" sz="1100" kern="100">
                          <a:effectLst/>
                        </a:rPr>
                        <a:t>Cybersecurity</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a:effectLst/>
                        </a:rPr>
                        <a:t>Threats and vulnerabilities are objective.</a:t>
                      </a:r>
                    </a:p>
                    <a:p>
                      <a:pPr>
                        <a:lnSpc>
                          <a:spcPct val="107000"/>
                        </a:lnSpc>
                        <a:spcAft>
                          <a:spcPts val="800"/>
                        </a:spcAft>
                      </a:pPr>
                      <a:r>
                        <a:rPr lang="en-GB" sz="1100" kern="100">
                          <a:effectLst/>
                        </a:rPr>
                        <a:t> </a:t>
                      </a:r>
                      <a:endParaRPr lang="en-GB" sz="11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a:lnSpc>
                          <a:spcPct val="115000"/>
                        </a:lnSpc>
                        <a:spcBef>
                          <a:spcPts val="1200"/>
                        </a:spcBef>
                        <a:spcAft>
                          <a:spcPts val="710"/>
                        </a:spcAft>
                      </a:pPr>
                      <a:r>
                        <a:rPr lang="en-GB" sz="1100" kern="100" dirty="0">
                          <a:effectLst/>
                        </a:rPr>
                        <a:t>Security risks are influenced by human behaviour.</a:t>
                      </a:r>
                    </a:p>
                    <a:p>
                      <a:pPr>
                        <a:lnSpc>
                          <a:spcPct val="107000"/>
                        </a:lnSpc>
                        <a:spcAft>
                          <a:spcPts val="800"/>
                        </a:spcAft>
                      </a:pPr>
                      <a:r>
                        <a:rPr lang="en-GB" sz="1100" kern="100" dirty="0">
                          <a:effectLst/>
                        </a:rPr>
                        <a:t> </a:t>
                      </a:r>
                      <a:endParaRPr lang="en-GB" sz="1100" kern="100" dirty="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1644980203"/>
                  </a:ext>
                </a:extLst>
              </a:tr>
            </a:tbl>
          </a:graphicData>
        </a:graphic>
      </p:graphicFrame>
      <p:pic>
        <p:nvPicPr>
          <p:cNvPr id="19" name="Picture Placeholder 9">
            <a:extLst>
              <a:ext uri="{FF2B5EF4-FFF2-40B4-BE49-F238E27FC236}">
                <a16:creationId xmlns:a16="http://schemas.microsoft.com/office/drawing/2014/main" id="{DF808A49-3935-0B58-5D39-CD4D0CD19AA8}"/>
              </a:ext>
            </a:extLst>
          </p:cNvPr>
          <p:cNvPicPr>
            <a:picLocks noChangeAspect="1"/>
          </p:cNvPicPr>
          <p:nvPr/>
        </p:nvPicPr>
        <p:blipFill>
          <a:blip r:embed="rId2">
            <a:extLst>
              <a:ext uri="{837473B0-CC2E-450A-ABE3-18F120FF3D39}">
                <a1611:picAttrSrcUrl xmlns:a1611="http://schemas.microsoft.com/office/drawing/2016/11/main" r:id="rId3"/>
              </a:ext>
            </a:extLst>
          </a:blip>
          <a:srcRect l="-11176" t="31795" r="-1739" b="-1856"/>
          <a:stretch/>
        </p:blipFill>
        <p:spPr>
          <a:xfrm>
            <a:off x="8959283" y="25271"/>
            <a:ext cx="3232718" cy="1977699"/>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pic>
    </p:spTree>
    <p:extLst>
      <p:ext uri="{BB962C8B-B14F-4D97-AF65-F5344CB8AC3E}">
        <p14:creationId xmlns:p14="http://schemas.microsoft.com/office/powerpoint/2010/main" val="4247472943"/>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Write 3–4 sentences beginning: “My provisional ontological position for my own research is…”</a:t>
            </a:r>
          </a:p>
          <a:p>
            <a:r>
              <a:rPr sz="2400" b="0"/>
              <a:t>What do I believe about the nature of the problem I want to research?</a:t>
            </a:r>
          </a:p>
          <a:p>
            <a:r>
              <a:rPr sz="2400" b="0"/>
              <a:t>Is it something that exists independently of us (realist) or is it shaped by people’s experiences and interactions (constructivist)?</a:t>
            </a:r>
          </a:p>
          <a:p>
            <a:r>
              <a:rPr sz="2400" b="0"/>
              <a:t>Keep it – it becomes the ontology line of your Stance Card on Thursday</a:t>
            </a:r>
          </a:p>
        </p:txBody>
      </p:sp>
      <p:sp>
        <p:nvSpPr>
          <p:cNvPr id="3" name="Title 2"/>
          <p:cNvSpPr>
            <a:spLocks noGrp="1"/>
          </p:cNvSpPr>
          <p:nvPr>
            <p:ph type="title"/>
          </p:nvPr>
        </p:nvSpPr>
        <p:spPr/>
        <p:txBody>
          <a:bodyPr/>
          <a:lstStyle/>
          <a:p>
            <a:r>
              <a:t>Your provisional ontological position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F211-ED25-4BED-862A-17F84B323349}"/>
              </a:ext>
            </a:extLst>
          </p:cNvPr>
          <p:cNvSpPr>
            <a:spLocks noGrp="1"/>
          </p:cNvSpPr>
          <p:nvPr>
            <p:ph type="title"/>
          </p:nvPr>
        </p:nvSpPr>
        <p:spPr>
          <a:xfrm>
            <a:off x="317500" y="334644"/>
            <a:ext cx="10693400" cy="830997"/>
          </a:xfrm>
        </p:spPr>
        <p:txBody>
          <a:bodyPr rtlCol="0"/>
          <a:lstStyle/>
          <a:p>
            <a:pPr rtl="0"/>
            <a:r>
              <a:rPr lang="en-GB" dirty="0"/>
              <a:t>Summary</a:t>
            </a:r>
            <a:br>
              <a:rPr lang="en-GB" dirty="0"/>
            </a:br>
            <a:endParaRPr lang="en-GB" dirty="0"/>
          </a:p>
        </p:txBody>
      </p:sp>
      <p:sp>
        <p:nvSpPr>
          <p:cNvPr id="18" name="Hexagon 17">
            <a:extLst>
              <a:ext uri="{FF2B5EF4-FFF2-40B4-BE49-F238E27FC236}">
                <a16:creationId xmlns:a16="http://schemas.microsoft.com/office/drawing/2014/main" id="{F3A0DAD0-3E39-4BBF-88E4-5C3C306DCCBB}"/>
              </a:ext>
              <a:ext uri="{C183D7F6-B498-43B3-948B-1728B52AA6E4}">
                <adec:decorative xmlns:adec="http://schemas.microsoft.com/office/drawing/2017/decorative" val="1"/>
              </a:ext>
            </a:extLst>
          </p:cNvPr>
          <p:cNvSpPr/>
          <p:nvPr/>
        </p:nvSpPr>
        <p:spPr>
          <a:xfrm>
            <a:off x="609017" y="1914553"/>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16" name="Graphic 15" descr="Target Audience">
            <a:extLst>
              <a:ext uri="{FF2B5EF4-FFF2-40B4-BE49-F238E27FC236}">
                <a16:creationId xmlns:a16="http://schemas.microsoft.com/office/drawing/2014/main" id="{C4663C19-45BD-46CB-AA38-6CE7C4522B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513" y="2071699"/>
            <a:ext cx="548640" cy="548640"/>
          </a:xfrm>
          <a:prstGeom prst="rect">
            <a:avLst/>
          </a:prstGeom>
        </p:spPr>
      </p:pic>
      <p:sp>
        <p:nvSpPr>
          <p:cNvPr id="11" name="TextBox 10">
            <a:extLst>
              <a:ext uri="{FF2B5EF4-FFF2-40B4-BE49-F238E27FC236}">
                <a16:creationId xmlns:a16="http://schemas.microsoft.com/office/drawing/2014/main" id="{0A302878-D117-49D8-8CD3-093E34DF215B}"/>
              </a:ext>
            </a:extLst>
          </p:cNvPr>
          <p:cNvSpPr txBox="1"/>
          <p:nvPr/>
        </p:nvSpPr>
        <p:spPr>
          <a:xfrm>
            <a:off x="1607365" y="1732005"/>
            <a:ext cx="4626353" cy="12280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1600" b="1" i="0" u="none" strike="noStrike" kern="1200" cap="none" spc="0" normalizeH="0" dirty="0">
                <a:ln>
                  <a:noFill/>
                </a:ln>
                <a:solidFill>
                  <a:schemeClr val="accent4"/>
                </a:solidFill>
                <a:effectLst/>
                <a:uLnTx/>
                <a:uFillTx/>
                <a:ea typeface="+mn-ea"/>
                <a:cs typeface="Biome Light" panose="020B0303030204020804" pitchFamily="34" charset="0"/>
              </a:rPr>
              <a:t>Ontology </a:t>
            </a:r>
            <a:r>
              <a:rPr lang="en-GB" sz="1600" i="0" u="none" strike="noStrike" kern="1200" cap="none" spc="0" normalizeH="0" dirty="0">
                <a:ln>
                  <a:noFill/>
                </a:ln>
                <a:effectLst/>
                <a:uLnTx/>
                <a:uFillTx/>
                <a:ea typeface="+mn-ea"/>
                <a:cs typeface="Biome Light" panose="020B0303030204020804" pitchFamily="34" charset="0"/>
              </a:rPr>
              <a:t>defines the nature of reality that researchers believe exists in the world. It shapes what we consider to be real and what entities or phenomena are worth studying in fields like Computer Science, Data Analytics, and Cybersecurity</a:t>
            </a:r>
            <a:r>
              <a:rPr lang="en-GB" i="0" u="none" strike="noStrike" kern="1200" cap="none" spc="0" normalizeH="0" dirty="0">
                <a:ln>
                  <a:noFill/>
                </a:ln>
                <a:effectLst/>
                <a:uLnTx/>
                <a:uFillTx/>
                <a:ea typeface="+mn-ea"/>
                <a:cs typeface="Biome Light" panose="020B0303030204020804" pitchFamily="34" charset="0"/>
              </a:rPr>
              <a:t>.</a:t>
            </a:r>
            <a:endParaRPr lang="en-GB" sz="1600" i="0" u="none" strike="noStrike" kern="1200" cap="none" spc="0" normalizeH="0" dirty="0">
              <a:ln>
                <a:noFill/>
              </a:ln>
              <a:effectLst/>
              <a:uLnTx/>
              <a:uFillTx/>
              <a:ea typeface="+mn-ea"/>
              <a:cs typeface="Biome Light" panose="020B0303030204020804" pitchFamily="34" charset="0"/>
            </a:endParaRPr>
          </a:p>
        </p:txBody>
      </p:sp>
      <p:sp>
        <p:nvSpPr>
          <p:cNvPr id="24" name="Hexagon 23">
            <a:extLst>
              <a:ext uri="{FF2B5EF4-FFF2-40B4-BE49-F238E27FC236}">
                <a16:creationId xmlns:a16="http://schemas.microsoft.com/office/drawing/2014/main" id="{B8F5A225-0C56-4A56-9265-DBE9001CCCDC}"/>
              </a:ext>
              <a:ext uri="{C183D7F6-B498-43B3-948B-1728B52AA6E4}">
                <adec:decorative xmlns:adec="http://schemas.microsoft.com/office/drawing/2017/decorative" val="1"/>
              </a:ext>
            </a:extLst>
          </p:cNvPr>
          <p:cNvSpPr/>
          <p:nvPr/>
        </p:nvSpPr>
        <p:spPr>
          <a:xfrm>
            <a:off x="6390768" y="1985132"/>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4" name="Graphic 33" descr="Upward trend">
            <a:extLst>
              <a:ext uri="{FF2B5EF4-FFF2-40B4-BE49-F238E27FC236}">
                <a16:creationId xmlns:a16="http://schemas.microsoft.com/office/drawing/2014/main" id="{112CEB44-CF96-4193-8126-3EF3F89B2EA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565706" y="2086992"/>
            <a:ext cx="548640" cy="548640"/>
          </a:xfrm>
          <a:prstGeom prst="rect">
            <a:avLst/>
          </a:prstGeom>
        </p:spPr>
      </p:pic>
      <p:sp>
        <p:nvSpPr>
          <p:cNvPr id="7" name="TextBox 6">
            <a:extLst>
              <a:ext uri="{FF2B5EF4-FFF2-40B4-BE49-F238E27FC236}">
                <a16:creationId xmlns:a16="http://schemas.microsoft.com/office/drawing/2014/main" id="{64DBD184-BCBE-4A38-8DF2-C0C550ADE4C4}"/>
              </a:ext>
            </a:extLst>
          </p:cNvPr>
          <p:cNvSpPr txBox="1"/>
          <p:nvPr/>
        </p:nvSpPr>
        <p:spPr>
          <a:xfrm>
            <a:off x="7389116" y="1636496"/>
            <a:ext cx="4457894"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Doxology </a:t>
            </a:r>
            <a:r>
              <a:rPr lang="en-GB" sz="1600" b="0" i="0" u="none" strike="noStrike" kern="1200" cap="none" spc="0" normalizeH="0" dirty="0">
                <a:ln>
                  <a:noFill/>
                </a:ln>
                <a:effectLst/>
                <a:uLnTx/>
                <a:uFillTx/>
                <a:latin typeface="+mn-lt"/>
                <a:ea typeface="+mn-ea"/>
                <a:cs typeface="Biome Light" panose="020B0303030204020804" pitchFamily="34" charset="0"/>
              </a:rPr>
              <a:t>Belief systems or assumptions that influence a researcher's approach. These beliefs may be unexamined but impact how technology is developed, such as assumptions about the neutrality of algorithms or the completeness of security solutions.</a:t>
            </a:r>
          </a:p>
        </p:txBody>
      </p:sp>
      <p:sp>
        <p:nvSpPr>
          <p:cNvPr id="19" name="Hexagon 18">
            <a:extLst>
              <a:ext uri="{FF2B5EF4-FFF2-40B4-BE49-F238E27FC236}">
                <a16:creationId xmlns:a16="http://schemas.microsoft.com/office/drawing/2014/main" id="{A6510D74-8CDF-4500-996B-40C07942D72B}"/>
              </a:ext>
              <a:ext uri="{C183D7F6-B498-43B3-948B-1728B52AA6E4}">
                <adec:decorative xmlns:adec="http://schemas.microsoft.com/office/drawing/2017/decorative" val="1"/>
              </a:ext>
            </a:extLst>
          </p:cNvPr>
          <p:cNvSpPr/>
          <p:nvPr/>
        </p:nvSpPr>
        <p:spPr>
          <a:xfrm>
            <a:off x="609018" y="3510536"/>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0" name="Graphic 29" descr="Shopping bag">
            <a:extLst>
              <a:ext uri="{FF2B5EF4-FFF2-40B4-BE49-F238E27FC236}">
                <a16:creationId xmlns:a16="http://schemas.microsoft.com/office/drawing/2014/main" id="{245749D8-5A06-44F2-B96E-6718BBEB6C4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93513" y="3618467"/>
            <a:ext cx="548640" cy="548640"/>
          </a:xfrm>
          <a:prstGeom prst="rect">
            <a:avLst/>
          </a:prstGeom>
        </p:spPr>
      </p:pic>
      <p:sp>
        <p:nvSpPr>
          <p:cNvPr id="13" name="TextBox 12">
            <a:extLst>
              <a:ext uri="{FF2B5EF4-FFF2-40B4-BE49-F238E27FC236}">
                <a16:creationId xmlns:a16="http://schemas.microsoft.com/office/drawing/2014/main" id="{E0A3F38B-310F-454B-9EF6-EF4B5FD017B0}"/>
              </a:ext>
            </a:extLst>
          </p:cNvPr>
          <p:cNvSpPr txBox="1"/>
          <p:nvPr/>
        </p:nvSpPr>
        <p:spPr>
          <a:xfrm>
            <a:off x="1615307" y="3191314"/>
            <a:ext cx="4364484"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Epistemology </a:t>
            </a:r>
            <a:r>
              <a:rPr lang="en-GB" sz="1600" b="0" i="0" u="none" strike="noStrike" kern="1200" cap="none" spc="0" normalizeH="0" dirty="0">
                <a:ln>
                  <a:noFill/>
                </a:ln>
                <a:effectLst/>
                <a:uLnTx/>
                <a:uFillTx/>
                <a:latin typeface="+mn-lt"/>
                <a:ea typeface="+mn-ea"/>
                <a:cs typeface="Biome Light" panose="020B0303030204020804" pitchFamily="34" charset="0"/>
              </a:rPr>
              <a:t>deals with the nature of knowledge and how we come to know things. It influences the methods used to gather knowledge—whether we seek objective, measurable facts (positivism) or subjective interpretations (interpretivism).</a:t>
            </a:r>
          </a:p>
        </p:txBody>
      </p:sp>
      <p:sp>
        <p:nvSpPr>
          <p:cNvPr id="26" name="Hexagon 25">
            <a:extLst>
              <a:ext uri="{FF2B5EF4-FFF2-40B4-BE49-F238E27FC236}">
                <a16:creationId xmlns:a16="http://schemas.microsoft.com/office/drawing/2014/main" id="{F73E68A5-255F-4C3B-82E4-28F5CE1AA4BA}"/>
              </a:ext>
              <a:ext uri="{C183D7F6-B498-43B3-948B-1728B52AA6E4}">
                <adec:decorative xmlns:adec="http://schemas.microsoft.com/office/drawing/2017/decorative" val="1"/>
              </a:ext>
            </a:extLst>
          </p:cNvPr>
          <p:cNvSpPr/>
          <p:nvPr/>
        </p:nvSpPr>
        <p:spPr>
          <a:xfrm>
            <a:off x="6382827" y="3510536"/>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6" name="Graphic 35" descr="Clipboard">
            <a:extLst>
              <a:ext uri="{FF2B5EF4-FFF2-40B4-BE49-F238E27FC236}">
                <a16:creationId xmlns:a16="http://schemas.microsoft.com/office/drawing/2014/main" id="{3F4B17BF-671E-4F42-AB1B-F84F52DCE25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573648" y="3606850"/>
            <a:ext cx="548640" cy="548640"/>
          </a:xfrm>
          <a:prstGeom prst="rect">
            <a:avLst/>
          </a:prstGeom>
        </p:spPr>
      </p:pic>
      <p:sp>
        <p:nvSpPr>
          <p:cNvPr id="9" name="TextBox 8">
            <a:extLst>
              <a:ext uri="{FF2B5EF4-FFF2-40B4-BE49-F238E27FC236}">
                <a16:creationId xmlns:a16="http://schemas.microsoft.com/office/drawing/2014/main" id="{BBD1A11C-0D13-40D5-A96C-6C9C65FDED12}"/>
              </a:ext>
            </a:extLst>
          </p:cNvPr>
          <p:cNvSpPr txBox="1"/>
          <p:nvPr/>
        </p:nvSpPr>
        <p:spPr>
          <a:xfrm>
            <a:off x="7389116" y="3248144"/>
            <a:ext cx="4457894"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Methodology </a:t>
            </a:r>
            <a:r>
              <a:rPr lang="en-GB" sz="1600" b="0" i="0" u="none" strike="noStrike" kern="1200" cap="none" spc="0" normalizeH="0" dirty="0">
                <a:ln>
                  <a:noFill/>
                </a:ln>
                <a:effectLst/>
                <a:uLnTx/>
                <a:uFillTx/>
                <a:latin typeface="+mn-lt"/>
                <a:ea typeface="+mn-ea"/>
                <a:cs typeface="Biome Light" panose="020B0303030204020804" pitchFamily="34" charset="0"/>
              </a:rPr>
              <a:t>is the strategic framework used to conduct research, guided by ontological, epistemological, axiological, and doxological assumptions. It dictates how researchers collect, analyse, and interpret data based on what they believe is real, knowable, valuable, and assumed.</a:t>
            </a:r>
          </a:p>
        </p:txBody>
      </p:sp>
      <p:sp>
        <p:nvSpPr>
          <p:cNvPr id="20" name="Hexagon 19">
            <a:extLst>
              <a:ext uri="{FF2B5EF4-FFF2-40B4-BE49-F238E27FC236}">
                <a16:creationId xmlns:a16="http://schemas.microsoft.com/office/drawing/2014/main" id="{E3AEA7C5-E53C-47EB-B54E-E09414923CE6}"/>
              </a:ext>
              <a:ext uri="{C183D7F6-B498-43B3-948B-1728B52AA6E4}">
                <adec:decorative xmlns:adec="http://schemas.microsoft.com/office/drawing/2017/decorative" val="1"/>
              </a:ext>
            </a:extLst>
          </p:cNvPr>
          <p:cNvSpPr/>
          <p:nvPr/>
        </p:nvSpPr>
        <p:spPr>
          <a:xfrm>
            <a:off x="581014" y="5387896"/>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2" name="Graphic 31" descr="User network">
            <a:extLst>
              <a:ext uri="{FF2B5EF4-FFF2-40B4-BE49-F238E27FC236}">
                <a16:creationId xmlns:a16="http://schemas.microsoft.com/office/drawing/2014/main" id="{B6919A3F-A031-4557-AAC9-0C948C6E4D6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65510" y="5482300"/>
            <a:ext cx="548640" cy="548640"/>
          </a:xfrm>
          <a:prstGeom prst="rect">
            <a:avLst/>
          </a:prstGeom>
        </p:spPr>
      </p:pic>
      <p:sp>
        <p:nvSpPr>
          <p:cNvPr id="17" name="TextBox 16">
            <a:extLst>
              <a:ext uri="{FF2B5EF4-FFF2-40B4-BE49-F238E27FC236}">
                <a16:creationId xmlns:a16="http://schemas.microsoft.com/office/drawing/2014/main" id="{4B6D4D59-1662-44D5-B239-F9F86487BE32}"/>
              </a:ext>
            </a:extLst>
          </p:cNvPr>
          <p:cNvSpPr txBox="1"/>
          <p:nvPr/>
        </p:nvSpPr>
        <p:spPr>
          <a:xfrm>
            <a:off x="1656963" y="4861105"/>
            <a:ext cx="4233169" cy="144962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Axiology </a:t>
            </a:r>
            <a:r>
              <a:rPr lang="en-GB" sz="1600" dirty="0">
                <a:cs typeface="Biome Light" panose="020B0303030204020804" pitchFamily="34" charset="0"/>
              </a:rPr>
              <a:t>addresses the values and ethics that guide research. It defines what is considered valuable or right in the development of technology, such as ensuring fairness in algorithms, privacy in data handling, and ethical hacking practices.</a:t>
            </a:r>
            <a:endParaRPr lang="en-GB" sz="1600" dirty="0"/>
          </a:p>
        </p:txBody>
      </p:sp>
      <p:sp>
        <p:nvSpPr>
          <p:cNvPr id="28" name="Hexagon 27">
            <a:extLst>
              <a:ext uri="{FF2B5EF4-FFF2-40B4-BE49-F238E27FC236}">
                <a16:creationId xmlns:a16="http://schemas.microsoft.com/office/drawing/2014/main" id="{BC618CE4-6DEC-4D26-B202-8BAAA269727E}"/>
              </a:ext>
              <a:ext uri="{C183D7F6-B498-43B3-948B-1728B52AA6E4}">
                <adec:decorative xmlns:adec="http://schemas.microsoft.com/office/drawing/2017/decorative" val="1"/>
              </a:ext>
            </a:extLst>
          </p:cNvPr>
          <p:cNvSpPr/>
          <p:nvPr/>
        </p:nvSpPr>
        <p:spPr>
          <a:xfrm>
            <a:off x="6356840" y="5244872"/>
            <a:ext cx="914400" cy="764219"/>
          </a:xfrm>
          <a:prstGeom prst="hexagon">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38" name="Graphic 37" descr="Megaphone1">
            <a:extLst>
              <a:ext uri="{FF2B5EF4-FFF2-40B4-BE49-F238E27FC236}">
                <a16:creationId xmlns:a16="http://schemas.microsoft.com/office/drawing/2014/main" id="{44B68078-72CC-45F5-9CD3-20C37D3298D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539720" y="5352661"/>
            <a:ext cx="548640" cy="548640"/>
          </a:xfrm>
          <a:prstGeom prst="rect">
            <a:avLst/>
          </a:prstGeom>
        </p:spPr>
      </p:pic>
      <p:sp>
        <p:nvSpPr>
          <p:cNvPr id="15" name="TextBox 14">
            <a:extLst>
              <a:ext uri="{FF2B5EF4-FFF2-40B4-BE49-F238E27FC236}">
                <a16:creationId xmlns:a16="http://schemas.microsoft.com/office/drawing/2014/main" id="{802A63E6-17C3-4C42-AD30-C1D1236CE8C7}"/>
              </a:ext>
            </a:extLst>
          </p:cNvPr>
          <p:cNvSpPr txBox="1"/>
          <p:nvPr/>
        </p:nvSpPr>
        <p:spPr>
          <a:xfrm>
            <a:off x="7354177" y="4839707"/>
            <a:ext cx="4457894" cy="1799467"/>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b="1" i="0" u="none" strike="noStrike" kern="1200" cap="none" spc="0" normalizeH="0" dirty="0">
                <a:ln>
                  <a:noFill/>
                </a:ln>
                <a:solidFill>
                  <a:schemeClr val="accent4"/>
                </a:solidFill>
                <a:effectLst/>
                <a:uLnTx/>
                <a:uFillTx/>
                <a:latin typeface="+mj-lt"/>
                <a:ea typeface="+mn-ea"/>
                <a:cs typeface="Biome Light" panose="020B0303030204020804" pitchFamily="34" charset="0"/>
              </a:rPr>
              <a:t>You will be confused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1600" b="0" i="0" u="none" strike="noStrike" kern="1200" cap="none" spc="0" normalizeH="0" dirty="0">
                <a:ln>
                  <a:noFill/>
                </a:ln>
                <a:effectLst/>
                <a:uLnTx/>
                <a:uFillTx/>
                <a:latin typeface="+mn-lt"/>
                <a:ea typeface="+mn-ea"/>
                <a:cs typeface="Biome Light" panose="020B0303030204020804" pitchFamily="34" charset="0"/>
              </a:rPr>
              <a:t>These components are interconnected: Ontology shapes how we see the world, epistemology guides how we learn about it, axiology ensures we do so ethically, doxology exposes our underlying beliefs, and methodology translates all of these into actionable research strategies. </a:t>
            </a:r>
            <a:endParaRPr lang="en-GB" sz="1600" dirty="0"/>
          </a:p>
        </p:txBody>
      </p:sp>
    </p:spTree>
    <p:extLst>
      <p:ext uri="{BB962C8B-B14F-4D97-AF65-F5344CB8AC3E}">
        <p14:creationId xmlns:p14="http://schemas.microsoft.com/office/powerpoint/2010/main" val="2308589282"/>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1"/>
              <a:t>Before you arrive, complete the pre-session prep:</a:t>
            </a:r>
          </a:p>
          <a:p>
            <a:r>
              <a:rPr sz="2400" b="0"/>
              <a:t>How to Choose a Research Topic – Praharaj et al. (2020)</a:t>
            </a:r>
          </a:p>
          <a:p>
            <a:r>
              <a:rPr sz="2400" b="0"/>
              <a:t>“Reading – a must” and “Reading – the funnel method”</a:t>
            </a:r>
          </a:p>
          <a:p>
            <a:r>
              <a:rPr sz="2400" b="0"/>
              <a:t>Doxology cheat sheet (recap)</a:t>
            </a:r>
          </a:p>
          <a:p>
            <a:r>
              <a:rPr sz="2400" b="0"/>
              <a:t>Bring your Stance Card and your broad topic area</a:t>
            </a:r>
          </a:p>
        </p:txBody>
      </p:sp>
      <p:sp>
        <p:nvSpPr>
          <p:cNvPr id="3" name="Title 2"/>
          <p:cNvSpPr>
            <a:spLocks noGrp="1"/>
          </p:cNvSpPr>
          <p:nvPr>
            <p:ph type="title"/>
          </p:nvPr>
        </p:nvSpPr>
        <p:spPr/>
        <p:txBody>
          <a:bodyPr/>
          <a:lstStyle/>
          <a:p>
            <a:r>
              <a:t>Next session: Research Questions and the Funnel Strategy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sp>
        <p:nvSpPr>
          <p:cNvPr id="16" name="Text Placeholder 3">
            <a:extLst>
              <a:ext uri="{FF2B5EF4-FFF2-40B4-BE49-F238E27FC236}">
                <a16:creationId xmlns:a16="http://schemas.microsoft.com/office/drawing/2014/main" id="{C7336734-6E1B-86C1-1C89-0DF6BC77D000}"/>
              </a:ext>
            </a:extLst>
          </p:cNvPr>
          <p:cNvSpPr>
            <a:spLocks noGrp="1"/>
          </p:cNvSpPr>
          <p:nvPr>
            <p:ph type="body" sz="quarter" idx="11"/>
          </p:nvPr>
        </p:nvSpPr>
        <p:spPr>
          <a:xfrm>
            <a:off x="1099124" y="985096"/>
            <a:ext cx="3924934" cy="490538"/>
          </a:xfrm>
        </p:spPr>
        <p:txBody>
          <a:bodyPr/>
          <a:lstStyle/>
          <a:p>
            <a:r>
              <a:rPr lang="en-US" dirty="0"/>
              <a:t>Congratulations</a:t>
            </a:r>
          </a:p>
        </p:txBody>
      </p:sp>
      <p:sp>
        <p:nvSpPr>
          <p:cNvPr id="18" name="Text Placeholder 4">
            <a:extLst>
              <a:ext uri="{FF2B5EF4-FFF2-40B4-BE49-F238E27FC236}">
                <a16:creationId xmlns:a16="http://schemas.microsoft.com/office/drawing/2014/main" id="{CC0C9F82-91C8-08F9-00DA-6E459334C7A9}"/>
              </a:ext>
            </a:extLst>
          </p:cNvPr>
          <p:cNvSpPr>
            <a:spLocks noGrp="1"/>
          </p:cNvSpPr>
          <p:nvPr>
            <p:ph type="body" sz="quarter" idx="13"/>
          </p:nvPr>
        </p:nvSpPr>
        <p:spPr>
          <a:xfrm>
            <a:off x="3061591" y="4816192"/>
            <a:ext cx="3222836" cy="1168530"/>
          </a:xfrm>
        </p:spPr>
        <p:txBody>
          <a:bodyPr/>
          <a:lstStyle/>
          <a:p>
            <a:r>
              <a:rPr lang="en-US" dirty="0"/>
              <a:t>Mad or otherwise </a:t>
            </a:r>
          </a:p>
        </p:txBody>
      </p:sp>
      <p:pic>
        <p:nvPicPr>
          <p:cNvPr id="8" name="Picture 7">
            <a:extLst>
              <a:ext uri="{FF2B5EF4-FFF2-40B4-BE49-F238E27FC236}">
                <a16:creationId xmlns:a16="http://schemas.microsoft.com/office/drawing/2014/main" id="{F518507B-A597-1CC1-ED78-B60C017F0ECD}"/>
              </a:ext>
            </a:extLst>
          </p:cNvPr>
          <p:cNvPicPr>
            <a:picLocks noChangeAspect="1"/>
          </p:cNvPicPr>
          <p:nvPr/>
        </p:nvPicPr>
        <p:blipFill>
          <a:blip r:embed="rId4"/>
          <a:stretch>
            <a:fillRect/>
          </a:stretch>
        </p:blipFill>
        <p:spPr>
          <a:xfrm>
            <a:off x="244475" y="631672"/>
            <a:ext cx="6191250" cy="5353050"/>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2793046589"/>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1"/>
              <a:t>Stage 1 – on your own, before Thursday (about 70 minutes):</a:t>
            </a:r>
          </a:p>
          <a:p>
            <a:r>
              <a:rPr sz="2400" b="0"/>
              <a:t>Stance Detective: classify a real research paper</a:t>
            </a:r>
          </a:p>
          <a:p>
            <a:r>
              <a:rPr sz="2400" b="0"/>
              <a:t>Three lenses: try positivist, interpretivist and pragmatist views on your own topic</a:t>
            </a:r>
          </a:p>
          <a:p>
            <a:r>
              <a:rPr sz="2400" b="1"/>
              <a:t>Stage 2 – completed in Thursday’s Zoom session (about 40 minutes): calibration, values and beliefs audit, your Stance Card, exit ticket</a:t>
            </a:r>
          </a:p>
          <a:p>
            <a:r>
              <a:rPr sz="2400" b="0"/>
              <a:t>Have the worksheet open for the Zoom session</a:t>
            </a:r>
          </a:p>
        </p:txBody>
      </p:sp>
      <p:sp>
        <p:nvSpPr>
          <p:cNvPr id="3" name="Title 2"/>
          <p:cNvSpPr>
            <a:spLocks noGrp="1"/>
          </p:cNvSpPr>
          <p:nvPr>
            <p:ph type="title"/>
          </p:nvPr>
        </p:nvSpPr>
        <p:spPr/>
        <p:txBody>
          <a:bodyPr/>
          <a:lstStyle/>
          <a:p>
            <a:r>
              <a:t>After today: the Philosophical Stance Task</a:t>
            </a:r>
          </a:p>
        </p:txBody>
      </p:sp>
    </p:spTree>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COM7302 - Lecture Notes Template ">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COM7302 - Lecture Notes Template </Template>
  <TotalTime>1898</TotalTime>
  <Words>4392</Words>
  <Application>Microsoft Office PowerPoint</Application>
  <PresentationFormat>Widescreen</PresentationFormat>
  <Paragraphs>353</Paragraphs>
  <Slides>37</Slides>
  <Notes>21</Notes>
  <HiddenSlides>0</HiddenSlides>
  <MMClips>3</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37</vt:i4>
      </vt:variant>
    </vt:vector>
  </HeadingPairs>
  <TitlesOfParts>
    <vt:vector size="49" baseType="lpstr">
      <vt:lpstr>Aptos</vt:lpstr>
      <vt:lpstr>Arial</vt:lpstr>
      <vt:lpstr>Biome Light</vt:lpstr>
      <vt:lpstr>Calibri</vt:lpstr>
      <vt:lpstr>Calibri Light</vt:lpstr>
      <vt:lpstr>Corbel</vt:lpstr>
      <vt:lpstr>Helvetica Neue</vt:lpstr>
      <vt:lpstr>Open Sans</vt:lpstr>
      <vt:lpstr>Times LT Std</vt:lpstr>
      <vt:lpstr>Wingdings</vt:lpstr>
      <vt:lpstr>Office Theme</vt:lpstr>
      <vt:lpstr>COM7302 - Lecture Notes Template </vt:lpstr>
      <vt:lpstr>Research Methods  Research Philosophy and Paradigms</vt:lpstr>
      <vt:lpstr>By the end of the session, you should be able to…</vt:lpstr>
      <vt:lpstr>What’s it all about</vt:lpstr>
      <vt:lpstr>All the resources will be posted to the Moodle page </vt:lpstr>
      <vt:lpstr>Things you may come across  this week</vt:lpstr>
      <vt:lpstr>Ontology</vt:lpstr>
      <vt:lpstr>Ontology</vt:lpstr>
      <vt:lpstr>Ontology </vt:lpstr>
      <vt:lpstr>Ontological Assumptions in CS:</vt:lpstr>
      <vt:lpstr>Ontology in Data Analytics</vt:lpstr>
      <vt:lpstr>Ontological Assumptions in Cybersecurity</vt:lpstr>
      <vt:lpstr>Ontology – recap </vt:lpstr>
      <vt:lpstr> </vt:lpstr>
      <vt:lpstr>pistemology</vt:lpstr>
      <vt:lpstr>Epistemology</vt:lpstr>
      <vt:lpstr>Epistemology</vt:lpstr>
      <vt:lpstr>Epistemology – positivism </vt:lpstr>
      <vt:lpstr>Epistemology – Interpretivism </vt:lpstr>
      <vt:lpstr>Epistemology – Pragmatism </vt:lpstr>
      <vt:lpstr>PowerPoint Presentation</vt:lpstr>
      <vt:lpstr>Axiology</vt:lpstr>
      <vt:lpstr>Axiology in Computer Science (CS) </vt:lpstr>
      <vt:lpstr>Axiology in Data Analytics </vt:lpstr>
      <vt:lpstr>Axiology in Cybersecurity </vt:lpstr>
      <vt:lpstr>Axiology Recap </vt:lpstr>
      <vt:lpstr> Doxological Belief</vt:lpstr>
      <vt:lpstr>Doxology </vt:lpstr>
      <vt:lpstr>Doxology</vt:lpstr>
      <vt:lpstr>Methodology</vt:lpstr>
      <vt:lpstr>Introduction to Research Methodology </vt:lpstr>
      <vt:lpstr>PowerPoint Presentation</vt:lpstr>
      <vt:lpstr>Introduction to Research Methodology </vt:lpstr>
      <vt:lpstr> </vt:lpstr>
      <vt:lpstr>Summary </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Tighe, Bren</dc:creator>
  <cp:lastModifiedBy>Bren</cp:lastModifiedBy>
  <cp:revision>2</cp:revision>
  <dcterms:created xsi:type="dcterms:W3CDTF">2024-09-04T09:10:35Z</dcterms:created>
  <dcterms:modified xsi:type="dcterms:W3CDTF">2026-09-17T11:33:03Z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