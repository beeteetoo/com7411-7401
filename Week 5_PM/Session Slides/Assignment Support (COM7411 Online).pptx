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Week 5 – Session 2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COM7411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Assignment Support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Register your attendance and say what help you need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Get feedback on your rehearsal, or help with recording and upload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Check your defence against the submission checklist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Submit a compliant recording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Spend 10 minutes just writing</a:t>
            </a:r>
          </a:p>
          <a:p>
            <a:r>
              <a:rPr lang="en-US" dirty="0"/>
              <a:t>What have you learned about your own research design through this module? Note what you would do differently next time.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Reflection &amp; Writing – 10 Mins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How today works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828800"/>
            <a:ext cx="2560320" cy="91440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5" name="Chevron 4"/>
          <p:cNvSpPr/>
          <p:nvPr/>
        </p:nvSpPr>
        <p:spPr>
          <a:xfrm>
            <a:off x="3474720" y="1828800"/>
            <a:ext cx="2560320" cy="91440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Choose the help you need</a:t>
            </a:r>
          </a:p>
        </p:txBody>
      </p:sp>
      <p:sp>
        <p:nvSpPr>
          <p:cNvPr id="6" name="Chevron 5"/>
          <p:cNvSpPr/>
          <p:nvPr/>
        </p:nvSpPr>
        <p:spPr>
          <a:xfrm>
            <a:off x="6126480" y="1828800"/>
            <a:ext cx="2560320" cy="91440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Get support</a:t>
            </a:r>
          </a:p>
        </p:txBody>
      </p:sp>
      <p:sp>
        <p:nvSpPr>
          <p:cNvPr id="7" name="Chevron 6"/>
          <p:cNvSpPr/>
          <p:nvPr/>
        </p:nvSpPr>
        <p:spPr>
          <a:xfrm>
            <a:off x="8778240" y="1828800"/>
            <a:ext cx="2560320" cy="914400"/>
          </a:xfrm>
          <a:prstGeom prst="chevron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Check and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There is no new teaching: use the time for the help you need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Registration is quick but required: it is your attendance record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Defence due Saturday 5 December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kind of help?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1  Rehearsal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1142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A peer or tutor listens and comments against the four criterion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2  Recording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1142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Audio, framing, capture, export and upload to the Moodle Part 2 link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57600"/>
            <a:ext cx="512064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5C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5120640" cy="502920"/>
          </a:xfrm>
          <a:prstGeom prst="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3  Brief or check clarification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5029200" cy="1142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Questions answered from the brief; other questions go to the module leader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12064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4  Alignment 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06240"/>
            <a:ext cx="5029200" cy="1142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Talk through how your method answers your research question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Rooms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Main room: questions and answers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Room A: peer rehearsal with timers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Room B: recording and upload help, with screen sharing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Waiting room: one-to-one tutor slots of 10 to 15 minutes, from the sign-up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Not yet submitted? Please stay for help.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Submission checklist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  <a:gridCol w="228600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Done?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Between 3:30 and 4:30 minutes long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States my research question as submitted in the report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Names my assigned check and defends against it directly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No generative AI and no scripted content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Plays back clearly: sound and picture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Uploaded to the Moodle Part 2 submission link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Last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Defence due Saturday 5 December 2026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4 minutes, plus or minus 30 seconds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No generative AI and no scripts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Keep a copy of your recording until your result is released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If the upload fails, contact the module team straight away.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