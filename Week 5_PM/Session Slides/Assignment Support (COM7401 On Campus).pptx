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5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Assignment Support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Register your attendance and say what help you need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Get feedback on your rehearsal, or help with recording and upload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Check your defence against the submission checklist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Submit a compliant recording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What have you learned about your own research design through this module? Note what you would do differently next time.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today works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2560320" cy="91440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5" name="Chevron 4"/>
          <p:cNvSpPr/>
          <p:nvPr/>
        </p:nvSpPr>
        <p:spPr>
          <a:xfrm>
            <a:off x="3474720" y="1828800"/>
            <a:ext cx="2560320" cy="91440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Choose the help you need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828800"/>
            <a:ext cx="2560320" cy="91440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Get support</a:t>
            </a:r>
          </a:p>
        </p:txBody>
      </p:sp>
      <p:sp>
        <p:nvSpPr>
          <p:cNvPr id="7" name="Chevron 6"/>
          <p:cNvSpPr/>
          <p:nvPr/>
        </p:nvSpPr>
        <p:spPr>
          <a:xfrm>
            <a:off x="8778240" y="1828800"/>
            <a:ext cx="2560320" cy="914400"/>
          </a:xfrm>
          <a:prstGeom prst="chevron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Check and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There is no new teaching: use the time for the help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Registration is quick but required: it is your attendance record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Defence due Friday 4 December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kind of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1  Rehearsal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 peer or tutor listens and comments against the four criterion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2  Recording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Audio, framing, capture, export and upload to the Moodle Part 2 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12064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3  Brief or check clarification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Questions answered from the brief; other questions go to the module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4  Alignment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Talk through how your method answers your research question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Where to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Rehearsal corner: peer groups of three with timers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Recording help: spare devices and a quiet room for test takes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Tutor one-to-one: 10 to 15 minute slots from the sign-up list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Brief and check clarification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Move between stations as you need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Submission checklist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2860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Done?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Between 3:30 and 4:30 minutes long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States my research question as submitted in the report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Names my assigned check and defends against it directly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No generative AI and no scripted content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Plays back clearly: sound and picture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Uploaded to the Moodle Part 2 submission link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Last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Defence due Friday 4 December 2026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4 minutes, plus or minus 30 seconds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 generative AI and no scripts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Keep a copy of your recording until your result is released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Zoom 5 is a final question and answer session before the deadline.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