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  <p:sldMasterId id="2147483705" r:id="rId5"/>
  </p:sldMasterIdLst>
  <p:notesMasterIdLst>
    <p:notesMasterId r:id="rId34"/>
  </p:notesMasterIdLst>
  <p:handoutMasterIdLst>
    <p:handoutMasterId r:id="rId35"/>
  </p:handoutMasterIdLst>
  <p:sldIdLst>
    <p:sldId id="324" r:id="rId6"/>
    <p:sldId id="354" r:id="rId7"/>
    <p:sldId id="417" r:id="rId29"/>
    <p:sldId id="418" r:id="rId26"/>
    <p:sldId id="419" r:id="rId23"/>
    <p:sldId id="420" r:id="rId22"/>
    <p:sldId id="421" r:id="rId21"/>
    <p:sldId id="422" r:id="rId20"/>
    <p:sldId id="423" r:id="rId19"/>
    <p:sldId id="424" r:id="rId18"/>
    <p:sldId id="339" r:id="rId31"/>
    <p:sldId id="382" r:id="rId32"/>
    <p:sldId id="383" r:id="rId33"/>
  </p:sldIdLst>
  <p:sldSz cx="12192000" cy="6858000"/>
  <p:notesSz cx="6858000" cy="9144000"/>
  <p:defaultTextStyle>
    <a:defPPr rtl="0">
      <a:defRPr lang="en-gb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68" userDrawn="1">
          <p15:clr>
            <a:srgbClr val="A4A3A4"/>
          </p15:clr>
        </p15:guide>
        <p15:guide id="2" pos="408" userDrawn="1">
          <p15:clr>
            <a:srgbClr val="A4A3A4"/>
          </p15:clr>
        </p15:guide>
        <p15:guide id="3" orient="horz" pos="3912" userDrawn="1">
          <p15:clr>
            <a:srgbClr val="A4A3A4"/>
          </p15:clr>
        </p15:guide>
        <p15:guide id="4" pos="7272" userDrawn="1">
          <p15:clr>
            <a:srgbClr val="A4A3A4"/>
          </p15:clr>
        </p15:guide>
        <p15:guide id="5" orient="horz" pos="165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4F2B7"/>
    <a:srgbClr val="AAAAAA"/>
    <a:srgbClr val="44546A"/>
    <a:srgbClr val="0F4761"/>
    <a:srgbClr val="FEA82D"/>
    <a:srgbClr val="D9F7DC"/>
    <a:srgbClr val="C25EBB"/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6E25E649-3F16-4E02-A733-19D2CDBF48F0}"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83" autoAdjust="0"/>
    <p:restoredTop sz="81919" autoAdjust="0"/>
  </p:normalViewPr>
  <p:slideViewPr>
    <p:cSldViewPr snapToGrid="0">
      <p:cViewPr varScale="1">
        <p:scale>
          <a:sx n="155" d="100"/>
          <a:sy n="155" d="100"/>
        </p:scale>
        <p:origin x="2592" y="150"/>
      </p:cViewPr>
      <p:guideLst>
        <p:guide orient="horz" pos="1968"/>
        <p:guide pos="408"/>
        <p:guide orient="horz" pos="3912"/>
        <p:guide pos="7272"/>
        <p:guide orient="horz" pos="1656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18" Type="http://schemas.openxmlformats.org/officeDocument/2006/relationships/slide" Target="slides/slide27.xml"/><Relationship Id="rId19" Type="http://schemas.openxmlformats.org/officeDocument/2006/relationships/slide" Target="slides/slide26.xml"/><Relationship Id="rId20" Type="http://schemas.openxmlformats.org/officeDocument/2006/relationships/slide" Target="slides/slide25.xml"/><Relationship Id="rId21" Type="http://schemas.openxmlformats.org/officeDocument/2006/relationships/slide" Target="slides/slide24.xml"/><Relationship Id="rId22" Type="http://schemas.openxmlformats.org/officeDocument/2006/relationships/slide" Target="slides/slide23.xml"/><Relationship Id="rId23" Type="http://schemas.openxmlformats.org/officeDocument/2006/relationships/slide" Target="slides/slide22.xml"/><Relationship Id="rId26" Type="http://schemas.openxmlformats.org/officeDocument/2006/relationships/slide" Target="slides/slide21.xml"/><Relationship Id="rId29" Type="http://schemas.openxmlformats.org/officeDocument/2006/relationships/slide" Target="slides/slide20.xml"/><Relationship Id="rId31" Type="http://schemas.openxmlformats.org/officeDocument/2006/relationships/slide" Target="slides/slide17.xml"/><Relationship Id="rId32" Type="http://schemas.openxmlformats.org/officeDocument/2006/relationships/slide" Target="slides/slide18.xml"/><Relationship Id="rId33" Type="http://schemas.openxmlformats.org/officeDocument/2006/relationships/slide" Target="slides/slide19.xml"/><Relationship Id="rId34" Type="http://schemas.openxmlformats.org/officeDocument/2006/relationships/notesMaster" Target="notesMasters/notesMaster1.xml"/><Relationship Id="rId35" Type="http://schemas.openxmlformats.org/officeDocument/2006/relationships/handoutMaster" Target="handoutMasters/handoutMaster1.xml"/><Relationship Id="rId36" Type="http://schemas.openxmlformats.org/officeDocument/2006/relationships/presProps" Target="presProps.xml"/><Relationship Id="rId37" Type="http://schemas.openxmlformats.org/officeDocument/2006/relationships/viewProps" Target="viewProps.xml"/><Relationship Id="rId38" Type="http://schemas.openxmlformats.org/officeDocument/2006/relationships/theme" Target="theme/theme1.xml"/><Relationship Id="rId39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0491AB1A-C669-4C56-AA7A-D7DE065A4843}" type="datetime1">
              <a:rPr lang="en-GB" smtClean="0"/>
              <a:t>24/09/2026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682C0B10-7CAE-41E4-AB02-7E8B1FF2B89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GB" noProof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35046ED-6F38-493D-8BA0-9E754A816323}" type="datetime1">
              <a:rPr lang="en-GB" smtClean="0"/>
              <a:pPr/>
              <a:t>24/09/2026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n-GB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en-GB" noProof="0"/>
              <a:t>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GB" noProof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8530193B-564F-4854-8A52-728F3FB19C85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603816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530193B-564F-4854-8A52-728F3FB19C85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44206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530193B-564F-4854-8A52-728F3FB19C85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0791223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GB" altLang="ja-JP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8530193B-564F-4854-8A52-728F3FB19C85}" type="slidenum">
              <a:rPr lang="en-GB" smtClean="0"/>
              <a:t>28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6760447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moodle.bolton.ac.uk/course/view.php?id=23108" TargetMode="External"/><Relationship Id="rId3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moodle.bolton.ac.uk/course/view.php?id=23108" TargetMode="External"/><Relationship Id="rId3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moodle.bolton.ac.uk/course/view.php?id=23108" TargetMode="External"/><Relationship Id="rId3" Type="http://schemas.openxmlformats.org/officeDocument/2006/relationships/image" Target="../media/image1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s://moodle.bolton.ac.uk/course/view.php?id=23108" TargetMode="External"/><Relationship Id="rId3" Type="http://schemas.openxmlformats.org/officeDocument/2006/relationships/image" Target="../media/image1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s://moodle.bolton.ac.uk/course/view.php?id=23108" TargetMode="External"/><Relationship Id="rId3" Type="http://schemas.openxmlformats.org/officeDocument/2006/relationships/image" Target="../media/image1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s://moodle.bolton.ac.uk/course/view.php?id=23108" TargetMode="External"/><Relationship Id="rId3" Type="http://schemas.openxmlformats.org/officeDocument/2006/relationships/image" Target="../media/image1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s://moodle.bolton.ac.uk/course/view.php?id=23108" TargetMode="External"/><Relationship Id="rId3" Type="http://schemas.openxmlformats.org/officeDocument/2006/relationships/image" Target="../media/image1.pn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s://moodle.bolton.ac.uk/course/view.php?id=23108" TargetMode="External"/><Relationship Id="rId3" Type="http://schemas.openxmlformats.org/officeDocument/2006/relationships/image" Target="../media/image1.pn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s://moodle.bolton.ac.uk/course/view.php?id=23108" TargetMode="External"/><Relationship Id="rId3" Type="http://schemas.openxmlformats.org/officeDocument/2006/relationships/image" Target="../media/image1.pn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ustom Layout">
    <p:bg>
      <p:bgPr>
        <a:solidFill>
          <a:schemeClr val="accent3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-4422"/>
            <a:ext cx="12192000" cy="6858000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6" name="Hexagon 5">
            <a:extLst>
              <a:ext uri="{FF2B5EF4-FFF2-40B4-BE49-F238E27FC236}">
                <a16:creationId xmlns:a16="http://schemas.microsoft.com/office/drawing/2014/main" id="{ED61BFD1-C421-442F-ACC0-868D35B02015}"/>
              </a:ext>
            </a:extLst>
          </p:cNvPr>
          <p:cNvSpPr/>
          <p:nvPr userDrawn="1"/>
        </p:nvSpPr>
        <p:spPr>
          <a:xfrm>
            <a:off x="3166402" y="903484"/>
            <a:ext cx="5859196" cy="5051033"/>
          </a:xfrm>
          <a:prstGeom prst="hexagon">
            <a:avLst/>
          </a:prstGeom>
          <a:solidFill>
            <a:srgbClr val="7030A0">
              <a:alpha val="40000"/>
            </a:srgb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4" name="Hexagon 13">
            <a:extLst>
              <a:ext uri="{FF2B5EF4-FFF2-40B4-BE49-F238E27FC236}">
                <a16:creationId xmlns:a16="http://schemas.microsoft.com/office/drawing/2014/main" id="{89B16BC3-CBF9-4BF0-A37A-9F2BB89BED54}"/>
              </a:ext>
            </a:extLst>
          </p:cNvPr>
          <p:cNvSpPr/>
          <p:nvPr userDrawn="1"/>
        </p:nvSpPr>
        <p:spPr>
          <a:xfrm>
            <a:off x="7974278" y="5753530"/>
            <a:ext cx="651613" cy="561736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80EA9ECE-F57C-4B25-AD19-4F78933A61EC}"/>
              </a:ext>
            </a:extLst>
          </p:cNvPr>
          <p:cNvSpPr/>
          <p:nvPr userDrawn="1"/>
        </p:nvSpPr>
        <p:spPr>
          <a:xfrm>
            <a:off x="2255521" y="2751804"/>
            <a:ext cx="785546" cy="677196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DCBDF4EA-BFFB-460D-B9A8-45C097E920DA}"/>
              </a:ext>
            </a:extLst>
          </p:cNvPr>
          <p:cNvSpPr/>
          <p:nvPr userDrawn="1"/>
        </p:nvSpPr>
        <p:spPr>
          <a:xfrm>
            <a:off x="8021783" y="671564"/>
            <a:ext cx="392774" cy="33859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20" name="Hexagon 19">
            <a:extLst>
              <a:ext uri="{FF2B5EF4-FFF2-40B4-BE49-F238E27FC236}">
                <a16:creationId xmlns:a16="http://schemas.microsoft.com/office/drawing/2014/main" id="{AB15A15E-528E-4041-8E63-65C0D0398F3A}"/>
              </a:ext>
            </a:extLst>
          </p:cNvPr>
          <p:cNvSpPr/>
          <p:nvPr userDrawn="1"/>
        </p:nvSpPr>
        <p:spPr>
          <a:xfrm>
            <a:off x="2035398" y="3344350"/>
            <a:ext cx="196388" cy="169300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A7A620BD-CFAD-4100-8C9F-494D15A0A9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96846" y="2576760"/>
            <a:ext cx="3924935" cy="1695637"/>
          </a:xfrm>
          <a:prstGeom prst="rect">
            <a:avLst/>
          </a:prstGeom>
        </p:spPr>
        <p:txBody>
          <a:bodyPr rtlCol="0"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096848" y="1899514"/>
            <a:ext cx="3924934" cy="490538"/>
          </a:xfrm>
          <a:prstGeom prst="rect">
            <a:avLst/>
          </a:prstGeom>
        </p:spPr>
        <p:txBody>
          <a:bodyPr rtlCol="0"/>
          <a:lstStyle>
            <a:lvl1pPr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GB" noProof="0"/>
              <a:t>Click to edit text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E0A61465-6ECA-46DC-97DD-7BCFDB69EB8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84582" y="4459105"/>
            <a:ext cx="3222836" cy="1168530"/>
          </a:xfrm>
          <a:prstGeom prst="rect">
            <a:avLst/>
          </a:prstGeom>
        </p:spPr>
        <p:txBody>
          <a:bodyPr rtlCol="0" anchor="b"/>
          <a:lstStyle>
            <a:lvl1pPr algn="r">
              <a:buNone/>
              <a:defRPr lang="en-US" sz="16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9ED35F2F-8C21-5F48-2B3B-23BBD44A2261}"/>
              </a:ext>
            </a:extLst>
          </p:cNvPr>
          <p:cNvSpPr txBox="1">
            <a:spLocks/>
          </p:cNvSpPr>
          <p:nvPr userDrawn="1"/>
        </p:nvSpPr>
        <p:spPr>
          <a:xfrm>
            <a:off x="215242" y="6389628"/>
            <a:ext cx="4114800" cy="365125"/>
          </a:xfrm>
          <a:prstGeom prst="rect">
            <a:avLst/>
          </a:prstGeom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100" b="1" noProof="0">
                <a:solidFill>
                  <a:schemeClr val="accent2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SWE7004</a:t>
            </a:r>
            <a:r>
              <a:rPr lang="en-GB" sz="1100" b="1" noProof="0">
                <a:solidFill>
                  <a:srgbClr val="9454C3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GB" sz="1100" b="1" i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Helvetica Neue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Research Methods</a:t>
            </a:r>
            <a:endParaRPr lang="en-GB" sz="1100" b="1" i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Helvetica Neue"/>
            </a:endParaRPr>
          </a:p>
        </p:txBody>
      </p:sp>
      <p:pic>
        <p:nvPicPr>
          <p:cNvPr id="3" name="Picture 2">
            <a:hlinkClick r:id="rId2"/>
            <a:extLst>
              <a:ext uri="{FF2B5EF4-FFF2-40B4-BE49-F238E27FC236}">
                <a16:creationId xmlns:a16="http://schemas.microsoft.com/office/drawing/2014/main" id="{FD8C6198-408D-9AE3-605C-0D30B6501C7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alphaModFix amt="35000"/>
          </a:blip>
          <a:srcRect r="39275" b="37247"/>
          <a:stretch/>
        </p:blipFill>
        <p:spPr>
          <a:xfrm>
            <a:off x="8414557" y="4493758"/>
            <a:ext cx="3655522" cy="2361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14876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ustom Layout">
    <p:bg>
      <p:bgPr>
        <a:solidFill>
          <a:schemeClr val="accent3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2" name="Rectangle 1" descr="Tall office building looking up">
            <a:extLst>
              <a:ext uri="{FF2B5EF4-FFF2-40B4-BE49-F238E27FC236}">
                <a16:creationId xmlns:a16="http://schemas.microsoft.com/office/drawing/2014/main" id="{AF7FA146-2A75-4EA7-A9AD-EBCE6F17FB42}"/>
              </a:ext>
            </a:extLst>
          </p:cNvPr>
          <p:cNvSpPr/>
          <p:nvPr userDrawn="1"/>
        </p:nvSpPr>
        <p:spPr>
          <a:xfrm>
            <a:off x="3718560" y="1181123"/>
            <a:ext cx="4754880" cy="4495754"/>
          </a:xfrm>
          <a:prstGeom prst="rect">
            <a:avLst/>
          </a:prstGeom>
          <a:solidFill>
            <a:srgbClr val="7030A0">
              <a:alpha val="40000"/>
            </a:srgb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49139" y="4859469"/>
            <a:ext cx="3924934" cy="490538"/>
          </a:xfrm>
          <a:prstGeom prst="rect">
            <a:avLst/>
          </a:prstGeom>
        </p:spPr>
        <p:txBody>
          <a:bodyPr rtlCol="0"/>
          <a:lstStyle>
            <a:lvl1pPr algn="r"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GB" noProof="0"/>
              <a:t>Click to edit text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62BE5D7-9E35-49F8-A8E4-2093183A6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139" y="1529685"/>
            <a:ext cx="3924934" cy="1695637"/>
          </a:xfrm>
          <a:prstGeom prst="rect">
            <a:avLst/>
          </a:prstGeom>
        </p:spPr>
        <p:txBody>
          <a:bodyPr rtlCol="0"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E820A320-06A7-7F4F-3C09-D207765810C4}"/>
              </a:ext>
            </a:extLst>
          </p:cNvPr>
          <p:cNvSpPr txBox="1">
            <a:spLocks/>
          </p:cNvSpPr>
          <p:nvPr userDrawn="1"/>
        </p:nvSpPr>
        <p:spPr>
          <a:xfrm>
            <a:off x="215242" y="6389628"/>
            <a:ext cx="4114800" cy="365125"/>
          </a:xfrm>
          <a:prstGeom prst="rect">
            <a:avLst/>
          </a:prstGeom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100" b="1" noProof="0">
                <a:solidFill>
                  <a:schemeClr val="accent2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SWE7004</a:t>
            </a:r>
            <a:r>
              <a:rPr lang="en-GB" sz="1100" b="1" noProof="0">
                <a:solidFill>
                  <a:srgbClr val="9454C3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GB" sz="1100" b="1" i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Helvetica Neue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Research Methods</a:t>
            </a:r>
            <a:endParaRPr lang="en-GB" sz="1100" b="1" i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Helvetica Neue"/>
            </a:endParaRPr>
          </a:p>
        </p:txBody>
      </p:sp>
      <p:pic>
        <p:nvPicPr>
          <p:cNvPr id="4" name="Picture 3">
            <a:hlinkClick r:id="rId2"/>
            <a:extLst>
              <a:ext uri="{FF2B5EF4-FFF2-40B4-BE49-F238E27FC236}">
                <a16:creationId xmlns:a16="http://schemas.microsoft.com/office/drawing/2014/main" id="{6A69585D-99AE-FA50-823D-9FD3DB0FB47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alphaModFix amt="35000"/>
          </a:blip>
          <a:srcRect r="39275" b="37247"/>
          <a:stretch/>
        </p:blipFill>
        <p:spPr>
          <a:xfrm>
            <a:off x="8536478" y="4496982"/>
            <a:ext cx="3655522" cy="2361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39956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Custom Layout">
    <p:bg>
      <p:bgPr>
        <a:solidFill>
          <a:schemeClr val="accent3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21">
            <a:extLst>
              <a:ext uri="{FF2B5EF4-FFF2-40B4-BE49-F238E27FC236}">
                <a16:creationId xmlns:a16="http://schemas.microsoft.com/office/drawing/2014/main" id="{75D96571-69F8-475F-A910-ECC18342506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5606" y="0"/>
            <a:ext cx="12192000" cy="6858000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3" name="Oval 2" descr="Tall office building looking up">
            <a:extLst>
              <a:ext uri="{FF2B5EF4-FFF2-40B4-BE49-F238E27FC236}">
                <a16:creationId xmlns:a16="http://schemas.microsoft.com/office/drawing/2014/main" id="{CD4C2457-AECB-4015-9FE4-CCBC516AA9EE}"/>
              </a:ext>
            </a:extLst>
          </p:cNvPr>
          <p:cNvSpPr/>
          <p:nvPr userDrawn="1"/>
        </p:nvSpPr>
        <p:spPr>
          <a:xfrm>
            <a:off x="3352800" y="685800"/>
            <a:ext cx="5486400" cy="5486400"/>
          </a:xfrm>
          <a:prstGeom prst="ellipse">
            <a:avLst/>
          </a:prstGeom>
          <a:solidFill>
            <a:srgbClr val="7030A0">
              <a:alpha val="40000"/>
            </a:srgb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289A018F-D11C-4B07-9830-8336B27A18AD}"/>
              </a:ext>
            </a:extLst>
          </p:cNvPr>
          <p:cNvSpPr/>
          <p:nvPr userDrawn="1"/>
        </p:nvSpPr>
        <p:spPr>
          <a:xfrm>
            <a:off x="8138160" y="5669280"/>
            <a:ext cx="502920" cy="50292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E0209A32-FE17-4457-B02B-0A1DB9B8ADB1}"/>
              </a:ext>
            </a:extLst>
          </p:cNvPr>
          <p:cNvSpPr/>
          <p:nvPr userDrawn="1"/>
        </p:nvSpPr>
        <p:spPr>
          <a:xfrm>
            <a:off x="2915463" y="1295169"/>
            <a:ext cx="692878" cy="692878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D585A541-0EDE-4213-AE62-4D909E8EB7F5}"/>
              </a:ext>
            </a:extLst>
          </p:cNvPr>
          <p:cNvSpPr/>
          <p:nvPr userDrawn="1"/>
        </p:nvSpPr>
        <p:spPr>
          <a:xfrm>
            <a:off x="3398520" y="904895"/>
            <a:ext cx="251460" cy="25146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CBFD020D-881A-48D8-BDA8-55C7B95C599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27927" y="4609453"/>
            <a:ext cx="3924934" cy="490538"/>
          </a:xfrm>
          <a:prstGeom prst="rect">
            <a:avLst/>
          </a:prstGeom>
        </p:spPr>
        <p:txBody>
          <a:bodyPr rtlCol="0" anchor="b"/>
          <a:lstStyle>
            <a:lvl1pPr algn="ctr">
              <a:buNone/>
              <a:defRPr lang="en-US" sz="20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GB" noProof="0"/>
              <a:t>Click to edit text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9687A5-0BDD-45B2-A892-542449E313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45678" y="1988047"/>
            <a:ext cx="4007183" cy="2374194"/>
          </a:xfrm>
          <a:prstGeom prst="rect">
            <a:avLst/>
          </a:prstGeom>
        </p:spPr>
        <p:txBody>
          <a:bodyPr rtlCol="0"/>
          <a:lstStyle>
            <a:lvl1pPr algn="ctr">
              <a:spcBef>
                <a:spcPts val="1000"/>
              </a:spcBef>
              <a:defRPr sz="280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DE603573-ED16-E955-1321-B6812B9EAA50}"/>
              </a:ext>
            </a:extLst>
          </p:cNvPr>
          <p:cNvSpPr txBox="1">
            <a:spLocks/>
          </p:cNvSpPr>
          <p:nvPr userDrawn="1"/>
        </p:nvSpPr>
        <p:spPr>
          <a:xfrm>
            <a:off x="215242" y="6389628"/>
            <a:ext cx="4114800" cy="365125"/>
          </a:xfrm>
          <a:prstGeom prst="rect">
            <a:avLst/>
          </a:prstGeom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100" b="1" noProof="0">
                <a:solidFill>
                  <a:schemeClr val="accent2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SWE7004</a:t>
            </a:r>
            <a:r>
              <a:rPr lang="en-GB" sz="1100" b="1" noProof="0">
                <a:solidFill>
                  <a:srgbClr val="9454C3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GB" sz="1100" b="1" i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Helvetica Neue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Research Methods</a:t>
            </a:r>
            <a:endParaRPr lang="en-GB" sz="1100" b="1" i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Helvetica Neue"/>
            </a:endParaRPr>
          </a:p>
        </p:txBody>
      </p:sp>
      <p:pic>
        <p:nvPicPr>
          <p:cNvPr id="5" name="Picture 4">
            <a:hlinkClick r:id="rId2"/>
            <a:extLst>
              <a:ext uri="{FF2B5EF4-FFF2-40B4-BE49-F238E27FC236}">
                <a16:creationId xmlns:a16="http://schemas.microsoft.com/office/drawing/2014/main" id="{8AD4BB78-2FD8-FDAD-6CAC-E0E659AEE03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alphaModFix amt="35000"/>
          </a:blip>
          <a:srcRect r="39275" b="37247"/>
          <a:stretch/>
        </p:blipFill>
        <p:spPr>
          <a:xfrm>
            <a:off x="8536478" y="4496982"/>
            <a:ext cx="3655522" cy="2361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63240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6">
            <a:extLst>
              <a:ext uri="{FF2B5EF4-FFF2-40B4-BE49-F238E27FC236}">
                <a16:creationId xmlns:a16="http://schemas.microsoft.com/office/drawing/2014/main" id="{4AA38E8C-A334-4183-8ABC-112B8517F4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 rtlCol="0"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80624A4-5116-4AAF-8C31-C25D1DB16FEC}"/>
              </a:ext>
            </a:extLst>
          </p:cNvPr>
          <p:cNvSpPr/>
          <p:nvPr userDrawn="1"/>
        </p:nvSpPr>
        <p:spPr>
          <a:xfrm>
            <a:off x="9354457" y="5363987"/>
            <a:ext cx="457200" cy="457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D07EC8A-6024-4DEA-9C4D-AE4228E17854}"/>
              </a:ext>
            </a:extLst>
          </p:cNvPr>
          <p:cNvSpPr/>
          <p:nvPr userDrawn="1"/>
        </p:nvSpPr>
        <p:spPr>
          <a:xfrm>
            <a:off x="6692791" y="1699889"/>
            <a:ext cx="319749" cy="3197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1C8FAEF-DF78-48CC-AEEF-F9B802055C05}"/>
              </a:ext>
            </a:extLst>
          </p:cNvPr>
          <p:cNvSpPr/>
          <p:nvPr userDrawn="1"/>
        </p:nvSpPr>
        <p:spPr>
          <a:xfrm>
            <a:off x="9354457" y="5897738"/>
            <a:ext cx="179977" cy="17997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66F72D6-AEEE-4CF3-8136-F6782F1E489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90227" y="786181"/>
            <a:ext cx="4441372" cy="5393036"/>
          </a:xfrm>
          <a:custGeom>
            <a:avLst/>
            <a:gdLst>
              <a:gd name="connsiteX0" fmla="*/ 0 w 4441372"/>
              <a:gd name="connsiteY0" fmla="*/ 3188969 h 5393036"/>
              <a:gd name="connsiteX1" fmla="*/ 2173516 w 4441372"/>
              <a:gd name="connsiteY1" fmla="*/ 3188969 h 5393036"/>
              <a:gd name="connsiteX2" fmla="*/ 2173516 w 4441372"/>
              <a:gd name="connsiteY2" fmla="*/ 5393036 h 5393036"/>
              <a:gd name="connsiteX3" fmla="*/ 0 w 4441372"/>
              <a:gd name="connsiteY3" fmla="*/ 5393036 h 5393036"/>
              <a:gd name="connsiteX4" fmla="*/ 2267856 w 4441372"/>
              <a:gd name="connsiteY4" fmla="*/ 2293018 h 5393036"/>
              <a:gd name="connsiteX5" fmla="*/ 4441372 w 4441372"/>
              <a:gd name="connsiteY5" fmla="*/ 2293018 h 5393036"/>
              <a:gd name="connsiteX6" fmla="*/ 4441372 w 4441372"/>
              <a:gd name="connsiteY6" fmla="*/ 4497085 h 5393036"/>
              <a:gd name="connsiteX7" fmla="*/ 2267856 w 4441372"/>
              <a:gd name="connsiteY7" fmla="*/ 4497085 h 5393036"/>
              <a:gd name="connsiteX8" fmla="*/ 0 w 4441372"/>
              <a:gd name="connsiteY8" fmla="*/ 906837 h 5393036"/>
              <a:gd name="connsiteX9" fmla="*/ 2173516 w 4441372"/>
              <a:gd name="connsiteY9" fmla="*/ 906837 h 5393036"/>
              <a:gd name="connsiteX10" fmla="*/ 2173516 w 4441372"/>
              <a:gd name="connsiteY10" fmla="*/ 3110904 h 5393036"/>
              <a:gd name="connsiteX11" fmla="*/ 0 w 4441372"/>
              <a:gd name="connsiteY11" fmla="*/ 3110904 h 5393036"/>
              <a:gd name="connsiteX12" fmla="*/ 2267856 w 4441372"/>
              <a:gd name="connsiteY12" fmla="*/ 0 h 5393036"/>
              <a:gd name="connsiteX13" fmla="*/ 4441372 w 4441372"/>
              <a:gd name="connsiteY13" fmla="*/ 0 h 5393036"/>
              <a:gd name="connsiteX14" fmla="*/ 4441372 w 4441372"/>
              <a:gd name="connsiteY14" fmla="*/ 2204067 h 5393036"/>
              <a:gd name="connsiteX15" fmla="*/ 2267856 w 4441372"/>
              <a:gd name="connsiteY15" fmla="*/ 2204067 h 5393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441372" h="5393036">
                <a:moveTo>
                  <a:pt x="0" y="3188969"/>
                </a:moveTo>
                <a:lnTo>
                  <a:pt x="2173516" y="3188969"/>
                </a:lnTo>
                <a:lnTo>
                  <a:pt x="2173516" y="5393036"/>
                </a:lnTo>
                <a:lnTo>
                  <a:pt x="0" y="5393036"/>
                </a:lnTo>
                <a:close/>
                <a:moveTo>
                  <a:pt x="2267856" y="2293018"/>
                </a:moveTo>
                <a:lnTo>
                  <a:pt x="4441372" y="2293018"/>
                </a:lnTo>
                <a:lnTo>
                  <a:pt x="4441372" y="4497085"/>
                </a:lnTo>
                <a:lnTo>
                  <a:pt x="2267856" y="4497085"/>
                </a:lnTo>
                <a:close/>
                <a:moveTo>
                  <a:pt x="0" y="906837"/>
                </a:moveTo>
                <a:lnTo>
                  <a:pt x="2173516" y="906837"/>
                </a:lnTo>
                <a:lnTo>
                  <a:pt x="2173516" y="3110904"/>
                </a:lnTo>
                <a:lnTo>
                  <a:pt x="0" y="3110904"/>
                </a:lnTo>
                <a:close/>
                <a:moveTo>
                  <a:pt x="2267856" y="0"/>
                </a:moveTo>
                <a:lnTo>
                  <a:pt x="4441372" y="0"/>
                </a:lnTo>
                <a:lnTo>
                  <a:pt x="4441372" y="2204067"/>
                </a:lnTo>
                <a:lnTo>
                  <a:pt x="2267856" y="2204067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9DADC7-BE21-4434-A6E4-BAF809005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 rtlCol="0"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6943700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04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orient="horz" pos="1416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24FAA9D0-7C9C-4043-9931-A15819ABB9B5}"/>
              </a:ext>
            </a:extLst>
          </p:cNvPr>
          <p:cNvSpPr/>
          <p:nvPr userDrawn="1"/>
        </p:nvSpPr>
        <p:spPr>
          <a:xfrm>
            <a:off x="7362825" y="443263"/>
            <a:ext cx="361950" cy="36195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232AB2D-843E-4B5F-8793-6A263DA356BB}"/>
              </a:ext>
            </a:extLst>
          </p:cNvPr>
          <p:cNvSpPr/>
          <p:nvPr userDrawn="1"/>
        </p:nvSpPr>
        <p:spPr>
          <a:xfrm>
            <a:off x="11007246" y="5605994"/>
            <a:ext cx="654227" cy="65422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A75A12B-C399-4072-BD69-D872D2C2AD1F}"/>
              </a:ext>
            </a:extLst>
          </p:cNvPr>
          <p:cNvSpPr/>
          <p:nvPr userDrawn="1"/>
        </p:nvSpPr>
        <p:spPr>
          <a:xfrm>
            <a:off x="10683791" y="6132439"/>
            <a:ext cx="251152" cy="251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423AE48B-50E9-4BEA-B66A-B2D2B9CCFE9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33416" y="624239"/>
            <a:ext cx="5855754" cy="5631571"/>
          </a:xfrm>
          <a:custGeom>
            <a:avLst/>
            <a:gdLst>
              <a:gd name="connsiteX0" fmla="*/ 3433020 w 5855754"/>
              <a:gd name="connsiteY0" fmla="*/ 786103 h 5631571"/>
              <a:gd name="connsiteX1" fmla="*/ 5855754 w 5855754"/>
              <a:gd name="connsiteY1" fmla="*/ 3208837 h 5631571"/>
              <a:gd name="connsiteX2" fmla="*/ 3433020 w 5855754"/>
              <a:gd name="connsiteY2" fmla="*/ 5631571 h 5631571"/>
              <a:gd name="connsiteX3" fmla="*/ 1010286 w 5855754"/>
              <a:gd name="connsiteY3" fmla="*/ 3208837 h 5631571"/>
              <a:gd name="connsiteX4" fmla="*/ 3433020 w 5855754"/>
              <a:gd name="connsiteY4" fmla="*/ 786103 h 5631571"/>
              <a:gd name="connsiteX5" fmla="*/ 828675 w 5855754"/>
              <a:gd name="connsiteY5" fmla="*/ 0 h 5631571"/>
              <a:gd name="connsiteX6" fmla="*/ 1657350 w 5855754"/>
              <a:gd name="connsiteY6" fmla="*/ 828675 h 5631571"/>
              <a:gd name="connsiteX7" fmla="*/ 828675 w 5855754"/>
              <a:gd name="connsiteY7" fmla="*/ 1657350 h 5631571"/>
              <a:gd name="connsiteX8" fmla="*/ 0 w 5855754"/>
              <a:gd name="connsiteY8" fmla="*/ 828675 h 5631571"/>
              <a:gd name="connsiteX9" fmla="*/ 828675 w 5855754"/>
              <a:gd name="connsiteY9" fmla="*/ 0 h 5631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55754" h="5631571">
                <a:moveTo>
                  <a:pt x="3433020" y="786103"/>
                </a:moveTo>
                <a:cubicBezTo>
                  <a:pt x="4771059" y="786103"/>
                  <a:pt x="5855754" y="1870798"/>
                  <a:pt x="5855754" y="3208837"/>
                </a:cubicBezTo>
                <a:cubicBezTo>
                  <a:pt x="5855754" y="4546876"/>
                  <a:pt x="4771059" y="5631571"/>
                  <a:pt x="3433020" y="5631571"/>
                </a:cubicBezTo>
                <a:cubicBezTo>
                  <a:pt x="2094981" y="5631571"/>
                  <a:pt x="1010286" y="4546876"/>
                  <a:pt x="1010286" y="3208837"/>
                </a:cubicBezTo>
                <a:cubicBezTo>
                  <a:pt x="1010286" y="1870798"/>
                  <a:pt x="2094981" y="786103"/>
                  <a:pt x="3433020" y="786103"/>
                </a:cubicBezTo>
                <a:close/>
                <a:moveTo>
                  <a:pt x="828675" y="0"/>
                </a:moveTo>
                <a:cubicBezTo>
                  <a:pt x="1286340" y="0"/>
                  <a:pt x="1657350" y="371010"/>
                  <a:pt x="1657350" y="828675"/>
                </a:cubicBezTo>
                <a:cubicBezTo>
                  <a:pt x="1657350" y="1286340"/>
                  <a:pt x="1286340" y="1657350"/>
                  <a:pt x="828675" y="1657350"/>
                </a:cubicBezTo>
                <a:cubicBezTo>
                  <a:pt x="371010" y="1657350"/>
                  <a:pt x="0" y="1286340"/>
                  <a:pt x="0" y="828675"/>
                </a:cubicBezTo>
                <a:cubicBezTo>
                  <a:pt x="0" y="371010"/>
                  <a:pt x="371010" y="0"/>
                  <a:pt x="828675" y="0"/>
                </a:cubicBez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282D3E62-6D1A-4E9D-BE54-2EED9BF429A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 rtlCol="0"/>
          <a:lstStyle>
            <a:lvl1pPr>
              <a:lnSpc>
                <a:spcPct val="150000"/>
              </a:lnSpc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EB8F0E5-B89F-48AD-87BD-534EA9463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 rtlCol="0"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844970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3CD802-D0A0-4EAC-8222-78FFDDD76A75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38200" y="2039392"/>
            <a:ext cx="10515600" cy="4114800"/>
          </a:xfrm>
          <a:prstGeom prst="rect">
            <a:avLst/>
          </a:prstGeom>
        </p:spPr>
        <p:txBody>
          <a:bodyPr rtlCol="0"/>
          <a:lstStyle/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  <a:p>
            <a:pPr lvl="2" rtl="0"/>
            <a:r>
              <a:rPr lang="en-US" noProof="0"/>
              <a:t>Third level</a:t>
            </a:r>
          </a:p>
          <a:p>
            <a:pPr lvl="3" rtl="0"/>
            <a:r>
              <a:rPr lang="en-US" noProof="0"/>
              <a:t>Fourth level</a:t>
            </a:r>
          </a:p>
          <a:p>
            <a:pPr lvl="4" rtl="0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7BCB8BF-DA17-4856-91E9-77C601F2B1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35000"/>
            <a:ext cx="10515600" cy="700115"/>
          </a:xfrm>
          <a:prstGeom prst="rect">
            <a:avLst/>
          </a:prstGeom>
        </p:spPr>
        <p:txBody>
          <a:bodyPr rtlCol="0" anchor="ctr"/>
          <a:lstStyle>
            <a:lvl1pPr algn="ctr">
              <a:defRPr sz="48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6519891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FDA3C6F-5F6A-4D64-8BFE-AFFF58B1A0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12871" y="4141999"/>
            <a:ext cx="4220845" cy="861497"/>
          </a:xfrm>
          <a:prstGeom prst="rect">
            <a:avLst/>
          </a:prstGeom>
        </p:spPr>
        <p:txBody>
          <a:bodyPr rtlCol="0"/>
          <a:lstStyle>
            <a:lvl1pPr marL="0" indent="0">
              <a:buNone/>
              <a:defRPr sz="2000" b="1">
                <a:solidFill>
                  <a:schemeClr val="accent4"/>
                </a:solidFill>
                <a:latin typeface="+mj-lt"/>
              </a:defRPr>
            </a:lvl1pPr>
            <a:lvl2pPr>
              <a:buNone/>
              <a:defRPr sz="2000"/>
            </a:lvl2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15" name="Hexagon 14">
            <a:extLst>
              <a:ext uri="{FF2B5EF4-FFF2-40B4-BE49-F238E27FC236}">
                <a16:creationId xmlns:a16="http://schemas.microsoft.com/office/drawing/2014/main" id="{AC159667-7690-4645-986D-BE501438455F}"/>
              </a:ext>
            </a:extLst>
          </p:cNvPr>
          <p:cNvSpPr/>
          <p:nvPr userDrawn="1"/>
        </p:nvSpPr>
        <p:spPr>
          <a:xfrm>
            <a:off x="740309" y="1382809"/>
            <a:ext cx="1229566" cy="1059971"/>
          </a:xfrm>
          <a:prstGeom prst="hexagon">
            <a:avLst/>
          </a:prstGeom>
          <a:solidFill>
            <a:srgbClr val="C25E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54667EE4-E77F-453B-BF8B-B1EE2AE80715}"/>
              </a:ext>
            </a:extLst>
          </p:cNvPr>
          <p:cNvSpPr/>
          <p:nvPr userDrawn="1"/>
        </p:nvSpPr>
        <p:spPr>
          <a:xfrm>
            <a:off x="3755031" y="1194620"/>
            <a:ext cx="1666162" cy="1436347"/>
          </a:xfrm>
          <a:prstGeom prst="hexagon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7" name="Hexagon 16">
            <a:extLst>
              <a:ext uri="{FF2B5EF4-FFF2-40B4-BE49-F238E27FC236}">
                <a16:creationId xmlns:a16="http://schemas.microsoft.com/office/drawing/2014/main" id="{FC050232-A229-425F-BFC8-D50374F2D171}"/>
              </a:ext>
            </a:extLst>
          </p:cNvPr>
          <p:cNvSpPr/>
          <p:nvPr userDrawn="1"/>
        </p:nvSpPr>
        <p:spPr>
          <a:xfrm>
            <a:off x="3804994" y="5233183"/>
            <a:ext cx="718261" cy="61919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53E4EBC7-340A-43A5-9E23-4B73A6F700B6}"/>
              </a:ext>
            </a:extLst>
          </p:cNvPr>
          <p:cNvSpPr/>
          <p:nvPr userDrawn="1"/>
        </p:nvSpPr>
        <p:spPr>
          <a:xfrm>
            <a:off x="1837838" y="1101306"/>
            <a:ext cx="651613" cy="561736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1ED0E31A-F0A3-481D-8D9C-E3C4531FD21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71515" y="1914044"/>
            <a:ext cx="3993624" cy="3617848"/>
          </a:xfrm>
          <a:custGeom>
            <a:avLst/>
            <a:gdLst>
              <a:gd name="connsiteX0" fmla="*/ 1223161 w 3993624"/>
              <a:gd name="connsiteY0" fmla="*/ 2354088 h 3617848"/>
              <a:gd name="connsiteX1" fmla="*/ 2057242 w 3993624"/>
              <a:gd name="connsiteY1" fmla="*/ 2354088 h 3617848"/>
              <a:gd name="connsiteX2" fmla="*/ 2373182 w 3993624"/>
              <a:gd name="connsiteY2" fmla="*/ 2985968 h 3617848"/>
              <a:gd name="connsiteX3" fmla="*/ 2057242 w 3993624"/>
              <a:gd name="connsiteY3" fmla="*/ 3617848 h 3617848"/>
              <a:gd name="connsiteX4" fmla="*/ 1223161 w 3993624"/>
              <a:gd name="connsiteY4" fmla="*/ 3617848 h 3617848"/>
              <a:gd name="connsiteX5" fmla="*/ 907221 w 3993624"/>
              <a:gd name="connsiteY5" fmla="*/ 2985968 h 3617848"/>
              <a:gd name="connsiteX6" fmla="*/ 2569631 w 3993624"/>
              <a:gd name="connsiteY6" fmla="*/ 1425984 h 3617848"/>
              <a:gd name="connsiteX7" fmla="*/ 3602417 w 3993624"/>
              <a:gd name="connsiteY7" fmla="*/ 1425984 h 3617848"/>
              <a:gd name="connsiteX8" fmla="*/ 3993624 w 3993624"/>
              <a:gd name="connsiteY8" fmla="*/ 2208398 h 3617848"/>
              <a:gd name="connsiteX9" fmla="*/ 3602417 w 3993624"/>
              <a:gd name="connsiteY9" fmla="*/ 2990812 h 3617848"/>
              <a:gd name="connsiteX10" fmla="*/ 2569631 w 3993624"/>
              <a:gd name="connsiteY10" fmla="*/ 2990812 h 3617848"/>
              <a:gd name="connsiteX11" fmla="*/ 2178424 w 3993624"/>
              <a:gd name="connsiteY11" fmla="*/ 2208398 h 3617848"/>
              <a:gd name="connsiteX12" fmla="*/ 551406 w 3993624"/>
              <a:gd name="connsiteY12" fmla="*/ 0 h 3617848"/>
              <a:gd name="connsiteX13" fmla="*/ 2007117 w 3993624"/>
              <a:gd name="connsiteY13" fmla="*/ 0 h 3617848"/>
              <a:gd name="connsiteX14" fmla="*/ 2558523 w 3993624"/>
              <a:gd name="connsiteY14" fmla="*/ 1102811 h 3617848"/>
              <a:gd name="connsiteX15" fmla="*/ 2007117 w 3993624"/>
              <a:gd name="connsiteY15" fmla="*/ 2205622 h 3617848"/>
              <a:gd name="connsiteX16" fmla="*/ 551406 w 3993624"/>
              <a:gd name="connsiteY16" fmla="*/ 2205622 h 3617848"/>
              <a:gd name="connsiteX17" fmla="*/ 0 w 3993624"/>
              <a:gd name="connsiteY17" fmla="*/ 1102811 h 3617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993624" h="3617848">
                <a:moveTo>
                  <a:pt x="1223161" y="2354088"/>
                </a:moveTo>
                <a:lnTo>
                  <a:pt x="2057242" y="2354088"/>
                </a:lnTo>
                <a:lnTo>
                  <a:pt x="2373182" y="2985968"/>
                </a:lnTo>
                <a:lnTo>
                  <a:pt x="2057242" y="3617848"/>
                </a:lnTo>
                <a:lnTo>
                  <a:pt x="1223161" y="3617848"/>
                </a:lnTo>
                <a:lnTo>
                  <a:pt x="907221" y="2985968"/>
                </a:lnTo>
                <a:close/>
                <a:moveTo>
                  <a:pt x="2569631" y="1425984"/>
                </a:moveTo>
                <a:lnTo>
                  <a:pt x="3602417" y="1425984"/>
                </a:lnTo>
                <a:lnTo>
                  <a:pt x="3993624" y="2208398"/>
                </a:lnTo>
                <a:lnTo>
                  <a:pt x="3602417" y="2990812"/>
                </a:lnTo>
                <a:lnTo>
                  <a:pt x="2569631" y="2990812"/>
                </a:lnTo>
                <a:lnTo>
                  <a:pt x="2178424" y="2208398"/>
                </a:lnTo>
                <a:close/>
                <a:moveTo>
                  <a:pt x="551406" y="0"/>
                </a:moveTo>
                <a:lnTo>
                  <a:pt x="2007117" y="0"/>
                </a:lnTo>
                <a:lnTo>
                  <a:pt x="2558523" y="1102811"/>
                </a:lnTo>
                <a:lnTo>
                  <a:pt x="2007117" y="2205622"/>
                </a:lnTo>
                <a:lnTo>
                  <a:pt x="551406" y="2205622"/>
                </a:lnTo>
                <a:lnTo>
                  <a:pt x="0" y="1102811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E68100-C56F-4515-A4FD-3F301797E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2871" y="2050552"/>
            <a:ext cx="4998720" cy="1748983"/>
          </a:xfrm>
          <a:prstGeom prst="rect">
            <a:avLst/>
          </a:prstGeom>
        </p:spPr>
        <p:txBody>
          <a:bodyPr rtlCol="0"/>
          <a:lstStyle>
            <a:lvl1pPr>
              <a:defRPr sz="2800">
                <a:solidFill>
                  <a:schemeClr val="tx1"/>
                </a:solidFill>
                <a:latin typeface="+mn-lt"/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6030565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CF421413-161E-4B36-B693-FB38DF14EDA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53508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B5D207AE-9C9C-410A-9F31-2402BAD6DDFF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11592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DE3344FC-C4DE-481F-9C31-667EDD563C4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602465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id="{59094D7D-3613-49C1-BB58-A65B41A9738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84005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9FE87B7-32A4-4C7F-9AAF-37688E64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rtlCol="0" anchor="ctr"/>
          <a:lstStyle/>
          <a:p>
            <a:pPr algn="ctr" rtl="0"/>
            <a:r>
              <a:rPr lang="en-US" sz="4800" b="1" noProof="0">
                <a:solidFill>
                  <a:schemeClr val="tx1"/>
                </a:solidFill>
              </a:rPr>
              <a:t>Click to edit Master title style</a:t>
            </a:r>
            <a:endParaRPr lang="en-GB" sz="4800" b="1" noProof="0">
              <a:solidFill>
                <a:schemeClr val="tx1"/>
              </a:solidFill>
            </a:endParaRPr>
          </a:p>
        </p:txBody>
      </p:sp>
      <p:sp>
        <p:nvSpPr>
          <p:cNvPr id="9" name="Hexagon 8">
            <a:extLst>
              <a:ext uri="{FF2B5EF4-FFF2-40B4-BE49-F238E27FC236}">
                <a16:creationId xmlns:a16="http://schemas.microsoft.com/office/drawing/2014/main" id="{476CA45F-A66A-4AD8-A004-10DB55A5D7B2}"/>
              </a:ext>
            </a:extLst>
          </p:cNvPr>
          <p:cNvSpPr/>
          <p:nvPr userDrawn="1"/>
        </p:nvSpPr>
        <p:spPr>
          <a:xfrm>
            <a:off x="546669" y="3467555"/>
            <a:ext cx="458268" cy="395059"/>
          </a:xfrm>
          <a:prstGeom prst="hexagon">
            <a:avLst/>
          </a:prstGeom>
          <a:solidFill>
            <a:srgbClr val="C25E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0" name="Hexagon 9">
            <a:extLst>
              <a:ext uri="{FF2B5EF4-FFF2-40B4-BE49-F238E27FC236}">
                <a16:creationId xmlns:a16="http://schemas.microsoft.com/office/drawing/2014/main" id="{27A66A3D-2437-4015-9F5F-380C4D23D83C}"/>
              </a:ext>
            </a:extLst>
          </p:cNvPr>
          <p:cNvSpPr/>
          <p:nvPr userDrawn="1"/>
        </p:nvSpPr>
        <p:spPr>
          <a:xfrm>
            <a:off x="11113337" y="2394722"/>
            <a:ext cx="358391" cy="308958"/>
          </a:xfrm>
          <a:prstGeom prst="hexagon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1" name="Hexagon 10">
            <a:extLst>
              <a:ext uri="{FF2B5EF4-FFF2-40B4-BE49-F238E27FC236}">
                <a16:creationId xmlns:a16="http://schemas.microsoft.com/office/drawing/2014/main" id="{FFB14F3B-E7EF-4546-8D74-71FFB45C77C0}"/>
              </a:ext>
            </a:extLst>
          </p:cNvPr>
          <p:cNvSpPr/>
          <p:nvPr userDrawn="1"/>
        </p:nvSpPr>
        <p:spPr>
          <a:xfrm>
            <a:off x="10882649" y="2202202"/>
            <a:ext cx="230688" cy="19886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591F943B-ED0D-49A1-844A-E23BA9A487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6668" y="4172761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9AC6B9A8-053C-4828-B705-901C6018F3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6692" y="4588259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BBA6FD52-E179-41F8-AE78-9AF3D65F28B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89482" y="4172761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C49A82AB-D328-4DB0-841B-186884119E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89483" y="4588259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84E23D5D-9866-48F9-8E08-DD2DBE4C4E3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32296" y="4172761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E671C9E6-A1A5-4EE5-8642-94AA7635DB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29201" y="4588259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1" name="Text Placeholder 22">
            <a:extLst>
              <a:ext uri="{FF2B5EF4-FFF2-40B4-BE49-F238E27FC236}">
                <a16:creationId xmlns:a16="http://schemas.microsoft.com/office/drawing/2014/main" id="{DF6BB5C9-B678-435A-830F-4C10EB1A957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275110" y="4172761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2" name="Text Placeholder 22">
            <a:extLst>
              <a:ext uri="{FF2B5EF4-FFF2-40B4-BE49-F238E27FC236}">
                <a16:creationId xmlns:a16="http://schemas.microsoft.com/office/drawing/2014/main" id="{1861EC87-A9E2-4FC3-B8BC-06C520B8A17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75111" y="4588259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3" name="Text Placeholder 22">
            <a:extLst>
              <a:ext uri="{FF2B5EF4-FFF2-40B4-BE49-F238E27FC236}">
                <a16:creationId xmlns:a16="http://schemas.microsoft.com/office/drawing/2014/main" id="{FC3EDE91-631F-4947-94DC-557685FD23E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517923" y="4172761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4" name="Text Placeholder 22">
            <a:extLst>
              <a:ext uri="{FF2B5EF4-FFF2-40B4-BE49-F238E27FC236}">
                <a16:creationId xmlns:a16="http://schemas.microsoft.com/office/drawing/2014/main" id="{8FDDBEF4-1329-49DF-B043-D51B34F5EE3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517923" y="4588259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FBDB3FD3-4F52-4E28-B639-5F73070E47D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78337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5058552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Content Placeholder 39">
            <a:extLst>
              <a:ext uri="{FF2B5EF4-FFF2-40B4-BE49-F238E27FC236}">
                <a16:creationId xmlns:a16="http://schemas.microsoft.com/office/drawing/2014/main" id="{6BB16225-AC51-4525-A1E8-438B8B0B7361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739655" y="2117897"/>
            <a:ext cx="4208386" cy="912812"/>
          </a:xfrm>
          <a:prstGeom prst="rect">
            <a:avLst/>
          </a:prstGeom>
        </p:spPr>
        <p:txBody>
          <a:bodyPr rtlCol="0"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41" name="Content Placeholder 39">
            <a:extLst>
              <a:ext uri="{FF2B5EF4-FFF2-40B4-BE49-F238E27FC236}">
                <a16:creationId xmlns:a16="http://schemas.microsoft.com/office/drawing/2014/main" id="{6EC38F38-5935-49D5-AA85-4182E82D6FF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739655" y="4724146"/>
            <a:ext cx="4208386" cy="912812"/>
          </a:xfrm>
          <a:prstGeom prst="rect">
            <a:avLst/>
          </a:prstGeom>
        </p:spPr>
        <p:txBody>
          <a:bodyPr rtlCol="0"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42" name="Content Placeholder 39">
            <a:extLst>
              <a:ext uri="{FF2B5EF4-FFF2-40B4-BE49-F238E27FC236}">
                <a16:creationId xmlns:a16="http://schemas.microsoft.com/office/drawing/2014/main" id="{51C9D5ED-A19A-42A1-9200-C77E39E6F5C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739655" y="3420892"/>
            <a:ext cx="4208386" cy="912812"/>
          </a:xfrm>
          <a:prstGeom prst="rect">
            <a:avLst/>
          </a:prstGeom>
        </p:spPr>
        <p:txBody>
          <a:bodyPr rtlCol="0"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43" name="Content Placeholder 39">
            <a:extLst>
              <a:ext uri="{FF2B5EF4-FFF2-40B4-BE49-F238E27FC236}">
                <a16:creationId xmlns:a16="http://schemas.microsoft.com/office/drawing/2014/main" id="{47A95437-77F3-4E2C-8470-57587793A103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493865" y="2117897"/>
            <a:ext cx="4208386" cy="912812"/>
          </a:xfrm>
          <a:prstGeom prst="rect">
            <a:avLst/>
          </a:prstGeom>
        </p:spPr>
        <p:txBody>
          <a:bodyPr rtlCol="0"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44" name="Content Placeholder 39">
            <a:extLst>
              <a:ext uri="{FF2B5EF4-FFF2-40B4-BE49-F238E27FC236}">
                <a16:creationId xmlns:a16="http://schemas.microsoft.com/office/drawing/2014/main" id="{CB1EA2BE-D294-486E-88F0-2AA9518A6E63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7493865" y="4724146"/>
            <a:ext cx="4208386" cy="912812"/>
          </a:xfrm>
          <a:prstGeom prst="rect">
            <a:avLst/>
          </a:prstGeom>
        </p:spPr>
        <p:txBody>
          <a:bodyPr rtlCol="0"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45" name="Content Placeholder 39">
            <a:extLst>
              <a:ext uri="{FF2B5EF4-FFF2-40B4-BE49-F238E27FC236}">
                <a16:creationId xmlns:a16="http://schemas.microsoft.com/office/drawing/2014/main" id="{108734A0-880E-44E2-858F-7AA6C6B0A5A3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7493865" y="3420892"/>
            <a:ext cx="4208386" cy="912812"/>
          </a:xfrm>
          <a:prstGeom prst="rect">
            <a:avLst/>
          </a:prstGeom>
        </p:spPr>
        <p:txBody>
          <a:bodyPr rtlCol="0"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63CED4CD-5348-488E-A883-0486DD574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10693400" cy="830997"/>
          </a:xfrm>
          <a:prstGeom prst="rect">
            <a:avLst/>
          </a:prstGeom>
        </p:spPr>
        <p:txBody>
          <a:bodyPr rtlCol="0"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7827062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69FE87B7-32A4-4C7F-9AAF-37688E64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rtlCol="0" anchor="ctr"/>
          <a:lstStyle/>
          <a:p>
            <a:pPr algn="ctr" rtl="0"/>
            <a:r>
              <a:rPr lang="en-US" sz="4800" b="1" noProof="0">
                <a:solidFill>
                  <a:schemeClr val="tx1"/>
                </a:solidFill>
              </a:rPr>
              <a:t>Click to edit Master title style</a:t>
            </a:r>
            <a:endParaRPr lang="en-GB" sz="4800" b="1" noProof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00613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D1E0F77B-E8C6-4A86-B521-8368A308A9A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47700" y="2057818"/>
            <a:ext cx="5080000" cy="438150"/>
          </a:xfrm>
          <a:prstGeom prst="rect">
            <a:avLst/>
          </a:prstGeom>
        </p:spPr>
        <p:txBody>
          <a:bodyPr rtlCol="0"/>
          <a:lstStyle>
            <a:lvl1pPr>
              <a:buNone/>
              <a:defRPr lang="en-US" sz="2400" b="1" kern="1200" dirty="0" smtClean="0">
                <a:solidFill>
                  <a:schemeClr val="tx1"/>
                </a:solidFill>
                <a:latin typeface="+mj-lt"/>
                <a:ea typeface="+mn-ea"/>
                <a:cs typeface="Biome Light" panose="020B03030302040208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CAACFBE9-8475-4CC0-8189-87BFC4059A86}"/>
              </a:ext>
            </a:extLst>
          </p:cNvPr>
          <p:cNvSpPr/>
          <p:nvPr userDrawn="1"/>
        </p:nvSpPr>
        <p:spPr>
          <a:xfrm>
            <a:off x="10385897" y="1443145"/>
            <a:ext cx="471170" cy="47117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5F8C6FC8-D350-4A01-A7E0-5AEDAC96F358}"/>
              </a:ext>
            </a:extLst>
          </p:cNvPr>
          <p:cNvSpPr/>
          <p:nvPr userDrawn="1"/>
        </p:nvSpPr>
        <p:spPr>
          <a:xfrm>
            <a:off x="8910011" y="328773"/>
            <a:ext cx="317813" cy="317813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88F1038A-897D-4C38-B499-73FC76C716FA}"/>
              </a:ext>
            </a:extLst>
          </p:cNvPr>
          <p:cNvSpPr/>
          <p:nvPr userDrawn="1"/>
        </p:nvSpPr>
        <p:spPr>
          <a:xfrm flipH="1">
            <a:off x="8634932" y="623939"/>
            <a:ext cx="170406" cy="170406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4A6E2374-7B5B-4947-8461-F294B56E70D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60400" y="2673522"/>
            <a:ext cx="5067300" cy="2935288"/>
          </a:xfrm>
          <a:prstGeom prst="rect">
            <a:avLst/>
          </a:prstGeom>
        </p:spPr>
        <p:txBody>
          <a:bodyPr rtlCol="0"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Biome Light" panose="020B0303030204020804" pitchFamily="34" charset="0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FB9159BE-CEED-461B-AF31-03BC124E274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451600" y="2061363"/>
            <a:ext cx="5080000" cy="438150"/>
          </a:xfrm>
          <a:prstGeom prst="rect">
            <a:avLst/>
          </a:prstGeom>
        </p:spPr>
        <p:txBody>
          <a:bodyPr rtlCol="0"/>
          <a:lstStyle>
            <a:lvl1pPr>
              <a:buNone/>
              <a:defRPr lang="en-US" sz="2400" b="1" kern="1200" dirty="0" smtClean="0">
                <a:solidFill>
                  <a:schemeClr val="tx1"/>
                </a:solidFill>
                <a:latin typeface="+mj-lt"/>
                <a:ea typeface="+mn-ea"/>
                <a:cs typeface="Biome Light" panose="020B03030302040208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0" name="Text Placeholder 25">
            <a:extLst>
              <a:ext uri="{FF2B5EF4-FFF2-40B4-BE49-F238E27FC236}">
                <a16:creationId xmlns:a16="http://schemas.microsoft.com/office/drawing/2014/main" id="{2C15BD20-69D8-4EC1-8A33-A0C6EAFD30A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464300" y="2677067"/>
            <a:ext cx="5067300" cy="2935288"/>
          </a:xfrm>
          <a:prstGeom prst="rect">
            <a:avLst/>
          </a:prstGeom>
        </p:spPr>
        <p:txBody>
          <a:bodyPr rtlCol="0"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Biome Light" panose="020B0303030204020804" pitchFamily="34" charset="0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357B52D4-8D50-4E16-B60E-688B084764F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261647" y="0"/>
            <a:ext cx="2930353" cy="1559882"/>
          </a:xfrm>
          <a:custGeom>
            <a:avLst/>
            <a:gdLst>
              <a:gd name="connsiteX0" fmla="*/ 562125 w 2930353"/>
              <a:gd name="connsiteY0" fmla="*/ 435632 h 1559882"/>
              <a:gd name="connsiteX1" fmla="*/ 1124250 w 2930353"/>
              <a:gd name="connsiteY1" fmla="*/ 997757 h 1559882"/>
              <a:gd name="connsiteX2" fmla="*/ 562125 w 2930353"/>
              <a:gd name="connsiteY2" fmla="*/ 1559882 h 1559882"/>
              <a:gd name="connsiteX3" fmla="*/ 0 w 2930353"/>
              <a:gd name="connsiteY3" fmla="*/ 997757 h 1559882"/>
              <a:gd name="connsiteX4" fmla="*/ 562125 w 2930353"/>
              <a:gd name="connsiteY4" fmla="*/ 435632 h 1559882"/>
              <a:gd name="connsiteX5" fmla="*/ 1475035 w 2930353"/>
              <a:gd name="connsiteY5" fmla="*/ 0 h 1559882"/>
              <a:gd name="connsiteX6" fmla="*/ 2930353 w 2930353"/>
              <a:gd name="connsiteY6" fmla="*/ 0 h 1559882"/>
              <a:gd name="connsiteX7" fmla="*/ 2930353 w 2930353"/>
              <a:gd name="connsiteY7" fmla="*/ 1239091 h 1559882"/>
              <a:gd name="connsiteX8" fmla="*/ 2822571 w 2930353"/>
              <a:gd name="connsiteY8" fmla="*/ 1328020 h 1559882"/>
              <a:gd name="connsiteX9" fmla="*/ 2282653 w 2930353"/>
              <a:gd name="connsiteY9" fmla="*/ 1492942 h 1559882"/>
              <a:gd name="connsiteX10" fmla="*/ 1316979 w 2930353"/>
              <a:gd name="connsiteY10" fmla="*/ 527268 h 1559882"/>
              <a:gd name="connsiteX11" fmla="*/ 1392867 w 2930353"/>
              <a:gd name="connsiteY11" fmla="*/ 151384 h 15598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930353" h="1559882">
                <a:moveTo>
                  <a:pt x="562125" y="435632"/>
                </a:moveTo>
                <a:cubicBezTo>
                  <a:pt x="872578" y="435632"/>
                  <a:pt x="1124250" y="687304"/>
                  <a:pt x="1124250" y="997757"/>
                </a:cubicBezTo>
                <a:cubicBezTo>
                  <a:pt x="1124250" y="1308210"/>
                  <a:pt x="872578" y="1559882"/>
                  <a:pt x="562125" y="1559882"/>
                </a:cubicBezTo>
                <a:cubicBezTo>
                  <a:pt x="251672" y="1559882"/>
                  <a:pt x="0" y="1308210"/>
                  <a:pt x="0" y="997757"/>
                </a:cubicBezTo>
                <a:cubicBezTo>
                  <a:pt x="0" y="687304"/>
                  <a:pt x="251672" y="435632"/>
                  <a:pt x="562125" y="435632"/>
                </a:cubicBezTo>
                <a:close/>
                <a:moveTo>
                  <a:pt x="1475035" y="0"/>
                </a:moveTo>
                <a:lnTo>
                  <a:pt x="2930353" y="0"/>
                </a:lnTo>
                <a:lnTo>
                  <a:pt x="2930353" y="1239091"/>
                </a:lnTo>
                <a:lnTo>
                  <a:pt x="2822571" y="1328020"/>
                </a:lnTo>
                <a:cubicBezTo>
                  <a:pt x="2668448" y="1432143"/>
                  <a:pt x="2482651" y="1492942"/>
                  <a:pt x="2282653" y="1492942"/>
                </a:cubicBezTo>
                <a:cubicBezTo>
                  <a:pt x="1749326" y="1492942"/>
                  <a:pt x="1316979" y="1060595"/>
                  <a:pt x="1316979" y="527268"/>
                </a:cubicBezTo>
                <a:cubicBezTo>
                  <a:pt x="1316979" y="393936"/>
                  <a:pt x="1344001" y="266916"/>
                  <a:pt x="1392867" y="151384"/>
                </a:cubicBez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92F03355-C197-48C4-A4DF-B413384833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 rtlCol="0"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5659019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hre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D1E0F77B-E8C6-4A86-B521-8368A308A9A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60400" y="2037656"/>
            <a:ext cx="3474720" cy="438150"/>
          </a:xfrm>
          <a:prstGeom prst="rect">
            <a:avLst/>
          </a:prstGeom>
        </p:spPr>
        <p:txBody>
          <a:bodyPr rtlCol="0"/>
          <a:lstStyle>
            <a:lvl1pPr>
              <a:buNone/>
              <a:defRPr lang="en-US" sz="2400" b="1" kern="1200" dirty="0" smtClean="0">
                <a:solidFill>
                  <a:schemeClr val="tx1"/>
                </a:solidFill>
                <a:latin typeface="+mj-lt"/>
                <a:ea typeface="+mn-ea"/>
                <a:cs typeface="Biome Light" panose="020B03030302040208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4A6E2374-7B5B-4947-8461-F294B56E70D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60400" y="2664637"/>
            <a:ext cx="3474720" cy="2935288"/>
          </a:xfrm>
          <a:prstGeom prst="rect">
            <a:avLst/>
          </a:prstGeom>
        </p:spPr>
        <p:txBody>
          <a:bodyPr rtlCol="0"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Biome Light" panose="020B0303030204020804" pitchFamily="34" charset="0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FB9159BE-CEED-461B-AF31-03BC124E274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044180" y="2052478"/>
            <a:ext cx="3474720" cy="438150"/>
          </a:xfrm>
          <a:prstGeom prst="rect">
            <a:avLst/>
          </a:prstGeom>
        </p:spPr>
        <p:txBody>
          <a:bodyPr rtlCol="0"/>
          <a:lstStyle>
            <a:lvl1pPr>
              <a:buNone/>
              <a:defRPr lang="en-US" sz="2400" b="1" kern="1200" dirty="0" smtClean="0">
                <a:solidFill>
                  <a:schemeClr val="tx1"/>
                </a:solidFill>
                <a:latin typeface="+mj-lt"/>
                <a:ea typeface="+mn-ea"/>
                <a:cs typeface="Biome Light" panose="020B03030302040208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0" name="Text Placeholder 25">
            <a:extLst>
              <a:ext uri="{FF2B5EF4-FFF2-40B4-BE49-F238E27FC236}">
                <a16:creationId xmlns:a16="http://schemas.microsoft.com/office/drawing/2014/main" id="{2C15BD20-69D8-4EC1-8A33-A0C6EAFD30A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056880" y="2668182"/>
            <a:ext cx="3474720" cy="2935288"/>
          </a:xfrm>
          <a:prstGeom prst="rect">
            <a:avLst/>
          </a:prstGeom>
        </p:spPr>
        <p:txBody>
          <a:bodyPr rtlCol="0"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Biome Light" panose="020B0303030204020804" pitchFamily="34" charset="0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11" name="Text Placeholder 27">
            <a:extLst>
              <a:ext uri="{FF2B5EF4-FFF2-40B4-BE49-F238E27FC236}">
                <a16:creationId xmlns:a16="http://schemas.microsoft.com/office/drawing/2014/main" id="{4FDB27CA-009D-4863-B119-0EC36837148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352290" y="2048933"/>
            <a:ext cx="3474720" cy="438150"/>
          </a:xfrm>
          <a:prstGeom prst="rect">
            <a:avLst/>
          </a:prstGeom>
        </p:spPr>
        <p:txBody>
          <a:bodyPr rtlCol="0"/>
          <a:lstStyle>
            <a:lvl1pPr>
              <a:buNone/>
              <a:defRPr lang="en-US" sz="2400" b="1" kern="1200" dirty="0" smtClean="0">
                <a:solidFill>
                  <a:schemeClr val="tx1"/>
                </a:solidFill>
                <a:latin typeface="+mj-lt"/>
                <a:ea typeface="+mn-ea"/>
                <a:cs typeface="Biome Light" panose="020B03030302040208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FD03E3EF-D812-4B98-959B-6800BBE59D1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364990" y="2664637"/>
            <a:ext cx="3474720" cy="2935288"/>
          </a:xfrm>
          <a:prstGeom prst="rect">
            <a:avLst/>
          </a:prstGeom>
        </p:spPr>
        <p:txBody>
          <a:bodyPr rtlCol="0"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Biome Light" panose="020B0303030204020804" pitchFamily="34" charset="0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" name="Hexagon 2">
            <a:extLst>
              <a:ext uri="{FF2B5EF4-FFF2-40B4-BE49-F238E27FC236}">
                <a16:creationId xmlns:a16="http://schemas.microsoft.com/office/drawing/2014/main" id="{303FFB35-43AC-4A56-92D0-91038C098B3C}"/>
              </a:ext>
            </a:extLst>
          </p:cNvPr>
          <p:cNvSpPr/>
          <p:nvPr userDrawn="1"/>
        </p:nvSpPr>
        <p:spPr>
          <a:xfrm>
            <a:off x="10700126" y="788523"/>
            <a:ext cx="1155906" cy="996471"/>
          </a:xfrm>
          <a:prstGeom prst="hexagon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4" name="Hexagon 3">
            <a:extLst>
              <a:ext uri="{FF2B5EF4-FFF2-40B4-BE49-F238E27FC236}">
                <a16:creationId xmlns:a16="http://schemas.microsoft.com/office/drawing/2014/main" id="{AAF31DA0-707D-4A5D-BB7A-A5C90DB11A55}"/>
              </a:ext>
            </a:extLst>
          </p:cNvPr>
          <p:cNvSpPr/>
          <p:nvPr userDrawn="1"/>
        </p:nvSpPr>
        <p:spPr>
          <a:xfrm>
            <a:off x="11388427" y="1859136"/>
            <a:ext cx="315205" cy="271728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1"/>
              </a:solidFill>
            </a:endParaRPr>
          </a:p>
        </p:txBody>
      </p:sp>
      <p:sp>
        <p:nvSpPr>
          <p:cNvPr id="5" name="Hexagon 4">
            <a:extLst>
              <a:ext uri="{FF2B5EF4-FFF2-40B4-BE49-F238E27FC236}">
                <a16:creationId xmlns:a16="http://schemas.microsoft.com/office/drawing/2014/main" id="{539F452B-F55F-4D85-834B-A7EAF742647C}"/>
              </a:ext>
            </a:extLst>
          </p:cNvPr>
          <p:cNvSpPr/>
          <p:nvPr userDrawn="1"/>
        </p:nvSpPr>
        <p:spPr>
          <a:xfrm>
            <a:off x="9014155" y="740289"/>
            <a:ext cx="379060" cy="326776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1"/>
              </a:solidFill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91D9F6BE-FB0B-42EE-8F02-95F5CC039B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 rtlCol="0"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C67FFA0E-8AAA-4DEB-B97E-31969F57927D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9393238" y="2"/>
            <a:ext cx="2798762" cy="1354861"/>
          </a:xfrm>
          <a:custGeom>
            <a:avLst/>
            <a:gdLst>
              <a:gd name="connsiteX0" fmla="*/ 316595 w 2798762"/>
              <a:gd name="connsiteY0" fmla="*/ 88390 h 1354861"/>
              <a:gd name="connsiteX1" fmla="*/ 1152465 w 2798762"/>
              <a:gd name="connsiteY1" fmla="*/ 88390 h 1354861"/>
              <a:gd name="connsiteX2" fmla="*/ 1469083 w 2798762"/>
              <a:gd name="connsiteY2" fmla="*/ 721626 h 1354861"/>
              <a:gd name="connsiteX3" fmla="*/ 1152465 w 2798762"/>
              <a:gd name="connsiteY3" fmla="*/ 1354861 h 1354861"/>
              <a:gd name="connsiteX4" fmla="*/ 316595 w 2798762"/>
              <a:gd name="connsiteY4" fmla="*/ 1354861 h 1354861"/>
              <a:gd name="connsiteX5" fmla="*/ 0 w 2798762"/>
              <a:gd name="connsiteY5" fmla="*/ 721672 h 1354861"/>
              <a:gd name="connsiteX6" fmla="*/ 0 w 2798762"/>
              <a:gd name="connsiteY6" fmla="*/ 721580 h 1354861"/>
              <a:gd name="connsiteX7" fmla="*/ 1250372 w 2798762"/>
              <a:gd name="connsiteY7" fmla="*/ 0 h 1354861"/>
              <a:gd name="connsiteX8" fmla="*/ 2798762 w 2798762"/>
              <a:gd name="connsiteY8" fmla="*/ 0 h 1354861"/>
              <a:gd name="connsiteX9" fmla="*/ 2798762 w 2798762"/>
              <a:gd name="connsiteY9" fmla="*/ 505978 h 1354861"/>
              <a:gd name="connsiteX10" fmla="*/ 2719777 w 2798762"/>
              <a:gd name="connsiteY10" fmla="*/ 663948 h 1354861"/>
              <a:gd name="connsiteX11" fmla="*/ 1582346 w 2798762"/>
              <a:gd name="connsiteY11" fmla="*/ 663948 h 13548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798762" h="1354861">
                <a:moveTo>
                  <a:pt x="316595" y="88390"/>
                </a:moveTo>
                <a:lnTo>
                  <a:pt x="1152465" y="88390"/>
                </a:lnTo>
                <a:lnTo>
                  <a:pt x="1469083" y="721626"/>
                </a:lnTo>
                <a:lnTo>
                  <a:pt x="1152465" y="1354861"/>
                </a:lnTo>
                <a:lnTo>
                  <a:pt x="316595" y="1354861"/>
                </a:lnTo>
                <a:lnTo>
                  <a:pt x="0" y="721672"/>
                </a:lnTo>
                <a:lnTo>
                  <a:pt x="0" y="721580"/>
                </a:lnTo>
                <a:close/>
                <a:moveTo>
                  <a:pt x="1250372" y="0"/>
                </a:moveTo>
                <a:lnTo>
                  <a:pt x="2798762" y="0"/>
                </a:lnTo>
                <a:lnTo>
                  <a:pt x="2798762" y="505978"/>
                </a:lnTo>
                <a:lnTo>
                  <a:pt x="2719777" y="663948"/>
                </a:lnTo>
                <a:lnTo>
                  <a:pt x="1582346" y="663948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40965590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val 6">
            <a:extLst>
              <a:ext uri="{FF2B5EF4-FFF2-40B4-BE49-F238E27FC236}">
                <a16:creationId xmlns:a16="http://schemas.microsoft.com/office/drawing/2014/main" id="{5E74AFC3-1C60-42DE-ABAC-F53CA85AC6F1}"/>
              </a:ext>
            </a:extLst>
          </p:cNvPr>
          <p:cNvSpPr/>
          <p:nvPr userDrawn="1"/>
        </p:nvSpPr>
        <p:spPr>
          <a:xfrm>
            <a:off x="5897272" y="1457542"/>
            <a:ext cx="617218" cy="617218"/>
          </a:xfrm>
          <a:prstGeom prst="ellipse">
            <a:avLst/>
          </a:prstGeom>
          <a:solidFill>
            <a:srgbClr val="C25E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F133261-FFEB-4B3D-B085-14AEAE741F82}"/>
              </a:ext>
            </a:extLst>
          </p:cNvPr>
          <p:cNvSpPr/>
          <p:nvPr userDrawn="1"/>
        </p:nvSpPr>
        <p:spPr>
          <a:xfrm>
            <a:off x="9810348" y="5955461"/>
            <a:ext cx="394539" cy="394539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653FE105-1D8E-48B0-AD9A-95AC9A165651}"/>
              </a:ext>
            </a:extLst>
          </p:cNvPr>
          <p:cNvSpPr/>
          <p:nvPr userDrawn="1"/>
        </p:nvSpPr>
        <p:spPr>
          <a:xfrm>
            <a:off x="6514490" y="946887"/>
            <a:ext cx="335852" cy="335852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AC4388F5-0DCA-4A09-A6E1-AE07F403093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47701" y="2042790"/>
            <a:ext cx="4143374" cy="2654301"/>
          </a:xfrm>
          <a:prstGeom prst="rect">
            <a:avLst/>
          </a:prstGeom>
        </p:spPr>
        <p:txBody>
          <a:bodyPr rtlCol="0"/>
          <a:lstStyle>
            <a:lvl1pPr marL="0" indent="0">
              <a:buNone/>
              <a:defRPr sz="20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02C12FDC-BC11-43E8-B22A-3EC48E0344D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47699" y="4953919"/>
            <a:ext cx="4143375" cy="759470"/>
          </a:xfrm>
          <a:prstGeom prst="rect">
            <a:avLst/>
          </a:prstGeom>
        </p:spPr>
        <p:txBody>
          <a:bodyPr rtlCol="0"/>
          <a:lstStyle>
            <a:lvl1pPr marL="0" indent="0">
              <a:buNone/>
              <a:defRPr sz="2000" b="1">
                <a:solidFill>
                  <a:schemeClr val="accent4"/>
                </a:solidFill>
              </a:defRPr>
            </a:lvl1pPr>
            <a:lvl2pPr>
              <a:buNone/>
              <a:defRPr sz="2000"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3D43F412-F2C7-4D38-BDD0-9663029081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887402" y="533063"/>
            <a:ext cx="5542598" cy="5611666"/>
          </a:xfrm>
          <a:custGeom>
            <a:avLst/>
            <a:gdLst>
              <a:gd name="connsiteX0" fmla="*/ 3354105 w 5542598"/>
              <a:gd name="connsiteY0" fmla="*/ 4359376 h 5611666"/>
              <a:gd name="connsiteX1" fmla="*/ 3980250 w 5542598"/>
              <a:gd name="connsiteY1" fmla="*/ 4985521 h 5611666"/>
              <a:gd name="connsiteX2" fmla="*/ 3354105 w 5542598"/>
              <a:gd name="connsiteY2" fmla="*/ 5611666 h 5611666"/>
              <a:gd name="connsiteX3" fmla="*/ 2727960 w 5542598"/>
              <a:gd name="connsiteY3" fmla="*/ 4985521 h 5611666"/>
              <a:gd name="connsiteX4" fmla="*/ 3354105 w 5542598"/>
              <a:gd name="connsiteY4" fmla="*/ 4359376 h 5611666"/>
              <a:gd name="connsiteX5" fmla="*/ 1592580 w 5542598"/>
              <a:gd name="connsiteY5" fmla="*/ 1430357 h 5611666"/>
              <a:gd name="connsiteX6" fmla="*/ 3185160 w 5542598"/>
              <a:gd name="connsiteY6" fmla="*/ 3022937 h 5611666"/>
              <a:gd name="connsiteX7" fmla="*/ 1592580 w 5542598"/>
              <a:gd name="connsiteY7" fmla="*/ 4615517 h 5611666"/>
              <a:gd name="connsiteX8" fmla="*/ 0 w 5542598"/>
              <a:gd name="connsiteY8" fmla="*/ 3022937 h 5611666"/>
              <a:gd name="connsiteX9" fmla="*/ 1592580 w 5542598"/>
              <a:gd name="connsiteY9" fmla="*/ 1430357 h 5611666"/>
              <a:gd name="connsiteX10" fmla="*/ 4230267 w 5542598"/>
              <a:gd name="connsiteY10" fmla="*/ 0 h 5611666"/>
              <a:gd name="connsiteX11" fmla="*/ 5542598 w 5542598"/>
              <a:gd name="connsiteY11" fmla="*/ 1312331 h 5611666"/>
              <a:gd name="connsiteX12" fmla="*/ 4230267 w 5542598"/>
              <a:gd name="connsiteY12" fmla="*/ 2624662 h 5611666"/>
              <a:gd name="connsiteX13" fmla="*/ 2917936 w 5542598"/>
              <a:gd name="connsiteY13" fmla="*/ 1312331 h 5611666"/>
              <a:gd name="connsiteX14" fmla="*/ 4230267 w 5542598"/>
              <a:gd name="connsiteY14" fmla="*/ 0 h 5611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5542598" h="5611666">
                <a:moveTo>
                  <a:pt x="3354105" y="4359376"/>
                </a:moveTo>
                <a:cubicBezTo>
                  <a:pt x="3699915" y="4359376"/>
                  <a:pt x="3980250" y="4639711"/>
                  <a:pt x="3980250" y="4985521"/>
                </a:cubicBezTo>
                <a:cubicBezTo>
                  <a:pt x="3980250" y="5331331"/>
                  <a:pt x="3699915" y="5611666"/>
                  <a:pt x="3354105" y="5611666"/>
                </a:cubicBezTo>
                <a:cubicBezTo>
                  <a:pt x="3008295" y="5611666"/>
                  <a:pt x="2727960" y="5331331"/>
                  <a:pt x="2727960" y="4985521"/>
                </a:cubicBezTo>
                <a:cubicBezTo>
                  <a:pt x="2727960" y="4639711"/>
                  <a:pt x="3008295" y="4359376"/>
                  <a:pt x="3354105" y="4359376"/>
                </a:cubicBezTo>
                <a:close/>
                <a:moveTo>
                  <a:pt x="1592580" y="1430357"/>
                </a:moveTo>
                <a:cubicBezTo>
                  <a:pt x="2472138" y="1430357"/>
                  <a:pt x="3185160" y="2143379"/>
                  <a:pt x="3185160" y="3022937"/>
                </a:cubicBezTo>
                <a:cubicBezTo>
                  <a:pt x="3185160" y="3902495"/>
                  <a:pt x="2472138" y="4615517"/>
                  <a:pt x="1592580" y="4615517"/>
                </a:cubicBezTo>
                <a:cubicBezTo>
                  <a:pt x="713022" y="4615517"/>
                  <a:pt x="0" y="3902495"/>
                  <a:pt x="0" y="3022937"/>
                </a:cubicBezTo>
                <a:cubicBezTo>
                  <a:pt x="0" y="2143379"/>
                  <a:pt x="713022" y="1430357"/>
                  <a:pt x="1592580" y="1430357"/>
                </a:cubicBezTo>
                <a:close/>
                <a:moveTo>
                  <a:pt x="4230267" y="0"/>
                </a:moveTo>
                <a:cubicBezTo>
                  <a:pt x="4955047" y="0"/>
                  <a:pt x="5542598" y="587551"/>
                  <a:pt x="5542598" y="1312331"/>
                </a:cubicBezTo>
                <a:cubicBezTo>
                  <a:pt x="5542598" y="2037111"/>
                  <a:pt x="4955047" y="2624662"/>
                  <a:pt x="4230267" y="2624662"/>
                </a:cubicBezTo>
                <a:cubicBezTo>
                  <a:pt x="3505487" y="2624662"/>
                  <a:pt x="2917936" y="2037111"/>
                  <a:pt x="2917936" y="1312331"/>
                </a:cubicBezTo>
                <a:cubicBezTo>
                  <a:pt x="2917936" y="587551"/>
                  <a:pt x="3505487" y="0"/>
                  <a:pt x="4230267" y="0"/>
                </a:cubicBez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11176083-2CE5-4707-A564-46805454AF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 rtlCol="0"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3161869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9764BC-01BF-B4A6-FCD0-9336213A60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8440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8701607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ustom Layout">
    <p:bg>
      <p:bgPr>
        <a:solidFill>
          <a:schemeClr val="accent3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-4422"/>
            <a:ext cx="12192000" cy="6858000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6" name="Hexagon 5">
            <a:extLst>
              <a:ext uri="{FF2B5EF4-FFF2-40B4-BE49-F238E27FC236}">
                <a16:creationId xmlns:a16="http://schemas.microsoft.com/office/drawing/2014/main" id="{ED61BFD1-C421-442F-ACC0-868D35B02015}"/>
              </a:ext>
            </a:extLst>
          </p:cNvPr>
          <p:cNvSpPr/>
          <p:nvPr/>
        </p:nvSpPr>
        <p:spPr>
          <a:xfrm>
            <a:off x="3166402" y="903484"/>
            <a:ext cx="5859196" cy="5051033"/>
          </a:xfrm>
          <a:prstGeom prst="hexagon">
            <a:avLst/>
          </a:prstGeom>
          <a:solidFill>
            <a:srgbClr val="7030A0">
              <a:alpha val="40000"/>
            </a:srgb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4" name="Hexagon 13">
            <a:extLst>
              <a:ext uri="{FF2B5EF4-FFF2-40B4-BE49-F238E27FC236}">
                <a16:creationId xmlns:a16="http://schemas.microsoft.com/office/drawing/2014/main" id="{89B16BC3-CBF9-4BF0-A37A-9F2BB89BED54}"/>
              </a:ext>
            </a:extLst>
          </p:cNvPr>
          <p:cNvSpPr/>
          <p:nvPr/>
        </p:nvSpPr>
        <p:spPr>
          <a:xfrm>
            <a:off x="7974278" y="5753530"/>
            <a:ext cx="651613" cy="561736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80EA9ECE-F57C-4B25-AD19-4F78933A61EC}"/>
              </a:ext>
            </a:extLst>
          </p:cNvPr>
          <p:cNvSpPr/>
          <p:nvPr/>
        </p:nvSpPr>
        <p:spPr>
          <a:xfrm>
            <a:off x="2255521" y="2751804"/>
            <a:ext cx="785546" cy="677196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DCBDF4EA-BFFB-460D-B9A8-45C097E920DA}"/>
              </a:ext>
            </a:extLst>
          </p:cNvPr>
          <p:cNvSpPr/>
          <p:nvPr/>
        </p:nvSpPr>
        <p:spPr>
          <a:xfrm>
            <a:off x="8021783" y="671564"/>
            <a:ext cx="392774" cy="33859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20" name="Hexagon 19">
            <a:extLst>
              <a:ext uri="{FF2B5EF4-FFF2-40B4-BE49-F238E27FC236}">
                <a16:creationId xmlns:a16="http://schemas.microsoft.com/office/drawing/2014/main" id="{AB15A15E-528E-4041-8E63-65C0D0398F3A}"/>
              </a:ext>
            </a:extLst>
          </p:cNvPr>
          <p:cNvSpPr/>
          <p:nvPr/>
        </p:nvSpPr>
        <p:spPr>
          <a:xfrm>
            <a:off x="2035398" y="3344350"/>
            <a:ext cx="196388" cy="169300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A7A620BD-CFAD-4100-8C9F-494D15A0A9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96846" y="2576760"/>
            <a:ext cx="3924935" cy="1695637"/>
          </a:xfrm>
          <a:prstGeom prst="rect">
            <a:avLst/>
          </a:prstGeom>
        </p:spPr>
        <p:txBody>
          <a:bodyPr rtlCol="0"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096848" y="1899514"/>
            <a:ext cx="3924934" cy="490538"/>
          </a:xfrm>
          <a:prstGeom prst="rect">
            <a:avLst/>
          </a:prstGeom>
        </p:spPr>
        <p:txBody>
          <a:bodyPr rtlCol="0"/>
          <a:lstStyle>
            <a:lvl1pPr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GB" noProof="0"/>
              <a:t>Click to edit text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E0A61465-6ECA-46DC-97DD-7BCFDB69EB8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84582" y="4459105"/>
            <a:ext cx="3222836" cy="1168530"/>
          </a:xfrm>
          <a:prstGeom prst="rect">
            <a:avLst/>
          </a:prstGeom>
        </p:spPr>
        <p:txBody>
          <a:bodyPr rtlCol="0" anchor="b"/>
          <a:lstStyle>
            <a:lvl1pPr algn="r">
              <a:buNone/>
              <a:defRPr lang="en-US" sz="16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9ED35F2F-8C21-5F48-2B3B-23BBD44A2261}"/>
              </a:ext>
            </a:extLst>
          </p:cNvPr>
          <p:cNvSpPr txBox="1">
            <a:spLocks/>
          </p:cNvSpPr>
          <p:nvPr/>
        </p:nvSpPr>
        <p:spPr>
          <a:xfrm>
            <a:off x="215242" y="6389628"/>
            <a:ext cx="4114800" cy="365125"/>
          </a:xfrm>
          <a:prstGeom prst="rect">
            <a:avLst/>
          </a:prstGeom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100" b="1" noProof="0">
                <a:solidFill>
                  <a:schemeClr val="accent2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SWE7004</a:t>
            </a:r>
            <a:r>
              <a:rPr lang="en-GB" sz="1100" b="1" noProof="0">
                <a:solidFill>
                  <a:srgbClr val="9454C3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GB" sz="1100" b="1" i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Helvetica Neue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Research Methods</a:t>
            </a:r>
            <a:endParaRPr lang="en-GB" sz="1100" b="1" i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Helvetica Neue"/>
            </a:endParaRPr>
          </a:p>
        </p:txBody>
      </p:sp>
      <p:pic>
        <p:nvPicPr>
          <p:cNvPr id="3" name="Picture 2">
            <a:hlinkClick r:id="rId2"/>
            <a:extLst>
              <a:ext uri="{FF2B5EF4-FFF2-40B4-BE49-F238E27FC236}">
                <a16:creationId xmlns:a16="http://schemas.microsoft.com/office/drawing/2014/main" id="{FD8C6198-408D-9AE3-605C-0D30B6501C7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35000"/>
          </a:blip>
          <a:srcRect r="39275" b="37247"/>
          <a:stretch/>
        </p:blipFill>
        <p:spPr>
          <a:xfrm>
            <a:off x="8414557" y="4493758"/>
            <a:ext cx="3655522" cy="2361018"/>
          </a:xfrm>
          <a:prstGeom prst="rect">
            <a:avLst/>
          </a:prstGeom>
        </p:spPr>
      </p:pic>
      <p:sp>
        <p:nvSpPr>
          <p:cNvPr id="4" name="Hexagon 3">
            <a:extLst>
              <a:ext uri="{FF2B5EF4-FFF2-40B4-BE49-F238E27FC236}">
                <a16:creationId xmlns:a16="http://schemas.microsoft.com/office/drawing/2014/main" id="{02EFDB6D-A908-36D7-35D8-AB8FD9008337}"/>
              </a:ext>
            </a:extLst>
          </p:cNvPr>
          <p:cNvSpPr/>
          <p:nvPr userDrawn="1"/>
        </p:nvSpPr>
        <p:spPr>
          <a:xfrm>
            <a:off x="3166402" y="903484"/>
            <a:ext cx="5859196" cy="5051033"/>
          </a:xfrm>
          <a:prstGeom prst="hexagon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5" name="Hexagon 4">
            <a:extLst>
              <a:ext uri="{FF2B5EF4-FFF2-40B4-BE49-F238E27FC236}">
                <a16:creationId xmlns:a16="http://schemas.microsoft.com/office/drawing/2014/main" id="{49AE87C3-49B8-1C89-4D2B-8F65D68539B9}"/>
              </a:ext>
            </a:extLst>
          </p:cNvPr>
          <p:cNvSpPr/>
          <p:nvPr userDrawn="1"/>
        </p:nvSpPr>
        <p:spPr>
          <a:xfrm>
            <a:off x="7974278" y="5753530"/>
            <a:ext cx="651613" cy="561736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7" name="Hexagon 6">
            <a:extLst>
              <a:ext uri="{FF2B5EF4-FFF2-40B4-BE49-F238E27FC236}">
                <a16:creationId xmlns:a16="http://schemas.microsoft.com/office/drawing/2014/main" id="{D94E2D36-2BEB-9F15-F2E3-84FEAB512991}"/>
              </a:ext>
            </a:extLst>
          </p:cNvPr>
          <p:cNvSpPr/>
          <p:nvPr userDrawn="1"/>
        </p:nvSpPr>
        <p:spPr>
          <a:xfrm>
            <a:off x="2255521" y="2751804"/>
            <a:ext cx="785546" cy="677196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8" name="Hexagon 7">
            <a:extLst>
              <a:ext uri="{FF2B5EF4-FFF2-40B4-BE49-F238E27FC236}">
                <a16:creationId xmlns:a16="http://schemas.microsoft.com/office/drawing/2014/main" id="{AA0B740B-2FE0-19FB-9199-41E8FB6371E1}"/>
              </a:ext>
            </a:extLst>
          </p:cNvPr>
          <p:cNvSpPr/>
          <p:nvPr userDrawn="1"/>
        </p:nvSpPr>
        <p:spPr>
          <a:xfrm>
            <a:off x="8021783" y="671564"/>
            <a:ext cx="392774" cy="33859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9" name="Hexagon 8">
            <a:extLst>
              <a:ext uri="{FF2B5EF4-FFF2-40B4-BE49-F238E27FC236}">
                <a16:creationId xmlns:a16="http://schemas.microsoft.com/office/drawing/2014/main" id="{2782235E-6025-12F9-8881-306369DB7C6B}"/>
              </a:ext>
            </a:extLst>
          </p:cNvPr>
          <p:cNvSpPr/>
          <p:nvPr userDrawn="1"/>
        </p:nvSpPr>
        <p:spPr>
          <a:xfrm>
            <a:off x="2035398" y="3344350"/>
            <a:ext cx="196388" cy="169300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8D1A6C30-9E69-C642-8AE1-30A8CEC2A284}"/>
              </a:ext>
            </a:extLst>
          </p:cNvPr>
          <p:cNvSpPr txBox="1">
            <a:spLocks/>
          </p:cNvSpPr>
          <p:nvPr userDrawn="1"/>
        </p:nvSpPr>
        <p:spPr>
          <a:xfrm>
            <a:off x="215242" y="6389628"/>
            <a:ext cx="4114800" cy="365125"/>
          </a:xfrm>
          <a:prstGeom prst="rect">
            <a:avLst/>
          </a:prstGeom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100" b="1" noProof="0">
                <a:solidFill>
                  <a:schemeClr val="accent2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SWE7004</a:t>
            </a:r>
            <a:r>
              <a:rPr lang="en-GB" sz="1100" b="1" noProof="0">
                <a:solidFill>
                  <a:srgbClr val="9454C3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GB" sz="1100" b="1" i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Helvetica Neue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Research Methods</a:t>
            </a:r>
            <a:endParaRPr lang="en-GB" sz="1100" b="1" i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Helvetica Neue"/>
            </a:endParaRPr>
          </a:p>
        </p:txBody>
      </p:sp>
      <p:pic>
        <p:nvPicPr>
          <p:cNvPr id="11" name="Picture 10">
            <a:hlinkClick r:id="rId2"/>
            <a:extLst>
              <a:ext uri="{FF2B5EF4-FFF2-40B4-BE49-F238E27FC236}">
                <a16:creationId xmlns:a16="http://schemas.microsoft.com/office/drawing/2014/main" id="{F62EE852-B994-CAD3-56BB-7699FA84C3B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alphaModFix amt="35000"/>
          </a:blip>
          <a:srcRect r="39275" b="37247"/>
          <a:stretch/>
        </p:blipFill>
        <p:spPr>
          <a:xfrm>
            <a:off x="8536478" y="4496982"/>
            <a:ext cx="3655522" cy="2361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062025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Custom Layout">
    <p:bg>
      <p:bgPr>
        <a:solidFill>
          <a:schemeClr val="accent3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2" name="Rectangle 1" descr="Tall office building looking up">
            <a:extLst>
              <a:ext uri="{FF2B5EF4-FFF2-40B4-BE49-F238E27FC236}">
                <a16:creationId xmlns:a16="http://schemas.microsoft.com/office/drawing/2014/main" id="{AF7FA146-2A75-4EA7-A9AD-EBCE6F17FB42}"/>
              </a:ext>
            </a:extLst>
          </p:cNvPr>
          <p:cNvSpPr/>
          <p:nvPr/>
        </p:nvSpPr>
        <p:spPr>
          <a:xfrm>
            <a:off x="3718560" y="1181123"/>
            <a:ext cx="4754880" cy="4495754"/>
          </a:xfrm>
          <a:prstGeom prst="rect">
            <a:avLst/>
          </a:prstGeom>
          <a:solidFill>
            <a:srgbClr val="7030A0">
              <a:alpha val="40000"/>
            </a:srgb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49139" y="4859469"/>
            <a:ext cx="3924934" cy="490538"/>
          </a:xfrm>
          <a:prstGeom prst="rect">
            <a:avLst/>
          </a:prstGeom>
        </p:spPr>
        <p:txBody>
          <a:bodyPr rtlCol="0"/>
          <a:lstStyle>
            <a:lvl1pPr algn="r"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GB" noProof="0"/>
              <a:t>Click to edit text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62BE5D7-9E35-49F8-A8E4-2093183A6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139" y="1529685"/>
            <a:ext cx="3924934" cy="1695637"/>
          </a:xfrm>
          <a:prstGeom prst="rect">
            <a:avLst/>
          </a:prstGeom>
        </p:spPr>
        <p:txBody>
          <a:bodyPr rtlCol="0"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E820A320-06A7-7F4F-3C09-D207765810C4}"/>
              </a:ext>
            </a:extLst>
          </p:cNvPr>
          <p:cNvSpPr txBox="1">
            <a:spLocks/>
          </p:cNvSpPr>
          <p:nvPr/>
        </p:nvSpPr>
        <p:spPr>
          <a:xfrm>
            <a:off x="215242" y="6389628"/>
            <a:ext cx="4114800" cy="365125"/>
          </a:xfrm>
          <a:prstGeom prst="rect">
            <a:avLst/>
          </a:prstGeom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100" b="1" noProof="0">
                <a:solidFill>
                  <a:schemeClr val="accent2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SWE7004</a:t>
            </a:r>
            <a:r>
              <a:rPr lang="en-GB" sz="1100" b="1" noProof="0">
                <a:solidFill>
                  <a:srgbClr val="9454C3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GB" sz="1100" b="1" i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Helvetica Neue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Research Methods</a:t>
            </a:r>
            <a:endParaRPr lang="en-GB" sz="1100" b="1" i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Helvetica Neue"/>
            </a:endParaRPr>
          </a:p>
        </p:txBody>
      </p:sp>
      <p:pic>
        <p:nvPicPr>
          <p:cNvPr id="4" name="Picture 3">
            <a:hlinkClick r:id="rId2"/>
            <a:extLst>
              <a:ext uri="{FF2B5EF4-FFF2-40B4-BE49-F238E27FC236}">
                <a16:creationId xmlns:a16="http://schemas.microsoft.com/office/drawing/2014/main" id="{6A69585D-99AE-FA50-823D-9FD3DB0FB47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35000"/>
          </a:blip>
          <a:srcRect r="39275" b="37247"/>
          <a:stretch/>
        </p:blipFill>
        <p:spPr>
          <a:xfrm>
            <a:off x="8536478" y="4496982"/>
            <a:ext cx="3655522" cy="2361018"/>
          </a:xfrm>
          <a:prstGeom prst="rect">
            <a:avLst/>
          </a:prstGeom>
        </p:spPr>
      </p:pic>
      <p:sp>
        <p:nvSpPr>
          <p:cNvPr id="5" name="Rectangle 4" descr="Tall office building looking up">
            <a:extLst>
              <a:ext uri="{FF2B5EF4-FFF2-40B4-BE49-F238E27FC236}">
                <a16:creationId xmlns:a16="http://schemas.microsoft.com/office/drawing/2014/main" id="{083ED6C1-B896-0EE1-0EB4-70D463229E1B}"/>
              </a:ext>
            </a:extLst>
          </p:cNvPr>
          <p:cNvSpPr/>
          <p:nvPr userDrawn="1"/>
        </p:nvSpPr>
        <p:spPr>
          <a:xfrm>
            <a:off x="3718560" y="1181123"/>
            <a:ext cx="4754880" cy="4495754"/>
          </a:xfrm>
          <a:prstGeom prst="rect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F2C5E802-5A33-10B1-00C1-FDD2A058D40D}"/>
              </a:ext>
            </a:extLst>
          </p:cNvPr>
          <p:cNvSpPr txBox="1">
            <a:spLocks/>
          </p:cNvSpPr>
          <p:nvPr userDrawn="1"/>
        </p:nvSpPr>
        <p:spPr>
          <a:xfrm>
            <a:off x="215242" y="6389628"/>
            <a:ext cx="4114800" cy="365125"/>
          </a:xfrm>
          <a:prstGeom prst="rect">
            <a:avLst/>
          </a:prstGeom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100" b="1" noProof="0">
                <a:solidFill>
                  <a:schemeClr val="accent2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SWE7004</a:t>
            </a:r>
            <a:r>
              <a:rPr lang="en-GB" sz="1100" b="1" noProof="0">
                <a:solidFill>
                  <a:srgbClr val="9454C3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GB" sz="1100" b="1" i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Helvetica Neue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Research Methods</a:t>
            </a:r>
            <a:endParaRPr lang="en-GB" sz="1100" b="1" i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Helvetica Neue"/>
            </a:endParaRPr>
          </a:p>
        </p:txBody>
      </p:sp>
      <p:pic>
        <p:nvPicPr>
          <p:cNvPr id="8" name="Picture 7">
            <a:hlinkClick r:id="rId2"/>
            <a:extLst>
              <a:ext uri="{FF2B5EF4-FFF2-40B4-BE49-F238E27FC236}">
                <a16:creationId xmlns:a16="http://schemas.microsoft.com/office/drawing/2014/main" id="{28B9E23B-EC53-A54A-D68B-4DE461EA517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alphaModFix amt="35000"/>
          </a:blip>
          <a:srcRect r="39275" b="37247"/>
          <a:stretch/>
        </p:blipFill>
        <p:spPr>
          <a:xfrm>
            <a:off x="8536478" y="4496982"/>
            <a:ext cx="3655522" cy="2361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353605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5_Custom Layout">
    <p:bg>
      <p:bgPr>
        <a:solidFill>
          <a:schemeClr val="accent3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21">
            <a:extLst>
              <a:ext uri="{FF2B5EF4-FFF2-40B4-BE49-F238E27FC236}">
                <a16:creationId xmlns:a16="http://schemas.microsoft.com/office/drawing/2014/main" id="{75D96571-69F8-475F-A910-ECC18342506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5606" y="0"/>
            <a:ext cx="12192000" cy="6858000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3" name="Oval 2" descr="Tall office building looking up">
            <a:extLst>
              <a:ext uri="{FF2B5EF4-FFF2-40B4-BE49-F238E27FC236}">
                <a16:creationId xmlns:a16="http://schemas.microsoft.com/office/drawing/2014/main" id="{CD4C2457-AECB-4015-9FE4-CCBC516AA9EE}"/>
              </a:ext>
            </a:extLst>
          </p:cNvPr>
          <p:cNvSpPr/>
          <p:nvPr/>
        </p:nvSpPr>
        <p:spPr>
          <a:xfrm>
            <a:off x="3352800" y="685800"/>
            <a:ext cx="5486400" cy="5486400"/>
          </a:xfrm>
          <a:prstGeom prst="ellipse">
            <a:avLst/>
          </a:prstGeom>
          <a:solidFill>
            <a:srgbClr val="7030A0">
              <a:alpha val="40000"/>
            </a:srgb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289A018F-D11C-4B07-9830-8336B27A18AD}"/>
              </a:ext>
            </a:extLst>
          </p:cNvPr>
          <p:cNvSpPr/>
          <p:nvPr/>
        </p:nvSpPr>
        <p:spPr>
          <a:xfrm>
            <a:off x="8138160" y="5669280"/>
            <a:ext cx="502920" cy="50292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E0209A32-FE17-4457-B02B-0A1DB9B8ADB1}"/>
              </a:ext>
            </a:extLst>
          </p:cNvPr>
          <p:cNvSpPr/>
          <p:nvPr/>
        </p:nvSpPr>
        <p:spPr>
          <a:xfrm>
            <a:off x="2915463" y="1295169"/>
            <a:ext cx="692878" cy="692878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D585A541-0EDE-4213-AE62-4D909E8EB7F5}"/>
              </a:ext>
            </a:extLst>
          </p:cNvPr>
          <p:cNvSpPr/>
          <p:nvPr/>
        </p:nvSpPr>
        <p:spPr>
          <a:xfrm>
            <a:off x="3398520" y="904895"/>
            <a:ext cx="251460" cy="25146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CBFD020D-881A-48D8-BDA8-55C7B95C599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27927" y="4609453"/>
            <a:ext cx="3924934" cy="490538"/>
          </a:xfrm>
          <a:prstGeom prst="rect">
            <a:avLst/>
          </a:prstGeom>
        </p:spPr>
        <p:txBody>
          <a:bodyPr rtlCol="0" anchor="b"/>
          <a:lstStyle>
            <a:lvl1pPr algn="ctr">
              <a:buNone/>
              <a:defRPr lang="en-US" sz="20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GB" noProof="0"/>
              <a:t>Click to edit text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9687A5-0BDD-45B2-A892-542449E313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45678" y="1988047"/>
            <a:ext cx="4007183" cy="2374194"/>
          </a:xfrm>
          <a:prstGeom prst="rect">
            <a:avLst/>
          </a:prstGeom>
        </p:spPr>
        <p:txBody>
          <a:bodyPr rtlCol="0"/>
          <a:lstStyle>
            <a:lvl1pPr algn="ctr">
              <a:spcBef>
                <a:spcPts val="1000"/>
              </a:spcBef>
              <a:defRPr sz="280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DE603573-ED16-E955-1321-B6812B9EAA50}"/>
              </a:ext>
            </a:extLst>
          </p:cNvPr>
          <p:cNvSpPr txBox="1">
            <a:spLocks/>
          </p:cNvSpPr>
          <p:nvPr/>
        </p:nvSpPr>
        <p:spPr>
          <a:xfrm>
            <a:off x="215242" y="6389628"/>
            <a:ext cx="4114800" cy="365125"/>
          </a:xfrm>
          <a:prstGeom prst="rect">
            <a:avLst/>
          </a:prstGeom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100" b="1" noProof="0">
                <a:solidFill>
                  <a:schemeClr val="accent2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SWE7004</a:t>
            </a:r>
            <a:r>
              <a:rPr lang="en-GB" sz="1100" b="1" noProof="0">
                <a:solidFill>
                  <a:srgbClr val="9454C3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GB" sz="1100" b="1" i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Helvetica Neue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Research Methods</a:t>
            </a:r>
            <a:endParaRPr lang="en-GB" sz="1100" b="1" i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Helvetica Neue"/>
            </a:endParaRPr>
          </a:p>
        </p:txBody>
      </p:sp>
      <p:pic>
        <p:nvPicPr>
          <p:cNvPr id="5" name="Picture 4">
            <a:hlinkClick r:id="rId2"/>
            <a:extLst>
              <a:ext uri="{FF2B5EF4-FFF2-40B4-BE49-F238E27FC236}">
                <a16:creationId xmlns:a16="http://schemas.microsoft.com/office/drawing/2014/main" id="{8AD4BB78-2FD8-FDAD-6CAC-E0E659AEE03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35000"/>
          </a:blip>
          <a:srcRect r="39275" b="37247"/>
          <a:stretch/>
        </p:blipFill>
        <p:spPr>
          <a:xfrm>
            <a:off x="8536478" y="4496982"/>
            <a:ext cx="3655522" cy="2361018"/>
          </a:xfrm>
          <a:prstGeom prst="rect">
            <a:avLst/>
          </a:prstGeom>
        </p:spPr>
      </p:pic>
      <p:sp>
        <p:nvSpPr>
          <p:cNvPr id="6" name="Oval 5" descr="Tall office building looking up">
            <a:extLst>
              <a:ext uri="{FF2B5EF4-FFF2-40B4-BE49-F238E27FC236}">
                <a16:creationId xmlns:a16="http://schemas.microsoft.com/office/drawing/2014/main" id="{DD4EA124-ED41-ED8F-A0D9-A44B1A06F87D}"/>
              </a:ext>
            </a:extLst>
          </p:cNvPr>
          <p:cNvSpPr/>
          <p:nvPr userDrawn="1"/>
        </p:nvSpPr>
        <p:spPr>
          <a:xfrm>
            <a:off x="3352800" y="685800"/>
            <a:ext cx="5486400" cy="5486400"/>
          </a:xfrm>
          <a:prstGeom prst="ellipse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61AD970E-C52F-C6BC-9937-32C889405FB4}"/>
              </a:ext>
            </a:extLst>
          </p:cNvPr>
          <p:cNvSpPr/>
          <p:nvPr userDrawn="1"/>
        </p:nvSpPr>
        <p:spPr>
          <a:xfrm>
            <a:off x="8138160" y="5669280"/>
            <a:ext cx="502920" cy="50292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7C0B8C96-B41F-8535-3716-1E878FEDCC6F}"/>
              </a:ext>
            </a:extLst>
          </p:cNvPr>
          <p:cNvSpPr/>
          <p:nvPr userDrawn="1"/>
        </p:nvSpPr>
        <p:spPr>
          <a:xfrm>
            <a:off x="2915463" y="1295169"/>
            <a:ext cx="692878" cy="692878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82257809-DB42-5B9A-ECAE-338D697DCCDD}"/>
              </a:ext>
            </a:extLst>
          </p:cNvPr>
          <p:cNvSpPr/>
          <p:nvPr userDrawn="1"/>
        </p:nvSpPr>
        <p:spPr>
          <a:xfrm>
            <a:off x="3398520" y="904895"/>
            <a:ext cx="251460" cy="25146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22764E1D-14C7-954C-925F-75B8EDD91075}"/>
              </a:ext>
            </a:extLst>
          </p:cNvPr>
          <p:cNvSpPr txBox="1">
            <a:spLocks/>
          </p:cNvSpPr>
          <p:nvPr userDrawn="1"/>
        </p:nvSpPr>
        <p:spPr>
          <a:xfrm>
            <a:off x="215242" y="6389628"/>
            <a:ext cx="4114800" cy="365125"/>
          </a:xfrm>
          <a:prstGeom prst="rect">
            <a:avLst/>
          </a:prstGeom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100" b="1" noProof="0">
                <a:solidFill>
                  <a:schemeClr val="accent2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SWE7004</a:t>
            </a:r>
            <a:r>
              <a:rPr lang="en-GB" sz="1100" b="1" noProof="0">
                <a:solidFill>
                  <a:srgbClr val="9454C3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GB" sz="1100" b="1" i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Helvetica Neue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Research Methods</a:t>
            </a:r>
            <a:endParaRPr lang="en-GB" sz="1100" b="1" i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Helvetica Neue"/>
            </a:endParaRPr>
          </a:p>
        </p:txBody>
      </p:sp>
      <p:pic>
        <p:nvPicPr>
          <p:cNvPr id="16" name="Picture 15">
            <a:hlinkClick r:id="rId2"/>
            <a:extLst>
              <a:ext uri="{FF2B5EF4-FFF2-40B4-BE49-F238E27FC236}">
                <a16:creationId xmlns:a16="http://schemas.microsoft.com/office/drawing/2014/main" id="{82AD0F96-3697-FF35-4CA4-B06D47CB234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alphaModFix amt="35000"/>
          </a:blip>
          <a:srcRect r="39275" b="37247"/>
          <a:stretch/>
        </p:blipFill>
        <p:spPr>
          <a:xfrm>
            <a:off x="8536478" y="4496982"/>
            <a:ext cx="3655522" cy="2361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015901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6">
            <a:extLst>
              <a:ext uri="{FF2B5EF4-FFF2-40B4-BE49-F238E27FC236}">
                <a16:creationId xmlns:a16="http://schemas.microsoft.com/office/drawing/2014/main" id="{4AA38E8C-A334-4183-8ABC-112B8517F4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 rtlCol="0"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80624A4-5116-4AAF-8C31-C25D1DB16FEC}"/>
              </a:ext>
            </a:extLst>
          </p:cNvPr>
          <p:cNvSpPr/>
          <p:nvPr/>
        </p:nvSpPr>
        <p:spPr>
          <a:xfrm>
            <a:off x="9354457" y="5363987"/>
            <a:ext cx="457200" cy="457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D07EC8A-6024-4DEA-9C4D-AE4228E17854}"/>
              </a:ext>
            </a:extLst>
          </p:cNvPr>
          <p:cNvSpPr/>
          <p:nvPr/>
        </p:nvSpPr>
        <p:spPr>
          <a:xfrm>
            <a:off x="6692791" y="1699889"/>
            <a:ext cx="319749" cy="3197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1C8FAEF-DF78-48CC-AEEF-F9B802055C05}"/>
              </a:ext>
            </a:extLst>
          </p:cNvPr>
          <p:cNvSpPr/>
          <p:nvPr/>
        </p:nvSpPr>
        <p:spPr>
          <a:xfrm>
            <a:off x="9354457" y="5897738"/>
            <a:ext cx="179977" cy="17997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66F72D6-AEEE-4CF3-8136-F6782F1E489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90227" y="786181"/>
            <a:ext cx="4441372" cy="5393036"/>
          </a:xfrm>
          <a:custGeom>
            <a:avLst/>
            <a:gdLst>
              <a:gd name="connsiteX0" fmla="*/ 0 w 4441372"/>
              <a:gd name="connsiteY0" fmla="*/ 3188969 h 5393036"/>
              <a:gd name="connsiteX1" fmla="*/ 2173516 w 4441372"/>
              <a:gd name="connsiteY1" fmla="*/ 3188969 h 5393036"/>
              <a:gd name="connsiteX2" fmla="*/ 2173516 w 4441372"/>
              <a:gd name="connsiteY2" fmla="*/ 5393036 h 5393036"/>
              <a:gd name="connsiteX3" fmla="*/ 0 w 4441372"/>
              <a:gd name="connsiteY3" fmla="*/ 5393036 h 5393036"/>
              <a:gd name="connsiteX4" fmla="*/ 2267856 w 4441372"/>
              <a:gd name="connsiteY4" fmla="*/ 2293018 h 5393036"/>
              <a:gd name="connsiteX5" fmla="*/ 4441372 w 4441372"/>
              <a:gd name="connsiteY5" fmla="*/ 2293018 h 5393036"/>
              <a:gd name="connsiteX6" fmla="*/ 4441372 w 4441372"/>
              <a:gd name="connsiteY6" fmla="*/ 4497085 h 5393036"/>
              <a:gd name="connsiteX7" fmla="*/ 2267856 w 4441372"/>
              <a:gd name="connsiteY7" fmla="*/ 4497085 h 5393036"/>
              <a:gd name="connsiteX8" fmla="*/ 0 w 4441372"/>
              <a:gd name="connsiteY8" fmla="*/ 906837 h 5393036"/>
              <a:gd name="connsiteX9" fmla="*/ 2173516 w 4441372"/>
              <a:gd name="connsiteY9" fmla="*/ 906837 h 5393036"/>
              <a:gd name="connsiteX10" fmla="*/ 2173516 w 4441372"/>
              <a:gd name="connsiteY10" fmla="*/ 3110904 h 5393036"/>
              <a:gd name="connsiteX11" fmla="*/ 0 w 4441372"/>
              <a:gd name="connsiteY11" fmla="*/ 3110904 h 5393036"/>
              <a:gd name="connsiteX12" fmla="*/ 2267856 w 4441372"/>
              <a:gd name="connsiteY12" fmla="*/ 0 h 5393036"/>
              <a:gd name="connsiteX13" fmla="*/ 4441372 w 4441372"/>
              <a:gd name="connsiteY13" fmla="*/ 0 h 5393036"/>
              <a:gd name="connsiteX14" fmla="*/ 4441372 w 4441372"/>
              <a:gd name="connsiteY14" fmla="*/ 2204067 h 5393036"/>
              <a:gd name="connsiteX15" fmla="*/ 2267856 w 4441372"/>
              <a:gd name="connsiteY15" fmla="*/ 2204067 h 5393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441372" h="5393036">
                <a:moveTo>
                  <a:pt x="0" y="3188969"/>
                </a:moveTo>
                <a:lnTo>
                  <a:pt x="2173516" y="3188969"/>
                </a:lnTo>
                <a:lnTo>
                  <a:pt x="2173516" y="5393036"/>
                </a:lnTo>
                <a:lnTo>
                  <a:pt x="0" y="5393036"/>
                </a:lnTo>
                <a:close/>
                <a:moveTo>
                  <a:pt x="2267856" y="2293018"/>
                </a:moveTo>
                <a:lnTo>
                  <a:pt x="4441372" y="2293018"/>
                </a:lnTo>
                <a:lnTo>
                  <a:pt x="4441372" y="4497085"/>
                </a:lnTo>
                <a:lnTo>
                  <a:pt x="2267856" y="4497085"/>
                </a:lnTo>
                <a:close/>
                <a:moveTo>
                  <a:pt x="0" y="906837"/>
                </a:moveTo>
                <a:lnTo>
                  <a:pt x="2173516" y="906837"/>
                </a:lnTo>
                <a:lnTo>
                  <a:pt x="2173516" y="3110904"/>
                </a:lnTo>
                <a:lnTo>
                  <a:pt x="0" y="3110904"/>
                </a:lnTo>
                <a:close/>
                <a:moveTo>
                  <a:pt x="2267856" y="0"/>
                </a:moveTo>
                <a:lnTo>
                  <a:pt x="4441372" y="0"/>
                </a:lnTo>
                <a:lnTo>
                  <a:pt x="4441372" y="2204067"/>
                </a:lnTo>
                <a:lnTo>
                  <a:pt x="2267856" y="2204067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9DADC7-BE21-4434-A6E4-BAF809005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 rtlCol="0"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9800AAB-297F-072F-EB54-1320773DC342}"/>
              </a:ext>
            </a:extLst>
          </p:cNvPr>
          <p:cNvSpPr/>
          <p:nvPr userDrawn="1"/>
        </p:nvSpPr>
        <p:spPr>
          <a:xfrm>
            <a:off x="9354457" y="5363987"/>
            <a:ext cx="457200" cy="457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4CC3AD9-AEB3-02EC-1CC1-2AC54487BB35}"/>
              </a:ext>
            </a:extLst>
          </p:cNvPr>
          <p:cNvSpPr/>
          <p:nvPr userDrawn="1"/>
        </p:nvSpPr>
        <p:spPr>
          <a:xfrm>
            <a:off x="6692791" y="1699889"/>
            <a:ext cx="319749" cy="3197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3B94151-B597-BF9E-A282-F052320680B6}"/>
              </a:ext>
            </a:extLst>
          </p:cNvPr>
          <p:cNvSpPr/>
          <p:nvPr userDrawn="1"/>
        </p:nvSpPr>
        <p:spPr>
          <a:xfrm>
            <a:off x="9354457" y="5897738"/>
            <a:ext cx="179977" cy="17997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8171498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4" orient="horz" pos="504">
          <p15:clr>
            <a:srgbClr val="FBAE40"/>
          </p15:clr>
        </p15:guide>
        <p15:guide id="5" pos="3840">
          <p15:clr>
            <a:srgbClr val="FBAE40"/>
          </p15:clr>
        </p15:guide>
        <p15:guide id="6" orient="horz" pos="1416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24FAA9D0-7C9C-4043-9931-A15819ABB9B5}"/>
              </a:ext>
            </a:extLst>
          </p:cNvPr>
          <p:cNvSpPr/>
          <p:nvPr/>
        </p:nvSpPr>
        <p:spPr>
          <a:xfrm>
            <a:off x="7362825" y="443263"/>
            <a:ext cx="361950" cy="36195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232AB2D-843E-4B5F-8793-6A263DA356BB}"/>
              </a:ext>
            </a:extLst>
          </p:cNvPr>
          <p:cNvSpPr/>
          <p:nvPr/>
        </p:nvSpPr>
        <p:spPr>
          <a:xfrm>
            <a:off x="11007246" y="5605994"/>
            <a:ext cx="654227" cy="65422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A75A12B-C399-4072-BD69-D872D2C2AD1F}"/>
              </a:ext>
            </a:extLst>
          </p:cNvPr>
          <p:cNvSpPr/>
          <p:nvPr/>
        </p:nvSpPr>
        <p:spPr>
          <a:xfrm>
            <a:off x="10683791" y="6132439"/>
            <a:ext cx="251152" cy="251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423AE48B-50E9-4BEA-B66A-B2D2B9CCFE9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33416" y="624239"/>
            <a:ext cx="5855754" cy="5631571"/>
          </a:xfrm>
          <a:custGeom>
            <a:avLst/>
            <a:gdLst>
              <a:gd name="connsiteX0" fmla="*/ 3433020 w 5855754"/>
              <a:gd name="connsiteY0" fmla="*/ 786103 h 5631571"/>
              <a:gd name="connsiteX1" fmla="*/ 5855754 w 5855754"/>
              <a:gd name="connsiteY1" fmla="*/ 3208837 h 5631571"/>
              <a:gd name="connsiteX2" fmla="*/ 3433020 w 5855754"/>
              <a:gd name="connsiteY2" fmla="*/ 5631571 h 5631571"/>
              <a:gd name="connsiteX3" fmla="*/ 1010286 w 5855754"/>
              <a:gd name="connsiteY3" fmla="*/ 3208837 h 5631571"/>
              <a:gd name="connsiteX4" fmla="*/ 3433020 w 5855754"/>
              <a:gd name="connsiteY4" fmla="*/ 786103 h 5631571"/>
              <a:gd name="connsiteX5" fmla="*/ 828675 w 5855754"/>
              <a:gd name="connsiteY5" fmla="*/ 0 h 5631571"/>
              <a:gd name="connsiteX6" fmla="*/ 1657350 w 5855754"/>
              <a:gd name="connsiteY6" fmla="*/ 828675 h 5631571"/>
              <a:gd name="connsiteX7" fmla="*/ 828675 w 5855754"/>
              <a:gd name="connsiteY7" fmla="*/ 1657350 h 5631571"/>
              <a:gd name="connsiteX8" fmla="*/ 0 w 5855754"/>
              <a:gd name="connsiteY8" fmla="*/ 828675 h 5631571"/>
              <a:gd name="connsiteX9" fmla="*/ 828675 w 5855754"/>
              <a:gd name="connsiteY9" fmla="*/ 0 h 5631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55754" h="5631571">
                <a:moveTo>
                  <a:pt x="3433020" y="786103"/>
                </a:moveTo>
                <a:cubicBezTo>
                  <a:pt x="4771059" y="786103"/>
                  <a:pt x="5855754" y="1870798"/>
                  <a:pt x="5855754" y="3208837"/>
                </a:cubicBezTo>
                <a:cubicBezTo>
                  <a:pt x="5855754" y="4546876"/>
                  <a:pt x="4771059" y="5631571"/>
                  <a:pt x="3433020" y="5631571"/>
                </a:cubicBezTo>
                <a:cubicBezTo>
                  <a:pt x="2094981" y="5631571"/>
                  <a:pt x="1010286" y="4546876"/>
                  <a:pt x="1010286" y="3208837"/>
                </a:cubicBezTo>
                <a:cubicBezTo>
                  <a:pt x="1010286" y="1870798"/>
                  <a:pt x="2094981" y="786103"/>
                  <a:pt x="3433020" y="786103"/>
                </a:cubicBezTo>
                <a:close/>
                <a:moveTo>
                  <a:pt x="828675" y="0"/>
                </a:moveTo>
                <a:cubicBezTo>
                  <a:pt x="1286340" y="0"/>
                  <a:pt x="1657350" y="371010"/>
                  <a:pt x="1657350" y="828675"/>
                </a:cubicBezTo>
                <a:cubicBezTo>
                  <a:pt x="1657350" y="1286340"/>
                  <a:pt x="1286340" y="1657350"/>
                  <a:pt x="828675" y="1657350"/>
                </a:cubicBezTo>
                <a:cubicBezTo>
                  <a:pt x="371010" y="1657350"/>
                  <a:pt x="0" y="1286340"/>
                  <a:pt x="0" y="828675"/>
                </a:cubicBezTo>
                <a:cubicBezTo>
                  <a:pt x="0" y="371010"/>
                  <a:pt x="371010" y="0"/>
                  <a:pt x="828675" y="0"/>
                </a:cubicBez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282D3E62-6D1A-4E9D-BE54-2EED9BF429A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 rtlCol="0"/>
          <a:lstStyle>
            <a:lvl1pPr>
              <a:lnSpc>
                <a:spcPct val="150000"/>
              </a:lnSpc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EB8F0E5-B89F-48AD-87BD-534EA9463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 rtlCol="0"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4573ECC6-14C6-5675-355F-F3E33088BECC}"/>
              </a:ext>
            </a:extLst>
          </p:cNvPr>
          <p:cNvSpPr/>
          <p:nvPr userDrawn="1"/>
        </p:nvSpPr>
        <p:spPr>
          <a:xfrm>
            <a:off x="7362825" y="443263"/>
            <a:ext cx="361950" cy="36195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6658D6F0-8200-47F7-8A3C-8D72A49F60CF}"/>
              </a:ext>
            </a:extLst>
          </p:cNvPr>
          <p:cNvSpPr/>
          <p:nvPr userDrawn="1"/>
        </p:nvSpPr>
        <p:spPr>
          <a:xfrm>
            <a:off x="11007246" y="5605994"/>
            <a:ext cx="654227" cy="65422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5FD7A81C-1120-7827-F9B5-40E3A2932699}"/>
              </a:ext>
            </a:extLst>
          </p:cNvPr>
          <p:cNvSpPr/>
          <p:nvPr userDrawn="1"/>
        </p:nvSpPr>
        <p:spPr>
          <a:xfrm>
            <a:off x="10683791" y="6132439"/>
            <a:ext cx="251152" cy="251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10392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rt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3CD802-D0A0-4EAC-8222-78FFDDD76A75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38200" y="2039392"/>
            <a:ext cx="10515600" cy="4114800"/>
          </a:xfrm>
          <a:prstGeom prst="rect">
            <a:avLst/>
          </a:prstGeom>
        </p:spPr>
        <p:txBody>
          <a:bodyPr rtlCol="0"/>
          <a:lstStyle/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  <a:p>
            <a:pPr lvl="2" rtl="0"/>
            <a:r>
              <a:rPr lang="en-US" noProof="0"/>
              <a:t>Third level</a:t>
            </a:r>
          </a:p>
          <a:p>
            <a:pPr lvl="3" rtl="0"/>
            <a:r>
              <a:rPr lang="en-US" noProof="0"/>
              <a:t>Fourth level</a:t>
            </a:r>
          </a:p>
          <a:p>
            <a:pPr lvl="4" rtl="0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7BCB8BF-DA17-4856-91E9-77C601F2B1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35000"/>
            <a:ext cx="10515600" cy="700115"/>
          </a:xfrm>
          <a:prstGeom prst="rect">
            <a:avLst/>
          </a:prstGeom>
        </p:spPr>
        <p:txBody>
          <a:bodyPr rtlCol="0" anchor="ctr"/>
          <a:lstStyle>
            <a:lvl1pPr algn="ctr">
              <a:defRPr sz="48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9084754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FDA3C6F-5F6A-4D64-8BFE-AFFF58B1A0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12871" y="4141999"/>
            <a:ext cx="4220845" cy="861497"/>
          </a:xfrm>
          <a:prstGeom prst="rect">
            <a:avLst/>
          </a:prstGeom>
        </p:spPr>
        <p:txBody>
          <a:bodyPr rtlCol="0"/>
          <a:lstStyle>
            <a:lvl1pPr marL="0" indent="0">
              <a:buNone/>
              <a:defRPr sz="2000" b="1">
                <a:solidFill>
                  <a:schemeClr val="accent4"/>
                </a:solidFill>
                <a:latin typeface="+mj-lt"/>
              </a:defRPr>
            </a:lvl1pPr>
            <a:lvl2pPr>
              <a:buNone/>
              <a:defRPr sz="2000"/>
            </a:lvl2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15" name="Hexagon 14">
            <a:extLst>
              <a:ext uri="{FF2B5EF4-FFF2-40B4-BE49-F238E27FC236}">
                <a16:creationId xmlns:a16="http://schemas.microsoft.com/office/drawing/2014/main" id="{AC159667-7690-4645-986D-BE501438455F}"/>
              </a:ext>
            </a:extLst>
          </p:cNvPr>
          <p:cNvSpPr/>
          <p:nvPr/>
        </p:nvSpPr>
        <p:spPr>
          <a:xfrm>
            <a:off x="740309" y="1382809"/>
            <a:ext cx="1229566" cy="1059971"/>
          </a:xfrm>
          <a:prstGeom prst="hexagon">
            <a:avLst/>
          </a:prstGeom>
          <a:solidFill>
            <a:srgbClr val="C25E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54667EE4-E77F-453B-BF8B-B1EE2AE80715}"/>
              </a:ext>
            </a:extLst>
          </p:cNvPr>
          <p:cNvSpPr/>
          <p:nvPr/>
        </p:nvSpPr>
        <p:spPr>
          <a:xfrm>
            <a:off x="3755031" y="1194620"/>
            <a:ext cx="1666162" cy="1436347"/>
          </a:xfrm>
          <a:prstGeom prst="hexagon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7" name="Hexagon 16">
            <a:extLst>
              <a:ext uri="{FF2B5EF4-FFF2-40B4-BE49-F238E27FC236}">
                <a16:creationId xmlns:a16="http://schemas.microsoft.com/office/drawing/2014/main" id="{FC050232-A229-425F-BFC8-D50374F2D171}"/>
              </a:ext>
            </a:extLst>
          </p:cNvPr>
          <p:cNvSpPr/>
          <p:nvPr/>
        </p:nvSpPr>
        <p:spPr>
          <a:xfrm>
            <a:off x="3804994" y="5233183"/>
            <a:ext cx="718261" cy="61919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53E4EBC7-340A-43A5-9E23-4B73A6F700B6}"/>
              </a:ext>
            </a:extLst>
          </p:cNvPr>
          <p:cNvSpPr/>
          <p:nvPr/>
        </p:nvSpPr>
        <p:spPr>
          <a:xfrm>
            <a:off x="1837838" y="1101306"/>
            <a:ext cx="651613" cy="561736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1ED0E31A-F0A3-481D-8D9C-E3C4531FD21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71515" y="1914044"/>
            <a:ext cx="3993624" cy="3617848"/>
          </a:xfrm>
          <a:custGeom>
            <a:avLst/>
            <a:gdLst>
              <a:gd name="connsiteX0" fmla="*/ 1223161 w 3993624"/>
              <a:gd name="connsiteY0" fmla="*/ 2354088 h 3617848"/>
              <a:gd name="connsiteX1" fmla="*/ 2057242 w 3993624"/>
              <a:gd name="connsiteY1" fmla="*/ 2354088 h 3617848"/>
              <a:gd name="connsiteX2" fmla="*/ 2373182 w 3993624"/>
              <a:gd name="connsiteY2" fmla="*/ 2985968 h 3617848"/>
              <a:gd name="connsiteX3" fmla="*/ 2057242 w 3993624"/>
              <a:gd name="connsiteY3" fmla="*/ 3617848 h 3617848"/>
              <a:gd name="connsiteX4" fmla="*/ 1223161 w 3993624"/>
              <a:gd name="connsiteY4" fmla="*/ 3617848 h 3617848"/>
              <a:gd name="connsiteX5" fmla="*/ 907221 w 3993624"/>
              <a:gd name="connsiteY5" fmla="*/ 2985968 h 3617848"/>
              <a:gd name="connsiteX6" fmla="*/ 2569631 w 3993624"/>
              <a:gd name="connsiteY6" fmla="*/ 1425984 h 3617848"/>
              <a:gd name="connsiteX7" fmla="*/ 3602417 w 3993624"/>
              <a:gd name="connsiteY7" fmla="*/ 1425984 h 3617848"/>
              <a:gd name="connsiteX8" fmla="*/ 3993624 w 3993624"/>
              <a:gd name="connsiteY8" fmla="*/ 2208398 h 3617848"/>
              <a:gd name="connsiteX9" fmla="*/ 3602417 w 3993624"/>
              <a:gd name="connsiteY9" fmla="*/ 2990812 h 3617848"/>
              <a:gd name="connsiteX10" fmla="*/ 2569631 w 3993624"/>
              <a:gd name="connsiteY10" fmla="*/ 2990812 h 3617848"/>
              <a:gd name="connsiteX11" fmla="*/ 2178424 w 3993624"/>
              <a:gd name="connsiteY11" fmla="*/ 2208398 h 3617848"/>
              <a:gd name="connsiteX12" fmla="*/ 551406 w 3993624"/>
              <a:gd name="connsiteY12" fmla="*/ 0 h 3617848"/>
              <a:gd name="connsiteX13" fmla="*/ 2007117 w 3993624"/>
              <a:gd name="connsiteY13" fmla="*/ 0 h 3617848"/>
              <a:gd name="connsiteX14" fmla="*/ 2558523 w 3993624"/>
              <a:gd name="connsiteY14" fmla="*/ 1102811 h 3617848"/>
              <a:gd name="connsiteX15" fmla="*/ 2007117 w 3993624"/>
              <a:gd name="connsiteY15" fmla="*/ 2205622 h 3617848"/>
              <a:gd name="connsiteX16" fmla="*/ 551406 w 3993624"/>
              <a:gd name="connsiteY16" fmla="*/ 2205622 h 3617848"/>
              <a:gd name="connsiteX17" fmla="*/ 0 w 3993624"/>
              <a:gd name="connsiteY17" fmla="*/ 1102811 h 3617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993624" h="3617848">
                <a:moveTo>
                  <a:pt x="1223161" y="2354088"/>
                </a:moveTo>
                <a:lnTo>
                  <a:pt x="2057242" y="2354088"/>
                </a:lnTo>
                <a:lnTo>
                  <a:pt x="2373182" y="2985968"/>
                </a:lnTo>
                <a:lnTo>
                  <a:pt x="2057242" y="3617848"/>
                </a:lnTo>
                <a:lnTo>
                  <a:pt x="1223161" y="3617848"/>
                </a:lnTo>
                <a:lnTo>
                  <a:pt x="907221" y="2985968"/>
                </a:lnTo>
                <a:close/>
                <a:moveTo>
                  <a:pt x="2569631" y="1425984"/>
                </a:moveTo>
                <a:lnTo>
                  <a:pt x="3602417" y="1425984"/>
                </a:lnTo>
                <a:lnTo>
                  <a:pt x="3993624" y="2208398"/>
                </a:lnTo>
                <a:lnTo>
                  <a:pt x="3602417" y="2990812"/>
                </a:lnTo>
                <a:lnTo>
                  <a:pt x="2569631" y="2990812"/>
                </a:lnTo>
                <a:lnTo>
                  <a:pt x="2178424" y="2208398"/>
                </a:lnTo>
                <a:close/>
                <a:moveTo>
                  <a:pt x="551406" y="0"/>
                </a:moveTo>
                <a:lnTo>
                  <a:pt x="2007117" y="0"/>
                </a:lnTo>
                <a:lnTo>
                  <a:pt x="2558523" y="1102811"/>
                </a:lnTo>
                <a:lnTo>
                  <a:pt x="2007117" y="2205622"/>
                </a:lnTo>
                <a:lnTo>
                  <a:pt x="551406" y="2205622"/>
                </a:lnTo>
                <a:lnTo>
                  <a:pt x="0" y="1102811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E68100-C56F-4515-A4FD-3F301797E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2871" y="2050552"/>
            <a:ext cx="4998720" cy="1748983"/>
          </a:xfrm>
          <a:prstGeom prst="rect">
            <a:avLst/>
          </a:prstGeom>
        </p:spPr>
        <p:txBody>
          <a:bodyPr rtlCol="0"/>
          <a:lstStyle>
            <a:lvl1pPr>
              <a:defRPr sz="2800">
                <a:solidFill>
                  <a:schemeClr val="tx1"/>
                </a:solidFill>
                <a:latin typeface="+mn-lt"/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3" name="Hexagon 2">
            <a:extLst>
              <a:ext uri="{FF2B5EF4-FFF2-40B4-BE49-F238E27FC236}">
                <a16:creationId xmlns:a16="http://schemas.microsoft.com/office/drawing/2014/main" id="{7ECF9BC1-9710-8066-D8F0-9A364F14DD6E}"/>
              </a:ext>
            </a:extLst>
          </p:cNvPr>
          <p:cNvSpPr/>
          <p:nvPr userDrawn="1"/>
        </p:nvSpPr>
        <p:spPr>
          <a:xfrm>
            <a:off x="740309" y="1382809"/>
            <a:ext cx="1229566" cy="1059971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4" name="Hexagon 3">
            <a:extLst>
              <a:ext uri="{FF2B5EF4-FFF2-40B4-BE49-F238E27FC236}">
                <a16:creationId xmlns:a16="http://schemas.microsoft.com/office/drawing/2014/main" id="{B101F1A2-2A5D-DAAD-08BC-B70C60C99436}"/>
              </a:ext>
            </a:extLst>
          </p:cNvPr>
          <p:cNvSpPr/>
          <p:nvPr userDrawn="1"/>
        </p:nvSpPr>
        <p:spPr>
          <a:xfrm>
            <a:off x="3755031" y="1194620"/>
            <a:ext cx="1666162" cy="1436347"/>
          </a:xfrm>
          <a:prstGeom prst="hexagon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5" name="Hexagon 4">
            <a:extLst>
              <a:ext uri="{FF2B5EF4-FFF2-40B4-BE49-F238E27FC236}">
                <a16:creationId xmlns:a16="http://schemas.microsoft.com/office/drawing/2014/main" id="{4147B027-BA88-EC0D-B295-6CEC0B55EDC1}"/>
              </a:ext>
            </a:extLst>
          </p:cNvPr>
          <p:cNvSpPr/>
          <p:nvPr userDrawn="1"/>
        </p:nvSpPr>
        <p:spPr>
          <a:xfrm>
            <a:off x="3804994" y="5233183"/>
            <a:ext cx="718261" cy="61919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6" name="Hexagon 5">
            <a:extLst>
              <a:ext uri="{FF2B5EF4-FFF2-40B4-BE49-F238E27FC236}">
                <a16:creationId xmlns:a16="http://schemas.microsoft.com/office/drawing/2014/main" id="{EC4C61D9-C668-CF96-8B2A-9C0A54BC0957}"/>
              </a:ext>
            </a:extLst>
          </p:cNvPr>
          <p:cNvSpPr/>
          <p:nvPr userDrawn="1"/>
        </p:nvSpPr>
        <p:spPr>
          <a:xfrm>
            <a:off x="1837838" y="1101306"/>
            <a:ext cx="651613" cy="561736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40937815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CF421413-161E-4B36-B693-FB38DF14EDA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53508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B5D207AE-9C9C-410A-9F31-2402BAD6DDFF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11592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DE3344FC-C4DE-481F-9C31-667EDD563C4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602465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id="{59094D7D-3613-49C1-BB58-A65B41A9738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84005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9FE87B7-32A4-4C7F-9AAF-37688E64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rtlCol="0" anchor="ctr"/>
          <a:lstStyle/>
          <a:p>
            <a:pPr algn="ctr" rtl="0"/>
            <a:r>
              <a:rPr lang="en-US" sz="4800" b="1" noProof="0">
                <a:solidFill>
                  <a:schemeClr val="tx1"/>
                </a:solidFill>
              </a:rPr>
              <a:t>Click to edit Master title style</a:t>
            </a:r>
            <a:endParaRPr lang="en-GB" sz="4800" b="1" noProof="0">
              <a:solidFill>
                <a:schemeClr val="tx1"/>
              </a:solidFill>
            </a:endParaRPr>
          </a:p>
        </p:txBody>
      </p:sp>
      <p:sp>
        <p:nvSpPr>
          <p:cNvPr id="9" name="Hexagon 8">
            <a:extLst>
              <a:ext uri="{FF2B5EF4-FFF2-40B4-BE49-F238E27FC236}">
                <a16:creationId xmlns:a16="http://schemas.microsoft.com/office/drawing/2014/main" id="{476CA45F-A66A-4AD8-A004-10DB55A5D7B2}"/>
              </a:ext>
            </a:extLst>
          </p:cNvPr>
          <p:cNvSpPr/>
          <p:nvPr/>
        </p:nvSpPr>
        <p:spPr>
          <a:xfrm>
            <a:off x="546669" y="3467555"/>
            <a:ext cx="458268" cy="395059"/>
          </a:xfrm>
          <a:prstGeom prst="hexagon">
            <a:avLst/>
          </a:prstGeom>
          <a:solidFill>
            <a:srgbClr val="C25E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0" name="Hexagon 9">
            <a:extLst>
              <a:ext uri="{FF2B5EF4-FFF2-40B4-BE49-F238E27FC236}">
                <a16:creationId xmlns:a16="http://schemas.microsoft.com/office/drawing/2014/main" id="{27A66A3D-2437-4015-9F5F-380C4D23D83C}"/>
              </a:ext>
            </a:extLst>
          </p:cNvPr>
          <p:cNvSpPr/>
          <p:nvPr/>
        </p:nvSpPr>
        <p:spPr>
          <a:xfrm>
            <a:off x="11113337" y="2394722"/>
            <a:ext cx="358391" cy="308958"/>
          </a:xfrm>
          <a:prstGeom prst="hexagon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1" name="Hexagon 10">
            <a:extLst>
              <a:ext uri="{FF2B5EF4-FFF2-40B4-BE49-F238E27FC236}">
                <a16:creationId xmlns:a16="http://schemas.microsoft.com/office/drawing/2014/main" id="{FFB14F3B-E7EF-4546-8D74-71FFB45C77C0}"/>
              </a:ext>
            </a:extLst>
          </p:cNvPr>
          <p:cNvSpPr/>
          <p:nvPr/>
        </p:nvSpPr>
        <p:spPr>
          <a:xfrm>
            <a:off x="10882649" y="2202202"/>
            <a:ext cx="230688" cy="19886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591F943B-ED0D-49A1-844A-E23BA9A487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6668" y="4172761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9AC6B9A8-053C-4828-B705-901C6018F3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6692" y="4588259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BBA6FD52-E179-41F8-AE78-9AF3D65F28B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89482" y="4172761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C49A82AB-D328-4DB0-841B-186884119E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89483" y="4588259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84E23D5D-9866-48F9-8E08-DD2DBE4C4E3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32296" y="4172761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E671C9E6-A1A5-4EE5-8642-94AA7635DB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29201" y="4588259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1" name="Text Placeholder 22">
            <a:extLst>
              <a:ext uri="{FF2B5EF4-FFF2-40B4-BE49-F238E27FC236}">
                <a16:creationId xmlns:a16="http://schemas.microsoft.com/office/drawing/2014/main" id="{DF6BB5C9-B678-435A-830F-4C10EB1A957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275110" y="4172761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2" name="Text Placeholder 22">
            <a:extLst>
              <a:ext uri="{FF2B5EF4-FFF2-40B4-BE49-F238E27FC236}">
                <a16:creationId xmlns:a16="http://schemas.microsoft.com/office/drawing/2014/main" id="{1861EC87-A9E2-4FC3-B8BC-06C520B8A17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75111" y="4588259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3" name="Text Placeholder 22">
            <a:extLst>
              <a:ext uri="{FF2B5EF4-FFF2-40B4-BE49-F238E27FC236}">
                <a16:creationId xmlns:a16="http://schemas.microsoft.com/office/drawing/2014/main" id="{FC3EDE91-631F-4947-94DC-557685FD23E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517923" y="4172761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4" name="Text Placeholder 22">
            <a:extLst>
              <a:ext uri="{FF2B5EF4-FFF2-40B4-BE49-F238E27FC236}">
                <a16:creationId xmlns:a16="http://schemas.microsoft.com/office/drawing/2014/main" id="{8FDDBEF4-1329-49DF-B043-D51B34F5EE3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517923" y="4588259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FBDB3FD3-4F52-4E28-B639-5F73070E47D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78337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2" name="Hexagon 1">
            <a:extLst>
              <a:ext uri="{FF2B5EF4-FFF2-40B4-BE49-F238E27FC236}">
                <a16:creationId xmlns:a16="http://schemas.microsoft.com/office/drawing/2014/main" id="{5281028A-12C2-5C9C-4B0F-A005E8B5CA0A}"/>
              </a:ext>
            </a:extLst>
          </p:cNvPr>
          <p:cNvSpPr/>
          <p:nvPr userDrawn="1"/>
        </p:nvSpPr>
        <p:spPr>
          <a:xfrm>
            <a:off x="546669" y="3467555"/>
            <a:ext cx="458268" cy="395059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3" name="Hexagon 2">
            <a:extLst>
              <a:ext uri="{FF2B5EF4-FFF2-40B4-BE49-F238E27FC236}">
                <a16:creationId xmlns:a16="http://schemas.microsoft.com/office/drawing/2014/main" id="{B0A491FE-8686-1E36-8F8D-0053ADE3F85F}"/>
              </a:ext>
            </a:extLst>
          </p:cNvPr>
          <p:cNvSpPr/>
          <p:nvPr userDrawn="1"/>
        </p:nvSpPr>
        <p:spPr>
          <a:xfrm>
            <a:off x="11113337" y="2394722"/>
            <a:ext cx="358391" cy="308958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4" name="Hexagon 3">
            <a:extLst>
              <a:ext uri="{FF2B5EF4-FFF2-40B4-BE49-F238E27FC236}">
                <a16:creationId xmlns:a16="http://schemas.microsoft.com/office/drawing/2014/main" id="{482B3B29-735C-82BF-92B5-1FD3E5F764DB}"/>
              </a:ext>
            </a:extLst>
          </p:cNvPr>
          <p:cNvSpPr/>
          <p:nvPr userDrawn="1"/>
        </p:nvSpPr>
        <p:spPr>
          <a:xfrm>
            <a:off x="10882649" y="2202202"/>
            <a:ext cx="230688" cy="19886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878457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>
          <p15:clr>
            <a:srgbClr val="FBAE40"/>
          </p15:clr>
        </p15:guide>
        <p15:guide id="4" pos="3840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Content Placeholder 39">
            <a:extLst>
              <a:ext uri="{FF2B5EF4-FFF2-40B4-BE49-F238E27FC236}">
                <a16:creationId xmlns:a16="http://schemas.microsoft.com/office/drawing/2014/main" id="{6BB16225-AC51-4525-A1E8-438B8B0B7361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739655" y="2117897"/>
            <a:ext cx="4208386" cy="912812"/>
          </a:xfrm>
          <a:prstGeom prst="rect">
            <a:avLst/>
          </a:prstGeom>
        </p:spPr>
        <p:txBody>
          <a:bodyPr rtlCol="0"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41" name="Content Placeholder 39">
            <a:extLst>
              <a:ext uri="{FF2B5EF4-FFF2-40B4-BE49-F238E27FC236}">
                <a16:creationId xmlns:a16="http://schemas.microsoft.com/office/drawing/2014/main" id="{6EC38F38-5935-49D5-AA85-4182E82D6FF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739655" y="4724146"/>
            <a:ext cx="4208386" cy="912812"/>
          </a:xfrm>
          <a:prstGeom prst="rect">
            <a:avLst/>
          </a:prstGeom>
        </p:spPr>
        <p:txBody>
          <a:bodyPr rtlCol="0"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42" name="Content Placeholder 39">
            <a:extLst>
              <a:ext uri="{FF2B5EF4-FFF2-40B4-BE49-F238E27FC236}">
                <a16:creationId xmlns:a16="http://schemas.microsoft.com/office/drawing/2014/main" id="{51C9D5ED-A19A-42A1-9200-C77E39E6F5C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739655" y="3420892"/>
            <a:ext cx="4208386" cy="912812"/>
          </a:xfrm>
          <a:prstGeom prst="rect">
            <a:avLst/>
          </a:prstGeom>
        </p:spPr>
        <p:txBody>
          <a:bodyPr rtlCol="0"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43" name="Content Placeholder 39">
            <a:extLst>
              <a:ext uri="{FF2B5EF4-FFF2-40B4-BE49-F238E27FC236}">
                <a16:creationId xmlns:a16="http://schemas.microsoft.com/office/drawing/2014/main" id="{47A95437-77F3-4E2C-8470-57587793A103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493865" y="2117897"/>
            <a:ext cx="4208386" cy="912812"/>
          </a:xfrm>
          <a:prstGeom prst="rect">
            <a:avLst/>
          </a:prstGeom>
        </p:spPr>
        <p:txBody>
          <a:bodyPr rtlCol="0"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44" name="Content Placeholder 39">
            <a:extLst>
              <a:ext uri="{FF2B5EF4-FFF2-40B4-BE49-F238E27FC236}">
                <a16:creationId xmlns:a16="http://schemas.microsoft.com/office/drawing/2014/main" id="{CB1EA2BE-D294-486E-88F0-2AA9518A6E63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7493865" y="4724146"/>
            <a:ext cx="4208386" cy="912812"/>
          </a:xfrm>
          <a:prstGeom prst="rect">
            <a:avLst/>
          </a:prstGeom>
        </p:spPr>
        <p:txBody>
          <a:bodyPr rtlCol="0"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45" name="Content Placeholder 39">
            <a:extLst>
              <a:ext uri="{FF2B5EF4-FFF2-40B4-BE49-F238E27FC236}">
                <a16:creationId xmlns:a16="http://schemas.microsoft.com/office/drawing/2014/main" id="{108734A0-880E-44E2-858F-7AA6C6B0A5A3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7493865" y="3420892"/>
            <a:ext cx="4208386" cy="912812"/>
          </a:xfrm>
          <a:prstGeom prst="rect">
            <a:avLst/>
          </a:prstGeom>
        </p:spPr>
        <p:txBody>
          <a:bodyPr rtlCol="0"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63CED4CD-5348-488E-A883-0486DD574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10693400" cy="830997"/>
          </a:xfrm>
          <a:prstGeom prst="rect">
            <a:avLst/>
          </a:prstGeom>
        </p:spPr>
        <p:txBody>
          <a:bodyPr rtlCol="0"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98936463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69FE87B7-32A4-4C7F-9AAF-37688E64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rtlCol="0" anchor="ctr"/>
          <a:lstStyle/>
          <a:p>
            <a:pPr algn="ctr" rtl="0"/>
            <a:r>
              <a:rPr lang="en-US" sz="4800" b="1" noProof="0">
                <a:solidFill>
                  <a:schemeClr val="tx1"/>
                </a:solidFill>
              </a:rPr>
              <a:t>Click to edit Master title style</a:t>
            </a:r>
            <a:endParaRPr lang="en-GB" sz="4800" b="1" noProof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839277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>
          <p15:clr>
            <a:srgbClr val="FBAE40"/>
          </p15:clr>
        </p15:guide>
        <p15:guide id="4" pos="3840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D1E0F77B-E8C6-4A86-B521-8368A308A9A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47700" y="2057818"/>
            <a:ext cx="5080000" cy="438150"/>
          </a:xfrm>
          <a:prstGeom prst="rect">
            <a:avLst/>
          </a:prstGeom>
        </p:spPr>
        <p:txBody>
          <a:bodyPr rtlCol="0"/>
          <a:lstStyle>
            <a:lvl1pPr>
              <a:buNone/>
              <a:defRPr lang="en-US" sz="2400" b="1" kern="1200" dirty="0" smtClean="0">
                <a:solidFill>
                  <a:schemeClr val="tx1"/>
                </a:solidFill>
                <a:latin typeface="+mj-lt"/>
                <a:ea typeface="+mn-ea"/>
                <a:cs typeface="Biome Light" panose="020B03030302040208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CAACFBE9-8475-4CC0-8189-87BFC4059A86}"/>
              </a:ext>
            </a:extLst>
          </p:cNvPr>
          <p:cNvSpPr/>
          <p:nvPr/>
        </p:nvSpPr>
        <p:spPr>
          <a:xfrm>
            <a:off x="10385897" y="1443145"/>
            <a:ext cx="471170" cy="47117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5F8C6FC8-D350-4A01-A7E0-5AEDAC96F358}"/>
              </a:ext>
            </a:extLst>
          </p:cNvPr>
          <p:cNvSpPr/>
          <p:nvPr/>
        </p:nvSpPr>
        <p:spPr>
          <a:xfrm>
            <a:off x="8910011" y="328773"/>
            <a:ext cx="317813" cy="317813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88F1038A-897D-4C38-B499-73FC76C716FA}"/>
              </a:ext>
            </a:extLst>
          </p:cNvPr>
          <p:cNvSpPr/>
          <p:nvPr/>
        </p:nvSpPr>
        <p:spPr>
          <a:xfrm flipH="1">
            <a:off x="8634932" y="623939"/>
            <a:ext cx="170406" cy="170406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4A6E2374-7B5B-4947-8461-F294B56E70D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60400" y="2673522"/>
            <a:ext cx="5067300" cy="2935288"/>
          </a:xfrm>
          <a:prstGeom prst="rect">
            <a:avLst/>
          </a:prstGeom>
        </p:spPr>
        <p:txBody>
          <a:bodyPr rtlCol="0"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Biome Light" panose="020B0303030204020804" pitchFamily="34" charset="0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FB9159BE-CEED-461B-AF31-03BC124E274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451600" y="2061363"/>
            <a:ext cx="5080000" cy="438150"/>
          </a:xfrm>
          <a:prstGeom prst="rect">
            <a:avLst/>
          </a:prstGeom>
        </p:spPr>
        <p:txBody>
          <a:bodyPr rtlCol="0"/>
          <a:lstStyle>
            <a:lvl1pPr>
              <a:buNone/>
              <a:defRPr lang="en-US" sz="2400" b="1" kern="1200" dirty="0" smtClean="0">
                <a:solidFill>
                  <a:schemeClr val="tx1"/>
                </a:solidFill>
                <a:latin typeface="+mj-lt"/>
                <a:ea typeface="+mn-ea"/>
                <a:cs typeface="Biome Light" panose="020B03030302040208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0" name="Text Placeholder 25">
            <a:extLst>
              <a:ext uri="{FF2B5EF4-FFF2-40B4-BE49-F238E27FC236}">
                <a16:creationId xmlns:a16="http://schemas.microsoft.com/office/drawing/2014/main" id="{2C15BD20-69D8-4EC1-8A33-A0C6EAFD30A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464300" y="2677067"/>
            <a:ext cx="5067300" cy="2935288"/>
          </a:xfrm>
          <a:prstGeom prst="rect">
            <a:avLst/>
          </a:prstGeom>
        </p:spPr>
        <p:txBody>
          <a:bodyPr rtlCol="0"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Biome Light" panose="020B0303030204020804" pitchFamily="34" charset="0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357B52D4-8D50-4E16-B60E-688B084764F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261647" y="0"/>
            <a:ext cx="2930353" cy="1559882"/>
          </a:xfrm>
          <a:custGeom>
            <a:avLst/>
            <a:gdLst>
              <a:gd name="connsiteX0" fmla="*/ 562125 w 2930353"/>
              <a:gd name="connsiteY0" fmla="*/ 435632 h 1559882"/>
              <a:gd name="connsiteX1" fmla="*/ 1124250 w 2930353"/>
              <a:gd name="connsiteY1" fmla="*/ 997757 h 1559882"/>
              <a:gd name="connsiteX2" fmla="*/ 562125 w 2930353"/>
              <a:gd name="connsiteY2" fmla="*/ 1559882 h 1559882"/>
              <a:gd name="connsiteX3" fmla="*/ 0 w 2930353"/>
              <a:gd name="connsiteY3" fmla="*/ 997757 h 1559882"/>
              <a:gd name="connsiteX4" fmla="*/ 562125 w 2930353"/>
              <a:gd name="connsiteY4" fmla="*/ 435632 h 1559882"/>
              <a:gd name="connsiteX5" fmla="*/ 1475035 w 2930353"/>
              <a:gd name="connsiteY5" fmla="*/ 0 h 1559882"/>
              <a:gd name="connsiteX6" fmla="*/ 2930353 w 2930353"/>
              <a:gd name="connsiteY6" fmla="*/ 0 h 1559882"/>
              <a:gd name="connsiteX7" fmla="*/ 2930353 w 2930353"/>
              <a:gd name="connsiteY7" fmla="*/ 1239091 h 1559882"/>
              <a:gd name="connsiteX8" fmla="*/ 2822571 w 2930353"/>
              <a:gd name="connsiteY8" fmla="*/ 1328020 h 1559882"/>
              <a:gd name="connsiteX9" fmla="*/ 2282653 w 2930353"/>
              <a:gd name="connsiteY9" fmla="*/ 1492942 h 1559882"/>
              <a:gd name="connsiteX10" fmla="*/ 1316979 w 2930353"/>
              <a:gd name="connsiteY10" fmla="*/ 527268 h 1559882"/>
              <a:gd name="connsiteX11" fmla="*/ 1392867 w 2930353"/>
              <a:gd name="connsiteY11" fmla="*/ 151384 h 15598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930353" h="1559882">
                <a:moveTo>
                  <a:pt x="562125" y="435632"/>
                </a:moveTo>
                <a:cubicBezTo>
                  <a:pt x="872578" y="435632"/>
                  <a:pt x="1124250" y="687304"/>
                  <a:pt x="1124250" y="997757"/>
                </a:cubicBezTo>
                <a:cubicBezTo>
                  <a:pt x="1124250" y="1308210"/>
                  <a:pt x="872578" y="1559882"/>
                  <a:pt x="562125" y="1559882"/>
                </a:cubicBezTo>
                <a:cubicBezTo>
                  <a:pt x="251672" y="1559882"/>
                  <a:pt x="0" y="1308210"/>
                  <a:pt x="0" y="997757"/>
                </a:cubicBezTo>
                <a:cubicBezTo>
                  <a:pt x="0" y="687304"/>
                  <a:pt x="251672" y="435632"/>
                  <a:pt x="562125" y="435632"/>
                </a:cubicBezTo>
                <a:close/>
                <a:moveTo>
                  <a:pt x="1475035" y="0"/>
                </a:moveTo>
                <a:lnTo>
                  <a:pt x="2930353" y="0"/>
                </a:lnTo>
                <a:lnTo>
                  <a:pt x="2930353" y="1239091"/>
                </a:lnTo>
                <a:lnTo>
                  <a:pt x="2822571" y="1328020"/>
                </a:lnTo>
                <a:cubicBezTo>
                  <a:pt x="2668448" y="1432143"/>
                  <a:pt x="2482651" y="1492942"/>
                  <a:pt x="2282653" y="1492942"/>
                </a:cubicBezTo>
                <a:cubicBezTo>
                  <a:pt x="1749326" y="1492942"/>
                  <a:pt x="1316979" y="1060595"/>
                  <a:pt x="1316979" y="527268"/>
                </a:cubicBezTo>
                <a:cubicBezTo>
                  <a:pt x="1316979" y="393936"/>
                  <a:pt x="1344001" y="266916"/>
                  <a:pt x="1392867" y="151384"/>
                </a:cubicBez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92F03355-C197-48C4-A4DF-B413384833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 rtlCol="0"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23F41645-0093-1ABA-9570-1D8070EC9D55}"/>
              </a:ext>
            </a:extLst>
          </p:cNvPr>
          <p:cNvSpPr/>
          <p:nvPr userDrawn="1"/>
        </p:nvSpPr>
        <p:spPr>
          <a:xfrm>
            <a:off x="10385897" y="1443145"/>
            <a:ext cx="471170" cy="47117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E98CF0B3-BFB7-DA61-98B1-3EA565BD04C2}"/>
              </a:ext>
            </a:extLst>
          </p:cNvPr>
          <p:cNvSpPr/>
          <p:nvPr userDrawn="1"/>
        </p:nvSpPr>
        <p:spPr>
          <a:xfrm>
            <a:off x="8910011" y="328773"/>
            <a:ext cx="317813" cy="317813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B1D4E483-67D5-E854-4960-9CDF1369CAB5}"/>
              </a:ext>
            </a:extLst>
          </p:cNvPr>
          <p:cNvSpPr/>
          <p:nvPr userDrawn="1"/>
        </p:nvSpPr>
        <p:spPr>
          <a:xfrm flipH="1">
            <a:off x="8634932" y="623939"/>
            <a:ext cx="170406" cy="170406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675464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1272">
          <p15:clr>
            <a:srgbClr val="FBAE40"/>
          </p15:clr>
        </p15:guide>
        <p15:guide id="4" pos="3840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Thre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D1E0F77B-E8C6-4A86-B521-8368A308A9A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60400" y="2037656"/>
            <a:ext cx="3474720" cy="438150"/>
          </a:xfrm>
          <a:prstGeom prst="rect">
            <a:avLst/>
          </a:prstGeom>
        </p:spPr>
        <p:txBody>
          <a:bodyPr rtlCol="0"/>
          <a:lstStyle>
            <a:lvl1pPr>
              <a:buNone/>
              <a:defRPr lang="en-US" sz="2400" b="1" kern="1200" dirty="0" smtClean="0">
                <a:solidFill>
                  <a:schemeClr val="tx1"/>
                </a:solidFill>
                <a:latin typeface="+mj-lt"/>
                <a:ea typeface="+mn-ea"/>
                <a:cs typeface="Biome Light" panose="020B03030302040208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4A6E2374-7B5B-4947-8461-F294B56E70D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60400" y="2664637"/>
            <a:ext cx="3474720" cy="2935288"/>
          </a:xfrm>
          <a:prstGeom prst="rect">
            <a:avLst/>
          </a:prstGeom>
        </p:spPr>
        <p:txBody>
          <a:bodyPr rtlCol="0"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Biome Light" panose="020B0303030204020804" pitchFamily="34" charset="0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FB9159BE-CEED-461B-AF31-03BC124E274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044180" y="2052478"/>
            <a:ext cx="3474720" cy="438150"/>
          </a:xfrm>
          <a:prstGeom prst="rect">
            <a:avLst/>
          </a:prstGeom>
        </p:spPr>
        <p:txBody>
          <a:bodyPr rtlCol="0"/>
          <a:lstStyle>
            <a:lvl1pPr>
              <a:buNone/>
              <a:defRPr lang="en-US" sz="2400" b="1" kern="1200" dirty="0" smtClean="0">
                <a:solidFill>
                  <a:schemeClr val="tx1"/>
                </a:solidFill>
                <a:latin typeface="+mj-lt"/>
                <a:ea typeface="+mn-ea"/>
                <a:cs typeface="Biome Light" panose="020B03030302040208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0" name="Text Placeholder 25">
            <a:extLst>
              <a:ext uri="{FF2B5EF4-FFF2-40B4-BE49-F238E27FC236}">
                <a16:creationId xmlns:a16="http://schemas.microsoft.com/office/drawing/2014/main" id="{2C15BD20-69D8-4EC1-8A33-A0C6EAFD30A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056880" y="2668182"/>
            <a:ext cx="3474720" cy="2935288"/>
          </a:xfrm>
          <a:prstGeom prst="rect">
            <a:avLst/>
          </a:prstGeom>
        </p:spPr>
        <p:txBody>
          <a:bodyPr rtlCol="0"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Biome Light" panose="020B0303030204020804" pitchFamily="34" charset="0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11" name="Text Placeholder 27">
            <a:extLst>
              <a:ext uri="{FF2B5EF4-FFF2-40B4-BE49-F238E27FC236}">
                <a16:creationId xmlns:a16="http://schemas.microsoft.com/office/drawing/2014/main" id="{4FDB27CA-009D-4863-B119-0EC36837148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352290" y="2048933"/>
            <a:ext cx="3474720" cy="438150"/>
          </a:xfrm>
          <a:prstGeom prst="rect">
            <a:avLst/>
          </a:prstGeom>
        </p:spPr>
        <p:txBody>
          <a:bodyPr rtlCol="0"/>
          <a:lstStyle>
            <a:lvl1pPr>
              <a:buNone/>
              <a:defRPr lang="en-US" sz="2400" b="1" kern="1200" dirty="0" smtClean="0">
                <a:solidFill>
                  <a:schemeClr val="tx1"/>
                </a:solidFill>
                <a:latin typeface="+mj-lt"/>
                <a:ea typeface="+mn-ea"/>
                <a:cs typeface="Biome Light" panose="020B03030302040208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FD03E3EF-D812-4B98-959B-6800BBE59D1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364990" y="2664637"/>
            <a:ext cx="3474720" cy="2935288"/>
          </a:xfrm>
          <a:prstGeom prst="rect">
            <a:avLst/>
          </a:prstGeom>
        </p:spPr>
        <p:txBody>
          <a:bodyPr rtlCol="0"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Biome Light" panose="020B0303030204020804" pitchFamily="34" charset="0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" name="Hexagon 2">
            <a:extLst>
              <a:ext uri="{FF2B5EF4-FFF2-40B4-BE49-F238E27FC236}">
                <a16:creationId xmlns:a16="http://schemas.microsoft.com/office/drawing/2014/main" id="{303FFB35-43AC-4A56-92D0-91038C098B3C}"/>
              </a:ext>
            </a:extLst>
          </p:cNvPr>
          <p:cNvSpPr/>
          <p:nvPr/>
        </p:nvSpPr>
        <p:spPr>
          <a:xfrm>
            <a:off x="10700126" y="788523"/>
            <a:ext cx="1155906" cy="996471"/>
          </a:xfrm>
          <a:prstGeom prst="hexagon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4" name="Hexagon 3">
            <a:extLst>
              <a:ext uri="{FF2B5EF4-FFF2-40B4-BE49-F238E27FC236}">
                <a16:creationId xmlns:a16="http://schemas.microsoft.com/office/drawing/2014/main" id="{AAF31DA0-707D-4A5D-BB7A-A5C90DB11A55}"/>
              </a:ext>
            </a:extLst>
          </p:cNvPr>
          <p:cNvSpPr/>
          <p:nvPr/>
        </p:nvSpPr>
        <p:spPr>
          <a:xfrm>
            <a:off x="11388427" y="1859136"/>
            <a:ext cx="315205" cy="271728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1"/>
              </a:solidFill>
            </a:endParaRPr>
          </a:p>
        </p:txBody>
      </p:sp>
      <p:sp>
        <p:nvSpPr>
          <p:cNvPr id="5" name="Hexagon 4">
            <a:extLst>
              <a:ext uri="{FF2B5EF4-FFF2-40B4-BE49-F238E27FC236}">
                <a16:creationId xmlns:a16="http://schemas.microsoft.com/office/drawing/2014/main" id="{539F452B-F55F-4D85-834B-A7EAF742647C}"/>
              </a:ext>
            </a:extLst>
          </p:cNvPr>
          <p:cNvSpPr/>
          <p:nvPr/>
        </p:nvSpPr>
        <p:spPr>
          <a:xfrm>
            <a:off x="9014155" y="740289"/>
            <a:ext cx="379060" cy="326776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1"/>
              </a:solidFill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91D9F6BE-FB0B-42EE-8F02-95F5CC039B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 rtlCol="0"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C67FFA0E-8AAA-4DEB-B97E-31969F57927D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9393238" y="2"/>
            <a:ext cx="2798762" cy="1354861"/>
          </a:xfrm>
          <a:custGeom>
            <a:avLst/>
            <a:gdLst>
              <a:gd name="connsiteX0" fmla="*/ 316595 w 2798762"/>
              <a:gd name="connsiteY0" fmla="*/ 88390 h 1354861"/>
              <a:gd name="connsiteX1" fmla="*/ 1152465 w 2798762"/>
              <a:gd name="connsiteY1" fmla="*/ 88390 h 1354861"/>
              <a:gd name="connsiteX2" fmla="*/ 1469083 w 2798762"/>
              <a:gd name="connsiteY2" fmla="*/ 721626 h 1354861"/>
              <a:gd name="connsiteX3" fmla="*/ 1152465 w 2798762"/>
              <a:gd name="connsiteY3" fmla="*/ 1354861 h 1354861"/>
              <a:gd name="connsiteX4" fmla="*/ 316595 w 2798762"/>
              <a:gd name="connsiteY4" fmla="*/ 1354861 h 1354861"/>
              <a:gd name="connsiteX5" fmla="*/ 0 w 2798762"/>
              <a:gd name="connsiteY5" fmla="*/ 721672 h 1354861"/>
              <a:gd name="connsiteX6" fmla="*/ 0 w 2798762"/>
              <a:gd name="connsiteY6" fmla="*/ 721580 h 1354861"/>
              <a:gd name="connsiteX7" fmla="*/ 1250372 w 2798762"/>
              <a:gd name="connsiteY7" fmla="*/ 0 h 1354861"/>
              <a:gd name="connsiteX8" fmla="*/ 2798762 w 2798762"/>
              <a:gd name="connsiteY8" fmla="*/ 0 h 1354861"/>
              <a:gd name="connsiteX9" fmla="*/ 2798762 w 2798762"/>
              <a:gd name="connsiteY9" fmla="*/ 505978 h 1354861"/>
              <a:gd name="connsiteX10" fmla="*/ 2719777 w 2798762"/>
              <a:gd name="connsiteY10" fmla="*/ 663948 h 1354861"/>
              <a:gd name="connsiteX11" fmla="*/ 1582346 w 2798762"/>
              <a:gd name="connsiteY11" fmla="*/ 663948 h 13548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798762" h="1354861">
                <a:moveTo>
                  <a:pt x="316595" y="88390"/>
                </a:moveTo>
                <a:lnTo>
                  <a:pt x="1152465" y="88390"/>
                </a:lnTo>
                <a:lnTo>
                  <a:pt x="1469083" y="721626"/>
                </a:lnTo>
                <a:lnTo>
                  <a:pt x="1152465" y="1354861"/>
                </a:lnTo>
                <a:lnTo>
                  <a:pt x="316595" y="1354861"/>
                </a:lnTo>
                <a:lnTo>
                  <a:pt x="0" y="721672"/>
                </a:lnTo>
                <a:lnTo>
                  <a:pt x="0" y="721580"/>
                </a:lnTo>
                <a:close/>
                <a:moveTo>
                  <a:pt x="1250372" y="0"/>
                </a:moveTo>
                <a:lnTo>
                  <a:pt x="2798762" y="0"/>
                </a:lnTo>
                <a:lnTo>
                  <a:pt x="2798762" y="505978"/>
                </a:lnTo>
                <a:lnTo>
                  <a:pt x="2719777" y="663948"/>
                </a:lnTo>
                <a:lnTo>
                  <a:pt x="1582346" y="663948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2" name="Hexagon 1">
            <a:extLst>
              <a:ext uri="{FF2B5EF4-FFF2-40B4-BE49-F238E27FC236}">
                <a16:creationId xmlns:a16="http://schemas.microsoft.com/office/drawing/2014/main" id="{424ACC82-4D1F-BBEC-8CED-3B78CD4AAFDE}"/>
              </a:ext>
            </a:extLst>
          </p:cNvPr>
          <p:cNvSpPr/>
          <p:nvPr userDrawn="1"/>
        </p:nvSpPr>
        <p:spPr>
          <a:xfrm>
            <a:off x="10700126" y="788523"/>
            <a:ext cx="1155906" cy="99647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6" name="Hexagon 5">
            <a:extLst>
              <a:ext uri="{FF2B5EF4-FFF2-40B4-BE49-F238E27FC236}">
                <a16:creationId xmlns:a16="http://schemas.microsoft.com/office/drawing/2014/main" id="{1A6161CF-7ADC-7809-147B-486701FC832E}"/>
              </a:ext>
            </a:extLst>
          </p:cNvPr>
          <p:cNvSpPr/>
          <p:nvPr userDrawn="1"/>
        </p:nvSpPr>
        <p:spPr>
          <a:xfrm>
            <a:off x="11388427" y="1859136"/>
            <a:ext cx="315205" cy="271728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1"/>
              </a:solidFill>
            </a:endParaRPr>
          </a:p>
        </p:txBody>
      </p:sp>
      <p:sp>
        <p:nvSpPr>
          <p:cNvPr id="7" name="Hexagon 6">
            <a:extLst>
              <a:ext uri="{FF2B5EF4-FFF2-40B4-BE49-F238E27FC236}">
                <a16:creationId xmlns:a16="http://schemas.microsoft.com/office/drawing/2014/main" id="{F9241FBE-9EE0-D6B5-67DF-24381A2423BB}"/>
              </a:ext>
            </a:extLst>
          </p:cNvPr>
          <p:cNvSpPr/>
          <p:nvPr userDrawn="1"/>
        </p:nvSpPr>
        <p:spPr>
          <a:xfrm>
            <a:off x="9014155" y="740289"/>
            <a:ext cx="379060" cy="326776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618021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val 6">
            <a:extLst>
              <a:ext uri="{FF2B5EF4-FFF2-40B4-BE49-F238E27FC236}">
                <a16:creationId xmlns:a16="http://schemas.microsoft.com/office/drawing/2014/main" id="{5E74AFC3-1C60-42DE-ABAC-F53CA85AC6F1}"/>
              </a:ext>
            </a:extLst>
          </p:cNvPr>
          <p:cNvSpPr/>
          <p:nvPr/>
        </p:nvSpPr>
        <p:spPr>
          <a:xfrm>
            <a:off x="5897272" y="1457542"/>
            <a:ext cx="617218" cy="617218"/>
          </a:xfrm>
          <a:prstGeom prst="ellipse">
            <a:avLst/>
          </a:prstGeom>
          <a:solidFill>
            <a:srgbClr val="C25E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F133261-FFEB-4B3D-B085-14AEAE741F82}"/>
              </a:ext>
            </a:extLst>
          </p:cNvPr>
          <p:cNvSpPr/>
          <p:nvPr/>
        </p:nvSpPr>
        <p:spPr>
          <a:xfrm>
            <a:off x="9810348" y="5955461"/>
            <a:ext cx="394539" cy="394539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653FE105-1D8E-48B0-AD9A-95AC9A165651}"/>
              </a:ext>
            </a:extLst>
          </p:cNvPr>
          <p:cNvSpPr/>
          <p:nvPr/>
        </p:nvSpPr>
        <p:spPr>
          <a:xfrm>
            <a:off x="6514490" y="946887"/>
            <a:ext cx="335852" cy="335852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AC4388F5-0DCA-4A09-A6E1-AE07F403093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47701" y="2042790"/>
            <a:ext cx="4143374" cy="2654301"/>
          </a:xfrm>
          <a:prstGeom prst="rect">
            <a:avLst/>
          </a:prstGeom>
        </p:spPr>
        <p:txBody>
          <a:bodyPr rtlCol="0"/>
          <a:lstStyle>
            <a:lvl1pPr marL="0" indent="0">
              <a:buNone/>
              <a:defRPr sz="20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02C12FDC-BC11-43E8-B22A-3EC48E0344D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47699" y="4953919"/>
            <a:ext cx="4143375" cy="759470"/>
          </a:xfrm>
          <a:prstGeom prst="rect">
            <a:avLst/>
          </a:prstGeom>
        </p:spPr>
        <p:txBody>
          <a:bodyPr rtlCol="0"/>
          <a:lstStyle>
            <a:lvl1pPr marL="0" indent="0">
              <a:buNone/>
              <a:defRPr sz="2000" b="1">
                <a:solidFill>
                  <a:schemeClr val="accent4"/>
                </a:solidFill>
              </a:defRPr>
            </a:lvl1pPr>
            <a:lvl2pPr>
              <a:buNone/>
              <a:defRPr sz="2000"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3D43F412-F2C7-4D38-BDD0-9663029081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887402" y="533063"/>
            <a:ext cx="5542598" cy="5611666"/>
          </a:xfrm>
          <a:custGeom>
            <a:avLst/>
            <a:gdLst>
              <a:gd name="connsiteX0" fmla="*/ 3354105 w 5542598"/>
              <a:gd name="connsiteY0" fmla="*/ 4359376 h 5611666"/>
              <a:gd name="connsiteX1" fmla="*/ 3980250 w 5542598"/>
              <a:gd name="connsiteY1" fmla="*/ 4985521 h 5611666"/>
              <a:gd name="connsiteX2" fmla="*/ 3354105 w 5542598"/>
              <a:gd name="connsiteY2" fmla="*/ 5611666 h 5611666"/>
              <a:gd name="connsiteX3" fmla="*/ 2727960 w 5542598"/>
              <a:gd name="connsiteY3" fmla="*/ 4985521 h 5611666"/>
              <a:gd name="connsiteX4" fmla="*/ 3354105 w 5542598"/>
              <a:gd name="connsiteY4" fmla="*/ 4359376 h 5611666"/>
              <a:gd name="connsiteX5" fmla="*/ 1592580 w 5542598"/>
              <a:gd name="connsiteY5" fmla="*/ 1430357 h 5611666"/>
              <a:gd name="connsiteX6" fmla="*/ 3185160 w 5542598"/>
              <a:gd name="connsiteY6" fmla="*/ 3022937 h 5611666"/>
              <a:gd name="connsiteX7" fmla="*/ 1592580 w 5542598"/>
              <a:gd name="connsiteY7" fmla="*/ 4615517 h 5611666"/>
              <a:gd name="connsiteX8" fmla="*/ 0 w 5542598"/>
              <a:gd name="connsiteY8" fmla="*/ 3022937 h 5611666"/>
              <a:gd name="connsiteX9" fmla="*/ 1592580 w 5542598"/>
              <a:gd name="connsiteY9" fmla="*/ 1430357 h 5611666"/>
              <a:gd name="connsiteX10" fmla="*/ 4230267 w 5542598"/>
              <a:gd name="connsiteY10" fmla="*/ 0 h 5611666"/>
              <a:gd name="connsiteX11" fmla="*/ 5542598 w 5542598"/>
              <a:gd name="connsiteY11" fmla="*/ 1312331 h 5611666"/>
              <a:gd name="connsiteX12" fmla="*/ 4230267 w 5542598"/>
              <a:gd name="connsiteY12" fmla="*/ 2624662 h 5611666"/>
              <a:gd name="connsiteX13" fmla="*/ 2917936 w 5542598"/>
              <a:gd name="connsiteY13" fmla="*/ 1312331 h 5611666"/>
              <a:gd name="connsiteX14" fmla="*/ 4230267 w 5542598"/>
              <a:gd name="connsiteY14" fmla="*/ 0 h 5611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5542598" h="5611666">
                <a:moveTo>
                  <a:pt x="3354105" y="4359376"/>
                </a:moveTo>
                <a:cubicBezTo>
                  <a:pt x="3699915" y="4359376"/>
                  <a:pt x="3980250" y="4639711"/>
                  <a:pt x="3980250" y="4985521"/>
                </a:cubicBezTo>
                <a:cubicBezTo>
                  <a:pt x="3980250" y="5331331"/>
                  <a:pt x="3699915" y="5611666"/>
                  <a:pt x="3354105" y="5611666"/>
                </a:cubicBezTo>
                <a:cubicBezTo>
                  <a:pt x="3008295" y="5611666"/>
                  <a:pt x="2727960" y="5331331"/>
                  <a:pt x="2727960" y="4985521"/>
                </a:cubicBezTo>
                <a:cubicBezTo>
                  <a:pt x="2727960" y="4639711"/>
                  <a:pt x="3008295" y="4359376"/>
                  <a:pt x="3354105" y="4359376"/>
                </a:cubicBezTo>
                <a:close/>
                <a:moveTo>
                  <a:pt x="1592580" y="1430357"/>
                </a:moveTo>
                <a:cubicBezTo>
                  <a:pt x="2472138" y="1430357"/>
                  <a:pt x="3185160" y="2143379"/>
                  <a:pt x="3185160" y="3022937"/>
                </a:cubicBezTo>
                <a:cubicBezTo>
                  <a:pt x="3185160" y="3902495"/>
                  <a:pt x="2472138" y="4615517"/>
                  <a:pt x="1592580" y="4615517"/>
                </a:cubicBezTo>
                <a:cubicBezTo>
                  <a:pt x="713022" y="4615517"/>
                  <a:pt x="0" y="3902495"/>
                  <a:pt x="0" y="3022937"/>
                </a:cubicBezTo>
                <a:cubicBezTo>
                  <a:pt x="0" y="2143379"/>
                  <a:pt x="713022" y="1430357"/>
                  <a:pt x="1592580" y="1430357"/>
                </a:cubicBezTo>
                <a:close/>
                <a:moveTo>
                  <a:pt x="4230267" y="0"/>
                </a:moveTo>
                <a:cubicBezTo>
                  <a:pt x="4955047" y="0"/>
                  <a:pt x="5542598" y="587551"/>
                  <a:pt x="5542598" y="1312331"/>
                </a:cubicBezTo>
                <a:cubicBezTo>
                  <a:pt x="5542598" y="2037111"/>
                  <a:pt x="4955047" y="2624662"/>
                  <a:pt x="4230267" y="2624662"/>
                </a:cubicBezTo>
                <a:cubicBezTo>
                  <a:pt x="3505487" y="2624662"/>
                  <a:pt x="2917936" y="2037111"/>
                  <a:pt x="2917936" y="1312331"/>
                </a:cubicBezTo>
                <a:cubicBezTo>
                  <a:pt x="2917936" y="587551"/>
                  <a:pt x="3505487" y="0"/>
                  <a:pt x="4230267" y="0"/>
                </a:cubicBez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11176083-2CE5-4707-A564-46805454AF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 rtlCol="0"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5FF3E98C-9CC3-2BF7-BAD0-9DDDF7ACAA54}"/>
              </a:ext>
            </a:extLst>
          </p:cNvPr>
          <p:cNvSpPr/>
          <p:nvPr userDrawn="1"/>
        </p:nvSpPr>
        <p:spPr>
          <a:xfrm>
            <a:off x="5897272" y="1457542"/>
            <a:ext cx="617218" cy="61721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4402D312-514B-7332-35D6-F379B3D8075D}"/>
              </a:ext>
            </a:extLst>
          </p:cNvPr>
          <p:cNvSpPr/>
          <p:nvPr userDrawn="1"/>
        </p:nvSpPr>
        <p:spPr>
          <a:xfrm>
            <a:off x="9810348" y="5955461"/>
            <a:ext cx="394539" cy="394539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B54B703C-4A3A-D244-6A9D-A072DBF1B831}"/>
              </a:ext>
            </a:extLst>
          </p:cNvPr>
          <p:cNvSpPr/>
          <p:nvPr userDrawn="1"/>
        </p:nvSpPr>
        <p:spPr>
          <a:xfrm>
            <a:off x="6514490" y="946887"/>
            <a:ext cx="335852" cy="335852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9466442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9764BC-01BF-B4A6-FCD0-9336213A60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8440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2055793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6" name="Hexagon 5">
            <a:extLst>
              <a:ext uri="{FF2B5EF4-FFF2-40B4-BE49-F238E27FC236}">
                <a16:creationId xmlns:a16="http://schemas.microsoft.com/office/drawing/2014/main" id="{ED61BFD1-C421-442F-ACC0-868D35B02015}"/>
              </a:ext>
            </a:extLst>
          </p:cNvPr>
          <p:cNvSpPr/>
          <p:nvPr userDrawn="1"/>
        </p:nvSpPr>
        <p:spPr>
          <a:xfrm>
            <a:off x="3166402" y="903484"/>
            <a:ext cx="5859196" cy="5051033"/>
          </a:xfrm>
          <a:prstGeom prst="hexagon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4" name="Hexagon 13">
            <a:extLst>
              <a:ext uri="{FF2B5EF4-FFF2-40B4-BE49-F238E27FC236}">
                <a16:creationId xmlns:a16="http://schemas.microsoft.com/office/drawing/2014/main" id="{89B16BC3-CBF9-4BF0-A37A-9F2BB89BED54}"/>
              </a:ext>
            </a:extLst>
          </p:cNvPr>
          <p:cNvSpPr/>
          <p:nvPr userDrawn="1"/>
        </p:nvSpPr>
        <p:spPr>
          <a:xfrm>
            <a:off x="7974278" y="5753530"/>
            <a:ext cx="651613" cy="561736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80EA9ECE-F57C-4B25-AD19-4F78933A61EC}"/>
              </a:ext>
            </a:extLst>
          </p:cNvPr>
          <p:cNvSpPr/>
          <p:nvPr userDrawn="1"/>
        </p:nvSpPr>
        <p:spPr>
          <a:xfrm>
            <a:off x="2255521" y="2751804"/>
            <a:ext cx="785546" cy="677196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DCBDF4EA-BFFB-460D-B9A8-45C097E920DA}"/>
              </a:ext>
            </a:extLst>
          </p:cNvPr>
          <p:cNvSpPr/>
          <p:nvPr userDrawn="1"/>
        </p:nvSpPr>
        <p:spPr>
          <a:xfrm>
            <a:off x="8021783" y="671564"/>
            <a:ext cx="392774" cy="33859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20" name="Hexagon 19">
            <a:extLst>
              <a:ext uri="{FF2B5EF4-FFF2-40B4-BE49-F238E27FC236}">
                <a16:creationId xmlns:a16="http://schemas.microsoft.com/office/drawing/2014/main" id="{AB15A15E-528E-4041-8E63-65C0D0398F3A}"/>
              </a:ext>
            </a:extLst>
          </p:cNvPr>
          <p:cNvSpPr/>
          <p:nvPr userDrawn="1"/>
        </p:nvSpPr>
        <p:spPr>
          <a:xfrm>
            <a:off x="2035398" y="3344350"/>
            <a:ext cx="196388" cy="169300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A7A620BD-CFAD-4100-8C9F-494D15A0A9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96846" y="2576760"/>
            <a:ext cx="3924935" cy="1695637"/>
          </a:xfrm>
          <a:prstGeom prst="rect">
            <a:avLst/>
          </a:prstGeom>
        </p:spPr>
        <p:txBody>
          <a:bodyPr rtlCol="0"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096848" y="1899514"/>
            <a:ext cx="3924934" cy="490538"/>
          </a:xfrm>
          <a:prstGeom prst="rect">
            <a:avLst/>
          </a:prstGeom>
        </p:spPr>
        <p:txBody>
          <a:bodyPr rtlCol="0"/>
          <a:lstStyle>
            <a:lvl1pPr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GB" noProof="0"/>
              <a:t>Click to edit text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E0A61465-6ECA-46DC-97DD-7BCFDB69EB8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84582" y="4459105"/>
            <a:ext cx="3222836" cy="1168530"/>
          </a:xfrm>
          <a:prstGeom prst="rect">
            <a:avLst/>
          </a:prstGeom>
        </p:spPr>
        <p:txBody>
          <a:bodyPr rtlCol="0" anchor="b"/>
          <a:lstStyle>
            <a:lvl1pPr algn="r">
              <a:buNone/>
              <a:defRPr lang="en-US" sz="16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9ED35F2F-8C21-5F48-2B3B-23BBD44A2261}"/>
              </a:ext>
            </a:extLst>
          </p:cNvPr>
          <p:cNvSpPr txBox="1">
            <a:spLocks/>
          </p:cNvSpPr>
          <p:nvPr userDrawn="1"/>
        </p:nvSpPr>
        <p:spPr>
          <a:xfrm>
            <a:off x="215242" y="6389628"/>
            <a:ext cx="4114800" cy="365125"/>
          </a:xfrm>
          <a:prstGeom prst="rect">
            <a:avLst/>
          </a:prstGeom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100" b="1" noProof="0">
                <a:solidFill>
                  <a:schemeClr val="accent2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SWE7004</a:t>
            </a:r>
            <a:r>
              <a:rPr lang="en-GB" sz="1100" b="1" noProof="0">
                <a:solidFill>
                  <a:srgbClr val="9454C3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GB" sz="1100" b="1" i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Helvetica Neue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Research Methods</a:t>
            </a:r>
            <a:endParaRPr lang="en-GB" sz="1100" b="1" i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Helvetica Neue"/>
            </a:endParaRPr>
          </a:p>
        </p:txBody>
      </p:sp>
      <p:pic>
        <p:nvPicPr>
          <p:cNvPr id="3" name="Picture 2">
            <a:hlinkClick r:id="rId2"/>
            <a:extLst>
              <a:ext uri="{FF2B5EF4-FFF2-40B4-BE49-F238E27FC236}">
                <a16:creationId xmlns:a16="http://schemas.microsoft.com/office/drawing/2014/main" id="{FD8C6198-408D-9AE3-605C-0D30B6501C7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alphaModFix amt="35000"/>
          </a:blip>
          <a:srcRect r="39275" b="37247"/>
          <a:stretch/>
        </p:blipFill>
        <p:spPr>
          <a:xfrm>
            <a:off x="8536478" y="4496982"/>
            <a:ext cx="3655522" cy="2361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064198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2" name="Rectangle 1" descr="Tall office building looking up">
            <a:extLst>
              <a:ext uri="{FF2B5EF4-FFF2-40B4-BE49-F238E27FC236}">
                <a16:creationId xmlns:a16="http://schemas.microsoft.com/office/drawing/2014/main" id="{AF7FA146-2A75-4EA7-A9AD-EBCE6F17FB42}"/>
              </a:ext>
            </a:extLst>
          </p:cNvPr>
          <p:cNvSpPr/>
          <p:nvPr userDrawn="1"/>
        </p:nvSpPr>
        <p:spPr>
          <a:xfrm>
            <a:off x="3718560" y="1181123"/>
            <a:ext cx="4754880" cy="4495754"/>
          </a:xfrm>
          <a:prstGeom prst="rect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49139" y="4859469"/>
            <a:ext cx="3924934" cy="490538"/>
          </a:xfrm>
          <a:prstGeom prst="rect">
            <a:avLst/>
          </a:prstGeom>
        </p:spPr>
        <p:txBody>
          <a:bodyPr rtlCol="0"/>
          <a:lstStyle>
            <a:lvl1pPr algn="r"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GB" noProof="0"/>
              <a:t>Click to edit text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62BE5D7-9E35-49F8-A8E4-2093183A6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139" y="1529685"/>
            <a:ext cx="3924934" cy="1695637"/>
          </a:xfrm>
          <a:prstGeom prst="rect">
            <a:avLst/>
          </a:prstGeom>
        </p:spPr>
        <p:txBody>
          <a:bodyPr rtlCol="0"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E820A320-06A7-7F4F-3C09-D207765810C4}"/>
              </a:ext>
            </a:extLst>
          </p:cNvPr>
          <p:cNvSpPr txBox="1">
            <a:spLocks/>
          </p:cNvSpPr>
          <p:nvPr userDrawn="1"/>
        </p:nvSpPr>
        <p:spPr>
          <a:xfrm>
            <a:off x="215242" y="6389628"/>
            <a:ext cx="4114800" cy="365125"/>
          </a:xfrm>
          <a:prstGeom prst="rect">
            <a:avLst/>
          </a:prstGeom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100" b="1" noProof="0">
                <a:solidFill>
                  <a:schemeClr val="accent2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SWE7004</a:t>
            </a:r>
            <a:r>
              <a:rPr lang="en-GB" sz="1100" b="1" noProof="0">
                <a:solidFill>
                  <a:srgbClr val="9454C3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GB" sz="1100" b="1" i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Helvetica Neue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Research Methods</a:t>
            </a:r>
            <a:endParaRPr lang="en-GB" sz="1100" b="1" i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Helvetica Neue"/>
            </a:endParaRPr>
          </a:p>
        </p:txBody>
      </p:sp>
      <p:pic>
        <p:nvPicPr>
          <p:cNvPr id="4" name="Picture 3">
            <a:hlinkClick r:id="rId2"/>
            <a:extLst>
              <a:ext uri="{FF2B5EF4-FFF2-40B4-BE49-F238E27FC236}">
                <a16:creationId xmlns:a16="http://schemas.microsoft.com/office/drawing/2014/main" id="{6A69585D-99AE-FA50-823D-9FD3DB0FB47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alphaModFix amt="35000"/>
          </a:blip>
          <a:srcRect r="39275" b="37247"/>
          <a:stretch/>
        </p:blipFill>
        <p:spPr>
          <a:xfrm>
            <a:off x="8536478" y="4496982"/>
            <a:ext cx="3655522" cy="2361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588136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6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21">
            <a:extLst>
              <a:ext uri="{FF2B5EF4-FFF2-40B4-BE49-F238E27FC236}">
                <a16:creationId xmlns:a16="http://schemas.microsoft.com/office/drawing/2014/main" id="{75D96571-69F8-475F-A910-ECC18342506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3" name="Oval 2" descr="Tall office building looking up">
            <a:extLst>
              <a:ext uri="{FF2B5EF4-FFF2-40B4-BE49-F238E27FC236}">
                <a16:creationId xmlns:a16="http://schemas.microsoft.com/office/drawing/2014/main" id="{CD4C2457-AECB-4015-9FE4-CCBC516AA9EE}"/>
              </a:ext>
            </a:extLst>
          </p:cNvPr>
          <p:cNvSpPr/>
          <p:nvPr userDrawn="1"/>
        </p:nvSpPr>
        <p:spPr>
          <a:xfrm>
            <a:off x="3352800" y="685800"/>
            <a:ext cx="5486400" cy="5486400"/>
          </a:xfrm>
          <a:prstGeom prst="ellipse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289A018F-D11C-4B07-9830-8336B27A18AD}"/>
              </a:ext>
            </a:extLst>
          </p:cNvPr>
          <p:cNvSpPr/>
          <p:nvPr userDrawn="1"/>
        </p:nvSpPr>
        <p:spPr>
          <a:xfrm>
            <a:off x="8138160" y="5669280"/>
            <a:ext cx="502920" cy="50292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E0209A32-FE17-4457-B02B-0A1DB9B8ADB1}"/>
              </a:ext>
            </a:extLst>
          </p:cNvPr>
          <p:cNvSpPr/>
          <p:nvPr userDrawn="1"/>
        </p:nvSpPr>
        <p:spPr>
          <a:xfrm>
            <a:off x="2915463" y="1295169"/>
            <a:ext cx="692878" cy="692878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D585A541-0EDE-4213-AE62-4D909E8EB7F5}"/>
              </a:ext>
            </a:extLst>
          </p:cNvPr>
          <p:cNvSpPr/>
          <p:nvPr userDrawn="1"/>
        </p:nvSpPr>
        <p:spPr>
          <a:xfrm>
            <a:off x="3398520" y="904895"/>
            <a:ext cx="251460" cy="25146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CBFD020D-881A-48D8-BDA8-55C7B95C599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27927" y="4609453"/>
            <a:ext cx="3924934" cy="490538"/>
          </a:xfrm>
          <a:prstGeom prst="rect">
            <a:avLst/>
          </a:prstGeom>
        </p:spPr>
        <p:txBody>
          <a:bodyPr rtlCol="0" anchor="b"/>
          <a:lstStyle>
            <a:lvl1pPr algn="ctr">
              <a:buNone/>
              <a:defRPr lang="en-US" sz="20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GB" noProof="0"/>
              <a:t>Click to edit text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9687A5-0BDD-45B2-A892-542449E313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45678" y="1988047"/>
            <a:ext cx="4007183" cy="2374194"/>
          </a:xfrm>
          <a:prstGeom prst="rect">
            <a:avLst/>
          </a:prstGeom>
        </p:spPr>
        <p:txBody>
          <a:bodyPr rtlCol="0"/>
          <a:lstStyle>
            <a:lvl1pPr algn="ctr">
              <a:spcBef>
                <a:spcPts val="1000"/>
              </a:spcBef>
              <a:defRPr sz="280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DE603573-ED16-E955-1321-B6812B9EAA50}"/>
              </a:ext>
            </a:extLst>
          </p:cNvPr>
          <p:cNvSpPr txBox="1">
            <a:spLocks/>
          </p:cNvSpPr>
          <p:nvPr userDrawn="1"/>
        </p:nvSpPr>
        <p:spPr>
          <a:xfrm>
            <a:off x="215242" y="6389628"/>
            <a:ext cx="4114800" cy="365125"/>
          </a:xfrm>
          <a:prstGeom prst="rect">
            <a:avLst/>
          </a:prstGeom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100" b="1" noProof="0">
                <a:solidFill>
                  <a:schemeClr val="accent2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SWE7004</a:t>
            </a:r>
            <a:r>
              <a:rPr lang="en-GB" sz="1100" b="1" noProof="0">
                <a:solidFill>
                  <a:srgbClr val="9454C3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GB" sz="1100" b="1" i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Helvetica Neue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Research Methods</a:t>
            </a:r>
            <a:endParaRPr lang="en-GB" sz="1100" b="1" i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Helvetica Neue"/>
            </a:endParaRPr>
          </a:p>
        </p:txBody>
      </p:sp>
      <p:pic>
        <p:nvPicPr>
          <p:cNvPr id="5" name="Picture 4">
            <a:hlinkClick r:id="rId2"/>
            <a:extLst>
              <a:ext uri="{FF2B5EF4-FFF2-40B4-BE49-F238E27FC236}">
                <a16:creationId xmlns:a16="http://schemas.microsoft.com/office/drawing/2014/main" id="{8AD4BB78-2FD8-FDAD-6CAC-E0E659AEE03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alphaModFix amt="35000"/>
          </a:blip>
          <a:srcRect r="39275" b="37247"/>
          <a:stretch/>
        </p:blipFill>
        <p:spPr>
          <a:xfrm>
            <a:off x="8536478" y="4496982"/>
            <a:ext cx="3655522" cy="2361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755661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6">
            <a:extLst>
              <a:ext uri="{FF2B5EF4-FFF2-40B4-BE49-F238E27FC236}">
                <a16:creationId xmlns:a16="http://schemas.microsoft.com/office/drawing/2014/main" id="{4AA38E8C-A334-4183-8ABC-112B8517F4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 rtlCol="0"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80624A4-5116-4AAF-8C31-C25D1DB16FEC}"/>
              </a:ext>
            </a:extLst>
          </p:cNvPr>
          <p:cNvSpPr/>
          <p:nvPr userDrawn="1"/>
        </p:nvSpPr>
        <p:spPr>
          <a:xfrm>
            <a:off x="9354457" y="5363987"/>
            <a:ext cx="457200" cy="457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D07EC8A-6024-4DEA-9C4D-AE4228E17854}"/>
              </a:ext>
            </a:extLst>
          </p:cNvPr>
          <p:cNvSpPr/>
          <p:nvPr userDrawn="1"/>
        </p:nvSpPr>
        <p:spPr>
          <a:xfrm>
            <a:off x="6692791" y="1699889"/>
            <a:ext cx="319749" cy="3197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1C8FAEF-DF78-48CC-AEEF-F9B802055C05}"/>
              </a:ext>
            </a:extLst>
          </p:cNvPr>
          <p:cNvSpPr/>
          <p:nvPr userDrawn="1"/>
        </p:nvSpPr>
        <p:spPr>
          <a:xfrm>
            <a:off x="9354457" y="5897738"/>
            <a:ext cx="179977" cy="17997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66F72D6-AEEE-4CF3-8136-F6782F1E489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90227" y="786181"/>
            <a:ext cx="4441372" cy="5393036"/>
          </a:xfrm>
          <a:custGeom>
            <a:avLst/>
            <a:gdLst>
              <a:gd name="connsiteX0" fmla="*/ 0 w 4441372"/>
              <a:gd name="connsiteY0" fmla="*/ 3188969 h 5393036"/>
              <a:gd name="connsiteX1" fmla="*/ 2173516 w 4441372"/>
              <a:gd name="connsiteY1" fmla="*/ 3188969 h 5393036"/>
              <a:gd name="connsiteX2" fmla="*/ 2173516 w 4441372"/>
              <a:gd name="connsiteY2" fmla="*/ 5393036 h 5393036"/>
              <a:gd name="connsiteX3" fmla="*/ 0 w 4441372"/>
              <a:gd name="connsiteY3" fmla="*/ 5393036 h 5393036"/>
              <a:gd name="connsiteX4" fmla="*/ 2267856 w 4441372"/>
              <a:gd name="connsiteY4" fmla="*/ 2293018 h 5393036"/>
              <a:gd name="connsiteX5" fmla="*/ 4441372 w 4441372"/>
              <a:gd name="connsiteY5" fmla="*/ 2293018 h 5393036"/>
              <a:gd name="connsiteX6" fmla="*/ 4441372 w 4441372"/>
              <a:gd name="connsiteY6" fmla="*/ 4497085 h 5393036"/>
              <a:gd name="connsiteX7" fmla="*/ 2267856 w 4441372"/>
              <a:gd name="connsiteY7" fmla="*/ 4497085 h 5393036"/>
              <a:gd name="connsiteX8" fmla="*/ 0 w 4441372"/>
              <a:gd name="connsiteY8" fmla="*/ 906837 h 5393036"/>
              <a:gd name="connsiteX9" fmla="*/ 2173516 w 4441372"/>
              <a:gd name="connsiteY9" fmla="*/ 906837 h 5393036"/>
              <a:gd name="connsiteX10" fmla="*/ 2173516 w 4441372"/>
              <a:gd name="connsiteY10" fmla="*/ 3110904 h 5393036"/>
              <a:gd name="connsiteX11" fmla="*/ 0 w 4441372"/>
              <a:gd name="connsiteY11" fmla="*/ 3110904 h 5393036"/>
              <a:gd name="connsiteX12" fmla="*/ 2267856 w 4441372"/>
              <a:gd name="connsiteY12" fmla="*/ 0 h 5393036"/>
              <a:gd name="connsiteX13" fmla="*/ 4441372 w 4441372"/>
              <a:gd name="connsiteY13" fmla="*/ 0 h 5393036"/>
              <a:gd name="connsiteX14" fmla="*/ 4441372 w 4441372"/>
              <a:gd name="connsiteY14" fmla="*/ 2204067 h 5393036"/>
              <a:gd name="connsiteX15" fmla="*/ 2267856 w 4441372"/>
              <a:gd name="connsiteY15" fmla="*/ 2204067 h 5393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441372" h="5393036">
                <a:moveTo>
                  <a:pt x="0" y="3188969"/>
                </a:moveTo>
                <a:lnTo>
                  <a:pt x="2173516" y="3188969"/>
                </a:lnTo>
                <a:lnTo>
                  <a:pt x="2173516" y="5393036"/>
                </a:lnTo>
                <a:lnTo>
                  <a:pt x="0" y="5393036"/>
                </a:lnTo>
                <a:close/>
                <a:moveTo>
                  <a:pt x="2267856" y="2293018"/>
                </a:moveTo>
                <a:lnTo>
                  <a:pt x="4441372" y="2293018"/>
                </a:lnTo>
                <a:lnTo>
                  <a:pt x="4441372" y="4497085"/>
                </a:lnTo>
                <a:lnTo>
                  <a:pt x="2267856" y="4497085"/>
                </a:lnTo>
                <a:close/>
                <a:moveTo>
                  <a:pt x="0" y="906837"/>
                </a:moveTo>
                <a:lnTo>
                  <a:pt x="2173516" y="906837"/>
                </a:lnTo>
                <a:lnTo>
                  <a:pt x="2173516" y="3110904"/>
                </a:lnTo>
                <a:lnTo>
                  <a:pt x="0" y="3110904"/>
                </a:lnTo>
                <a:close/>
                <a:moveTo>
                  <a:pt x="2267856" y="0"/>
                </a:moveTo>
                <a:lnTo>
                  <a:pt x="4441372" y="0"/>
                </a:lnTo>
                <a:lnTo>
                  <a:pt x="4441372" y="2204067"/>
                </a:lnTo>
                <a:lnTo>
                  <a:pt x="2267856" y="2204067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9DADC7-BE21-4434-A6E4-BAF809005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 rtlCol="0"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9525297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04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1416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24FAA9D0-7C9C-4043-9931-A15819ABB9B5}"/>
              </a:ext>
            </a:extLst>
          </p:cNvPr>
          <p:cNvSpPr/>
          <p:nvPr userDrawn="1"/>
        </p:nvSpPr>
        <p:spPr>
          <a:xfrm>
            <a:off x="7362825" y="443263"/>
            <a:ext cx="361950" cy="36195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232AB2D-843E-4B5F-8793-6A263DA356BB}"/>
              </a:ext>
            </a:extLst>
          </p:cNvPr>
          <p:cNvSpPr/>
          <p:nvPr userDrawn="1"/>
        </p:nvSpPr>
        <p:spPr>
          <a:xfrm>
            <a:off x="11007246" y="5605994"/>
            <a:ext cx="654227" cy="65422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A75A12B-C399-4072-BD69-D872D2C2AD1F}"/>
              </a:ext>
            </a:extLst>
          </p:cNvPr>
          <p:cNvSpPr/>
          <p:nvPr userDrawn="1"/>
        </p:nvSpPr>
        <p:spPr>
          <a:xfrm>
            <a:off x="10683791" y="6132439"/>
            <a:ext cx="251152" cy="251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423AE48B-50E9-4BEA-B66A-B2D2B9CCFE9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33416" y="624239"/>
            <a:ext cx="5855754" cy="5631571"/>
          </a:xfrm>
          <a:custGeom>
            <a:avLst/>
            <a:gdLst>
              <a:gd name="connsiteX0" fmla="*/ 3433020 w 5855754"/>
              <a:gd name="connsiteY0" fmla="*/ 786103 h 5631571"/>
              <a:gd name="connsiteX1" fmla="*/ 5855754 w 5855754"/>
              <a:gd name="connsiteY1" fmla="*/ 3208837 h 5631571"/>
              <a:gd name="connsiteX2" fmla="*/ 3433020 w 5855754"/>
              <a:gd name="connsiteY2" fmla="*/ 5631571 h 5631571"/>
              <a:gd name="connsiteX3" fmla="*/ 1010286 w 5855754"/>
              <a:gd name="connsiteY3" fmla="*/ 3208837 h 5631571"/>
              <a:gd name="connsiteX4" fmla="*/ 3433020 w 5855754"/>
              <a:gd name="connsiteY4" fmla="*/ 786103 h 5631571"/>
              <a:gd name="connsiteX5" fmla="*/ 828675 w 5855754"/>
              <a:gd name="connsiteY5" fmla="*/ 0 h 5631571"/>
              <a:gd name="connsiteX6" fmla="*/ 1657350 w 5855754"/>
              <a:gd name="connsiteY6" fmla="*/ 828675 h 5631571"/>
              <a:gd name="connsiteX7" fmla="*/ 828675 w 5855754"/>
              <a:gd name="connsiteY7" fmla="*/ 1657350 h 5631571"/>
              <a:gd name="connsiteX8" fmla="*/ 0 w 5855754"/>
              <a:gd name="connsiteY8" fmla="*/ 828675 h 5631571"/>
              <a:gd name="connsiteX9" fmla="*/ 828675 w 5855754"/>
              <a:gd name="connsiteY9" fmla="*/ 0 h 5631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55754" h="5631571">
                <a:moveTo>
                  <a:pt x="3433020" y="786103"/>
                </a:moveTo>
                <a:cubicBezTo>
                  <a:pt x="4771059" y="786103"/>
                  <a:pt x="5855754" y="1870798"/>
                  <a:pt x="5855754" y="3208837"/>
                </a:cubicBezTo>
                <a:cubicBezTo>
                  <a:pt x="5855754" y="4546876"/>
                  <a:pt x="4771059" y="5631571"/>
                  <a:pt x="3433020" y="5631571"/>
                </a:cubicBezTo>
                <a:cubicBezTo>
                  <a:pt x="2094981" y="5631571"/>
                  <a:pt x="1010286" y="4546876"/>
                  <a:pt x="1010286" y="3208837"/>
                </a:cubicBezTo>
                <a:cubicBezTo>
                  <a:pt x="1010286" y="1870798"/>
                  <a:pt x="2094981" y="786103"/>
                  <a:pt x="3433020" y="786103"/>
                </a:cubicBezTo>
                <a:close/>
                <a:moveTo>
                  <a:pt x="828675" y="0"/>
                </a:moveTo>
                <a:cubicBezTo>
                  <a:pt x="1286340" y="0"/>
                  <a:pt x="1657350" y="371010"/>
                  <a:pt x="1657350" y="828675"/>
                </a:cubicBezTo>
                <a:cubicBezTo>
                  <a:pt x="1657350" y="1286340"/>
                  <a:pt x="1286340" y="1657350"/>
                  <a:pt x="828675" y="1657350"/>
                </a:cubicBezTo>
                <a:cubicBezTo>
                  <a:pt x="371010" y="1657350"/>
                  <a:pt x="0" y="1286340"/>
                  <a:pt x="0" y="828675"/>
                </a:cubicBezTo>
                <a:cubicBezTo>
                  <a:pt x="0" y="371010"/>
                  <a:pt x="371010" y="0"/>
                  <a:pt x="828675" y="0"/>
                </a:cubicBez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282D3E62-6D1A-4E9D-BE54-2EED9BF429A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 rtlCol="0"/>
          <a:lstStyle>
            <a:lvl1pPr>
              <a:lnSpc>
                <a:spcPct val="150000"/>
              </a:lnSpc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EB8F0E5-B89F-48AD-87BD-534EA9463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 rtlCol="0"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9237432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hart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3CD802-D0A0-4EAC-8222-78FFDDD76A75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38200" y="2039392"/>
            <a:ext cx="10515600" cy="4114800"/>
          </a:xfrm>
          <a:prstGeom prst="rect">
            <a:avLst/>
          </a:prstGeom>
        </p:spPr>
        <p:txBody>
          <a:bodyPr rtlCol="0"/>
          <a:lstStyle/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  <a:p>
            <a:pPr lvl="2" rtl="0"/>
            <a:r>
              <a:rPr lang="en-US" noProof="0"/>
              <a:t>Third level</a:t>
            </a:r>
          </a:p>
          <a:p>
            <a:pPr lvl="3" rtl="0"/>
            <a:r>
              <a:rPr lang="en-US" noProof="0"/>
              <a:t>Fourth level</a:t>
            </a:r>
          </a:p>
          <a:p>
            <a:pPr lvl="4" rtl="0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7BCB8BF-DA17-4856-91E9-77C601F2B1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35000"/>
            <a:ext cx="10515600" cy="700115"/>
          </a:xfrm>
          <a:prstGeom prst="rect">
            <a:avLst/>
          </a:prstGeom>
        </p:spPr>
        <p:txBody>
          <a:bodyPr rtlCol="0" anchor="ctr"/>
          <a:lstStyle>
            <a:lvl1pPr algn="ctr">
              <a:defRPr sz="48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9756470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FDA3C6F-5F6A-4D64-8BFE-AFFF58B1A0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12871" y="4141999"/>
            <a:ext cx="4220845" cy="861497"/>
          </a:xfrm>
          <a:prstGeom prst="rect">
            <a:avLst/>
          </a:prstGeom>
        </p:spPr>
        <p:txBody>
          <a:bodyPr rtlCol="0"/>
          <a:lstStyle>
            <a:lvl1pPr marL="0" indent="0">
              <a:buNone/>
              <a:defRPr sz="2000" b="1">
                <a:solidFill>
                  <a:schemeClr val="accent4"/>
                </a:solidFill>
                <a:latin typeface="+mj-lt"/>
              </a:defRPr>
            </a:lvl1pPr>
            <a:lvl2pPr>
              <a:buNone/>
              <a:defRPr sz="2000"/>
            </a:lvl2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15" name="Hexagon 14">
            <a:extLst>
              <a:ext uri="{FF2B5EF4-FFF2-40B4-BE49-F238E27FC236}">
                <a16:creationId xmlns:a16="http://schemas.microsoft.com/office/drawing/2014/main" id="{AC159667-7690-4645-986D-BE501438455F}"/>
              </a:ext>
            </a:extLst>
          </p:cNvPr>
          <p:cNvSpPr/>
          <p:nvPr userDrawn="1"/>
        </p:nvSpPr>
        <p:spPr>
          <a:xfrm>
            <a:off x="740309" y="1382809"/>
            <a:ext cx="1229566" cy="1059971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54667EE4-E77F-453B-BF8B-B1EE2AE80715}"/>
              </a:ext>
            </a:extLst>
          </p:cNvPr>
          <p:cNvSpPr/>
          <p:nvPr userDrawn="1"/>
        </p:nvSpPr>
        <p:spPr>
          <a:xfrm>
            <a:off x="3755031" y="1194620"/>
            <a:ext cx="1666162" cy="1436347"/>
          </a:xfrm>
          <a:prstGeom prst="hexagon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7" name="Hexagon 16">
            <a:extLst>
              <a:ext uri="{FF2B5EF4-FFF2-40B4-BE49-F238E27FC236}">
                <a16:creationId xmlns:a16="http://schemas.microsoft.com/office/drawing/2014/main" id="{FC050232-A229-425F-BFC8-D50374F2D171}"/>
              </a:ext>
            </a:extLst>
          </p:cNvPr>
          <p:cNvSpPr/>
          <p:nvPr userDrawn="1"/>
        </p:nvSpPr>
        <p:spPr>
          <a:xfrm>
            <a:off x="3804994" y="5233183"/>
            <a:ext cx="718261" cy="61919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53E4EBC7-340A-43A5-9E23-4B73A6F700B6}"/>
              </a:ext>
            </a:extLst>
          </p:cNvPr>
          <p:cNvSpPr/>
          <p:nvPr userDrawn="1"/>
        </p:nvSpPr>
        <p:spPr>
          <a:xfrm>
            <a:off x="1837838" y="1101306"/>
            <a:ext cx="651613" cy="561736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1ED0E31A-F0A3-481D-8D9C-E3C4531FD21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71515" y="1914044"/>
            <a:ext cx="3993624" cy="3617848"/>
          </a:xfrm>
          <a:custGeom>
            <a:avLst/>
            <a:gdLst>
              <a:gd name="connsiteX0" fmla="*/ 1223161 w 3993624"/>
              <a:gd name="connsiteY0" fmla="*/ 2354088 h 3617848"/>
              <a:gd name="connsiteX1" fmla="*/ 2057242 w 3993624"/>
              <a:gd name="connsiteY1" fmla="*/ 2354088 h 3617848"/>
              <a:gd name="connsiteX2" fmla="*/ 2373182 w 3993624"/>
              <a:gd name="connsiteY2" fmla="*/ 2985968 h 3617848"/>
              <a:gd name="connsiteX3" fmla="*/ 2057242 w 3993624"/>
              <a:gd name="connsiteY3" fmla="*/ 3617848 h 3617848"/>
              <a:gd name="connsiteX4" fmla="*/ 1223161 w 3993624"/>
              <a:gd name="connsiteY4" fmla="*/ 3617848 h 3617848"/>
              <a:gd name="connsiteX5" fmla="*/ 907221 w 3993624"/>
              <a:gd name="connsiteY5" fmla="*/ 2985968 h 3617848"/>
              <a:gd name="connsiteX6" fmla="*/ 2569631 w 3993624"/>
              <a:gd name="connsiteY6" fmla="*/ 1425984 h 3617848"/>
              <a:gd name="connsiteX7" fmla="*/ 3602417 w 3993624"/>
              <a:gd name="connsiteY7" fmla="*/ 1425984 h 3617848"/>
              <a:gd name="connsiteX8" fmla="*/ 3993624 w 3993624"/>
              <a:gd name="connsiteY8" fmla="*/ 2208398 h 3617848"/>
              <a:gd name="connsiteX9" fmla="*/ 3602417 w 3993624"/>
              <a:gd name="connsiteY9" fmla="*/ 2990812 h 3617848"/>
              <a:gd name="connsiteX10" fmla="*/ 2569631 w 3993624"/>
              <a:gd name="connsiteY10" fmla="*/ 2990812 h 3617848"/>
              <a:gd name="connsiteX11" fmla="*/ 2178424 w 3993624"/>
              <a:gd name="connsiteY11" fmla="*/ 2208398 h 3617848"/>
              <a:gd name="connsiteX12" fmla="*/ 551406 w 3993624"/>
              <a:gd name="connsiteY12" fmla="*/ 0 h 3617848"/>
              <a:gd name="connsiteX13" fmla="*/ 2007117 w 3993624"/>
              <a:gd name="connsiteY13" fmla="*/ 0 h 3617848"/>
              <a:gd name="connsiteX14" fmla="*/ 2558523 w 3993624"/>
              <a:gd name="connsiteY14" fmla="*/ 1102811 h 3617848"/>
              <a:gd name="connsiteX15" fmla="*/ 2007117 w 3993624"/>
              <a:gd name="connsiteY15" fmla="*/ 2205622 h 3617848"/>
              <a:gd name="connsiteX16" fmla="*/ 551406 w 3993624"/>
              <a:gd name="connsiteY16" fmla="*/ 2205622 h 3617848"/>
              <a:gd name="connsiteX17" fmla="*/ 0 w 3993624"/>
              <a:gd name="connsiteY17" fmla="*/ 1102811 h 3617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993624" h="3617848">
                <a:moveTo>
                  <a:pt x="1223161" y="2354088"/>
                </a:moveTo>
                <a:lnTo>
                  <a:pt x="2057242" y="2354088"/>
                </a:lnTo>
                <a:lnTo>
                  <a:pt x="2373182" y="2985968"/>
                </a:lnTo>
                <a:lnTo>
                  <a:pt x="2057242" y="3617848"/>
                </a:lnTo>
                <a:lnTo>
                  <a:pt x="1223161" y="3617848"/>
                </a:lnTo>
                <a:lnTo>
                  <a:pt x="907221" y="2985968"/>
                </a:lnTo>
                <a:close/>
                <a:moveTo>
                  <a:pt x="2569631" y="1425984"/>
                </a:moveTo>
                <a:lnTo>
                  <a:pt x="3602417" y="1425984"/>
                </a:lnTo>
                <a:lnTo>
                  <a:pt x="3993624" y="2208398"/>
                </a:lnTo>
                <a:lnTo>
                  <a:pt x="3602417" y="2990812"/>
                </a:lnTo>
                <a:lnTo>
                  <a:pt x="2569631" y="2990812"/>
                </a:lnTo>
                <a:lnTo>
                  <a:pt x="2178424" y="2208398"/>
                </a:lnTo>
                <a:close/>
                <a:moveTo>
                  <a:pt x="551406" y="0"/>
                </a:moveTo>
                <a:lnTo>
                  <a:pt x="2007117" y="0"/>
                </a:lnTo>
                <a:lnTo>
                  <a:pt x="2558523" y="1102811"/>
                </a:lnTo>
                <a:lnTo>
                  <a:pt x="2007117" y="2205622"/>
                </a:lnTo>
                <a:lnTo>
                  <a:pt x="551406" y="2205622"/>
                </a:lnTo>
                <a:lnTo>
                  <a:pt x="0" y="1102811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E68100-C56F-4515-A4FD-3F301797E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2871" y="2050552"/>
            <a:ext cx="4998720" cy="1748983"/>
          </a:xfrm>
          <a:prstGeom prst="rect">
            <a:avLst/>
          </a:prstGeom>
        </p:spPr>
        <p:txBody>
          <a:bodyPr rtlCol="0"/>
          <a:lstStyle>
            <a:lvl1pPr>
              <a:defRPr sz="2800">
                <a:solidFill>
                  <a:schemeClr val="tx1"/>
                </a:solidFill>
                <a:latin typeface="+mn-lt"/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5793859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CF421413-161E-4B36-B693-FB38DF14EDA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53508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B5D207AE-9C9C-410A-9F31-2402BAD6DDFF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11592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DE3344FC-C4DE-481F-9C31-667EDD563C4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602465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id="{59094D7D-3613-49C1-BB58-A65B41A9738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84005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9FE87B7-32A4-4C7F-9AAF-37688E64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rtlCol="0" anchor="ctr"/>
          <a:lstStyle/>
          <a:p>
            <a:pPr algn="ctr" rtl="0"/>
            <a:r>
              <a:rPr lang="en-US" sz="4800" b="1" noProof="0">
                <a:solidFill>
                  <a:schemeClr val="tx1"/>
                </a:solidFill>
              </a:rPr>
              <a:t>Click to edit Master title style</a:t>
            </a:r>
            <a:endParaRPr lang="en-GB" sz="4800" b="1" noProof="0">
              <a:solidFill>
                <a:schemeClr val="tx1"/>
              </a:solidFill>
            </a:endParaRPr>
          </a:p>
        </p:txBody>
      </p:sp>
      <p:sp>
        <p:nvSpPr>
          <p:cNvPr id="9" name="Hexagon 8">
            <a:extLst>
              <a:ext uri="{FF2B5EF4-FFF2-40B4-BE49-F238E27FC236}">
                <a16:creationId xmlns:a16="http://schemas.microsoft.com/office/drawing/2014/main" id="{476CA45F-A66A-4AD8-A004-10DB55A5D7B2}"/>
              </a:ext>
            </a:extLst>
          </p:cNvPr>
          <p:cNvSpPr/>
          <p:nvPr userDrawn="1"/>
        </p:nvSpPr>
        <p:spPr>
          <a:xfrm>
            <a:off x="546669" y="3467555"/>
            <a:ext cx="458268" cy="395059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0" name="Hexagon 9">
            <a:extLst>
              <a:ext uri="{FF2B5EF4-FFF2-40B4-BE49-F238E27FC236}">
                <a16:creationId xmlns:a16="http://schemas.microsoft.com/office/drawing/2014/main" id="{27A66A3D-2437-4015-9F5F-380C4D23D83C}"/>
              </a:ext>
            </a:extLst>
          </p:cNvPr>
          <p:cNvSpPr/>
          <p:nvPr userDrawn="1"/>
        </p:nvSpPr>
        <p:spPr>
          <a:xfrm>
            <a:off x="11113337" y="2394722"/>
            <a:ext cx="358391" cy="308958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1" name="Hexagon 10">
            <a:extLst>
              <a:ext uri="{FF2B5EF4-FFF2-40B4-BE49-F238E27FC236}">
                <a16:creationId xmlns:a16="http://schemas.microsoft.com/office/drawing/2014/main" id="{FFB14F3B-E7EF-4546-8D74-71FFB45C77C0}"/>
              </a:ext>
            </a:extLst>
          </p:cNvPr>
          <p:cNvSpPr/>
          <p:nvPr userDrawn="1"/>
        </p:nvSpPr>
        <p:spPr>
          <a:xfrm>
            <a:off x="10882649" y="2202202"/>
            <a:ext cx="230688" cy="19886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591F943B-ED0D-49A1-844A-E23BA9A487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6668" y="4172761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9AC6B9A8-053C-4828-B705-901C6018F3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6692" y="4588259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BBA6FD52-E179-41F8-AE78-9AF3D65F28B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89482" y="4172761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C49A82AB-D328-4DB0-841B-186884119E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89483" y="4588259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84E23D5D-9866-48F9-8E08-DD2DBE4C4E3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32296" y="4172761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E671C9E6-A1A5-4EE5-8642-94AA7635DB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29201" y="4588259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1" name="Text Placeholder 22">
            <a:extLst>
              <a:ext uri="{FF2B5EF4-FFF2-40B4-BE49-F238E27FC236}">
                <a16:creationId xmlns:a16="http://schemas.microsoft.com/office/drawing/2014/main" id="{DF6BB5C9-B678-435A-830F-4C10EB1A957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275110" y="4172761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2" name="Text Placeholder 22">
            <a:extLst>
              <a:ext uri="{FF2B5EF4-FFF2-40B4-BE49-F238E27FC236}">
                <a16:creationId xmlns:a16="http://schemas.microsoft.com/office/drawing/2014/main" id="{1861EC87-A9E2-4FC3-B8BC-06C520B8A17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75111" y="4588259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3" name="Text Placeholder 22">
            <a:extLst>
              <a:ext uri="{FF2B5EF4-FFF2-40B4-BE49-F238E27FC236}">
                <a16:creationId xmlns:a16="http://schemas.microsoft.com/office/drawing/2014/main" id="{FC3EDE91-631F-4947-94DC-557685FD23E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517923" y="4172761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4" name="Text Placeholder 22">
            <a:extLst>
              <a:ext uri="{FF2B5EF4-FFF2-40B4-BE49-F238E27FC236}">
                <a16:creationId xmlns:a16="http://schemas.microsoft.com/office/drawing/2014/main" id="{8FDDBEF4-1329-49DF-B043-D51B34F5EE3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517923" y="4588259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FBDB3FD3-4F52-4E28-B639-5F73070E47D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78337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7807851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Content Placeholder 39">
            <a:extLst>
              <a:ext uri="{FF2B5EF4-FFF2-40B4-BE49-F238E27FC236}">
                <a16:creationId xmlns:a16="http://schemas.microsoft.com/office/drawing/2014/main" id="{6BB16225-AC51-4525-A1E8-438B8B0B7361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739655" y="2117897"/>
            <a:ext cx="4208386" cy="912812"/>
          </a:xfrm>
          <a:prstGeom prst="rect">
            <a:avLst/>
          </a:prstGeom>
        </p:spPr>
        <p:txBody>
          <a:bodyPr rtlCol="0"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41" name="Content Placeholder 39">
            <a:extLst>
              <a:ext uri="{FF2B5EF4-FFF2-40B4-BE49-F238E27FC236}">
                <a16:creationId xmlns:a16="http://schemas.microsoft.com/office/drawing/2014/main" id="{6EC38F38-5935-49D5-AA85-4182E82D6FF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739655" y="4724146"/>
            <a:ext cx="4208386" cy="912812"/>
          </a:xfrm>
          <a:prstGeom prst="rect">
            <a:avLst/>
          </a:prstGeom>
        </p:spPr>
        <p:txBody>
          <a:bodyPr rtlCol="0"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42" name="Content Placeholder 39">
            <a:extLst>
              <a:ext uri="{FF2B5EF4-FFF2-40B4-BE49-F238E27FC236}">
                <a16:creationId xmlns:a16="http://schemas.microsoft.com/office/drawing/2014/main" id="{51C9D5ED-A19A-42A1-9200-C77E39E6F5C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739655" y="3420892"/>
            <a:ext cx="4208386" cy="912812"/>
          </a:xfrm>
          <a:prstGeom prst="rect">
            <a:avLst/>
          </a:prstGeom>
        </p:spPr>
        <p:txBody>
          <a:bodyPr rtlCol="0"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43" name="Content Placeholder 39">
            <a:extLst>
              <a:ext uri="{FF2B5EF4-FFF2-40B4-BE49-F238E27FC236}">
                <a16:creationId xmlns:a16="http://schemas.microsoft.com/office/drawing/2014/main" id="{47A95437-77F3-4E2C-8470-57587793A103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493865" y="2117897"/>
            <a:ext cx="4208386" cy="912812"/>
          </a:xfrm>
          <a:prstGeom prst="rect">
            <a:avLst/>
          </a:prstGeom>
        </p:spPr>
        <p:txBody>
          <a:bodyPr rtlCol="0"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44" name="Content Placeholder 39">
            <a:extLst>
              <a:ext uri="{FF2B5EF4-FFF2-40B4-BE49-F238E27FC236}">
                <a16:creationId xmlns:a16="http://schemas.microsoft.com/office/drawing/2014/main" id="{CB1EA2BE-D294-486E-88F0-2AA9518A6E63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7493865" y="4724146"/>
            <a:ext cx="4208386" cy="912812"/>
          </a:xfrm>
          <a:prstGeom prst="rect">
            <a:avLst/>
          </a:prstGeom>
        </p:spPr>
        <p:txBody>
          <a:bodyPr rtlCol="0"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45" name="Content Placeholder 39">
            <a:extLst>
              <a:ext uri="{FF2B5EF4-FFF2-40B4-BE49-F238E27FC236}">
                <a16:creationId xmlns:a16="http://schemas.microsoft.com/office/drawing/2014/main" id="{108734A0-880E-44E2-858F-7AA6C6B0A5A3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7493865" y="3420892"/>
            <a:ext cx="4208386" cy="912812"/>
          </a:xfrm>
          <a:prstGeom prst="rect">
            <a:avLst/>
          </a:prstGeom>
        </p:spPr>
        <p:txBody>
          <a:bodyPr rtlCol="0"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63CED4CD-5348-488E-A883-0486DD574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10693400" cy="830997"/>
          </a:xfrm>
          <a:prstGeom prst="rect">
            <a:avLst/>
          </a:prstGeom>
        </p:spPr>
        <p:txBody>
          <a:bodyPr rtlCol="0"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419092064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69FE87B7-32A4-4C7F-9AAF-37688E64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rtlCol="0" anchor="ctr"/>
          <a:lstStyle/>
          <a:p>
            <a:pPr algn="ctr" rtl="0"/>
            <a:r>
              <a:rPr lang="en-US" sz="4800" b="1" noProof="0">
                <a:solidFill>
                  <a:schemeClr val="tx1"/>
                </a:solidFill>
              </a:rPr>
              <a:t>Click to edit Master title style</a:t>
            </a:r>
            <a:endParaRPr lang="en-GB" sz="4800" b="1" noProof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482116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D1E0F77B-E8C6-4A86-B521-8368A308A9A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47700" y="2057818"/>
            <a:ext cx="5080000" cy="438150"/>
          </a:xfrm>
          <a:prstGeom prst="rect">
            <a:avLst/>
          </a:prstGeom>
        </p:spPr>
        <p:txBody>
          <a:bodyPr rtlCol="0"/>
          <a:lstStyle>
            <a:lvl1pPr>
              <a:buNone/>
              <a:defRPr lang="en-US" sz="2400" b="1" kern="1200" dirty="0" smtClean="0">
                <a:solidFill>
                  <a:schemeClr val="tx1"/>
                </a:solidFill>
                <a:latin typeface="+mj-lt"/>
                <a:ea typeface="+mn-ea"/>
                <a:cs typeface="Biome Light" panose="020B03030302040208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CAACFBE9-8475-4CC0-8189-87BFC4059A86}"/>
              </a:ext>
            </a:extLst>
          </p:cNvPr>
          <p:cNvSpPr/>
          <p:nvPr userDrawn="1"/>
        </p:nvSpPr>
        <p:spPr>
          <a:xfrm>
            <a:off x="10385897" y="1443145"/>
            <a:ext cx="471170" cy="47117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5F8C6FC8-D350-4A01-A7E0-5AEDAC96F358}"/>
              </a:ext>
            </a:extLst>
          </p:cNvPr>
          <p:cNvSpPr/>
          <p:nvPr userDrawn="1"/>
        </p:nvSpPr>
        <p:spPr>
          <a:xfrm>
            <a:off x="8910011" y="328773"/>
            <a:ext cx="317813" cy="317813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88F1038A-897D-4C38-B499-73FC76C716FA}"/>
              </a:ext>
            </a:extLst>
          </p:cNvPr>
          <p:cNvSpPr/>
          <p:nvPr userDrawn="1"/>
        </p:nvSpPr>
        <p:spPr>
          <a:xfrm flipH="1">
            <a:off x="8634932" y="623939"/>
            <a:ext cx="170406" cy="170406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4A6E2374-7B5B-4947-8461-F294B56E70D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60400" y="2673522"/>
            <a:ext cx="5067300" cy="2935288"/>
          </a:xfrm>
          <a:prstGeom prst="rect">
            <a:avLst/>
          </a:prstGeom>
        </p:spPr>
        <p:txBody>
          <a:bodyPr rtlCol="0"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Biome Light" panose="020B0303030204020804" pitchFamily="34" charset="0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FB9159BE-CEED-461B-AF31-03BC124E274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451600" y="2061363"/>
            <a:ext cx="5080000" cy="438150"/>
          </a:xfrm>
          <a:prstGeom prst="rect">
            <a:avLst/>
          </a:prstGeom>
        </p:spPr>
        <p:txBody>
          <a:bodyPr rtlCol="0"/>
          <a:lstStyle>
            <a:lvl1pPr>
              <a:buNone/>
              <a:defRPr lang="en-US" sz="2400" b="1" kern="1200" dirty="0" smtClean="0">
                <a:solidFill>
                  <a:schemeClr val="tx1"/>
                </a:solidFill>
                <a:latin typeface="+mj-lt"/>
                <a:ea typeface="+mn-ea"/>
                <a:cs typeface="Biome Light" panose="020B03030302040208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0" name="Text Placeholder 25">
            <a:extLst>
              <a:ext uri="{FF2B5EF4-FFF2-40B4-BE49-F238E27FC236}">
                <a16:creationId xmlns:a16="http://schemas.microsoft.com/office/drawing/2014/main" id="{2C15BD20-69D8-4EC1-8A33-A0C6EAFD30A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464300" y="2677067"/>
            <a:ext cx="5067300" cy="2935288"/>
          </a:xfrm>
          <a:prstGeom prst="rect">
            <a:avLst/>
          </a:prstGeom>
        </p:spPr>
        <p:txBody>
          <a:bodyPr rtlCol="0"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Biome Light" panose="020B0303030204020804" pitchFamily="34" charset="0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357B52D4-8D50-4E16-B60E-688B084764F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261647" y="0"/>
            <a:ext cx="2930353" cy="1559882"/>
          </a:xfrm>
          <a:custGeom>
            <a:avLst/>
            <a:gdLst>
              <a:gd name="connsiteX0" fmla="*/ 562125 w 2930353"/>
              <a:gd name="connsiteY0" fmla="*/ 435632 h 1559882"/>
              <a:gd name="connsiteX1" fmla="*/ 1124250 w 2930353"/>
              <a:gd name="connsiteY1" fmla="*/ 997757 h 1559882"/>
              <a:gd name="connsiteX2" fmla="*/ 562125 w 2930353"/>
              <a:gd name="connsiteY2" fmla="*/ 1559882 h 1559882"/>
              <a:gd name="connsiteX3" fmla="*/ 0 w 2930353"/>
              <a:gd name="connsiteY3" fmla="*/ 997757 h 1559882"/>
              <a:gd name="connsiteX4" fmla="*/ 562125 w 2930353"/>
              <a:gd name="connsiteY4" fmla="*/ 435632 h 1559882"/>
              <a:gd name="connsiteX5" fmla="*/ 1475035 w 2930353"/>
              <a:gd name="connsiteY5" fmla="*/ 0 h 1559882"/>
              <a:gd name="connsiteX6" fmla="*/ 2930353 w 2930353"/>
              <a:gd name="connsiteY6" fmla="*/ 0 h 1559882"/>
              <a:gd name="connsiteX7" fmla="*/ 2930353 w 2930353"/>
              <a:gd name="connsiteY7" fmla="*/ 1239091 h 1559882"/>
              <a:gd name="connsiteX8" fmla="*/ 2822571 w 2930353"/>
              <a:gd name="connsiteY8" fmla="*/ 1328020 h 1559882"/>
              <a:gd name="connsiteX9" fmla="*/ 2282653 w 2930353"/>
              <a:gd name="connsiteY9" fmla="*/ 1492942 h 1559882"/>
              <a:gd name="connsiteX10" fmla="*/ 1316979 w 2930353"/>
              <a:gd name="connsiteY10" fmla="*/ 527268 h 1559882"/>
              <a:gd name="connsiteX11" fmla="*/ 1392867 w 2930353"/>
              <a:gd name="connsiteY11" fmla="*/ 151384 h 15598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930353" h="1559882">
                <a:moveTo>
                  <a:pt x="562125" y="435632"/>
                </a:moveTo>
                <a:cubicBezTo>
                  <a:pt x="872578" y="435632"/>
                  <a:pt x="1124250" y="687304"/>
                  <a:pt x="1124250" y="997757"/>
                </a:cubicBezTo>
                <a:cubicBezTo>
                  <a:pt x="1124250" y="1308210"/>
                  <a:pt x="872578" y="1559882"/>
                  <a:pt x="562125" y="1559882"/>
                </a:cubicBezTo>
                <a:cubicBezTo>
                  <a:pt x="251672" y="1559882"/>
                  <a:pt x="0" y="1308210"/>
                  <a:pt x="0" y="997757"/>
                </a:cubicBezTo>
                <a:cubicBezTo>
                  <a:pt x="0" y="687304"/>
                  <a:pt x="251672" y="435632"/>
                  <a:pt x="562125" y="435632"/>
                </a:cubicBezTo>
                <a:close/>
                <a:moveTo>
                  <a:pt x="1475035" y="0"/>
                </a:moveTo>
                <a:lnTo>
                  <a:pt x="2930353" y="0"/>
                </a:lnTo>
                <a:lnTo>
                  <a:pt x="2930353" y="1239091"/>
                </a:lnTo>
                <a:lnTo>
                  <a:pt x="2822571" y="1328020"/>
                </a:lnTo>
                <a:cubicBezTo>
                  <a:pt x="2668448" y="1432143"/>
                  <a:pt x="2482651" y="1492942"/>
                  <a:pt x="2282653" y="1492942"/>
                </a:cubicBezTo>
                <a:cubicBezTo>
                  <a:pt x="1749326" y="1492942"/>
                  <a:pt x="1316979" y="1060595"/>
                  <a:pt x="1316979" y="527268"/>
                </a:cubicBezTo>
                <a:cubicBezTo>
                  <a:pt x="1316979" y="393936"/>
                  <a:pt x="1344001" y="266916"/>
                  <a:pt x="1392867" y="151384"/>
                </a:cubicBez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92F03355-C197-48C4-A4DF-B413384833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 rtlCol="0"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9558428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Thre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D1E0F77B-E8C6-4A86-B521-8368A308A9A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60400" y="2037656"/>
            <a:ext cx="3474720" cy="438150"/>
          </a:xfrm>
          <a:prstGeom prst="rect">
            <a:avLst/>
          </a:prstGeom>
        </p:spPr>
        <p:txBody>
          <a:bodyPr rtlCol="0"/>
          <a:lstStyle>
            <a:lvl1pPr>
              <a:buNone/>
              <a:defRPr lang="en-US" sz="2400" b="1" kern="1200" dirty="0" smtClean="0">
                <a:solidFill>
                  <a:schemeClr val="tx1"/>
                </a:solidFill>
                <a:latin typeface="+mj-lt"/>
                <a:ea typeface="+mn-ea"/>
                <a:cs typeface="Biome Light" panose="020B03030302040208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4A6E2374-7B5B-4947-8461-F294B56E70D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60400" y="2664637"/>
            <a:ext cx="3474720" cy="2935288"/>
          </a:xfrm>
          <a:prstGeom prst="rect">
            <a:avLst/>
          </a:prstGeom>
        </p:spPr>
        <p:txBody>
          <a:bodyPr rtlCol="0"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Biome Light" panose="020B0303030204020804" pitchFamily="34" charset="0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FB9159BE-CEED-461B-AF31-03BC124E274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044180" y="2052478"/>
            <a:ext cx="3474720" cy="438150"/>
          </a:xfrm>
          <a:prstGeom prst="rect">
            <a:avLst/>
          </a:prstGeom>
        </p:spPr>
        <p:txBody>
          <a:bodyPr rtlCol="0"/>
          <a:lstStyle>
            <a:lvl1pPr>
              <a:buNone/>
              <a:defRPr lang="en-US" sz="2400" b="1" kern="1200" dirty="0" smtClean="0">
                <a:solidFill>
                  <a:schemeClr val="tx1"/>
                </a:solidFill>
                <a:latin typeface="+mj-lt"/>
                <a:ea typeface="+mn-ea"/>
                <a:cs typeface="Biome Light" panose="020B03030302040208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0" name="Text Placeholder 25">
            <a:extLst>
              <a:ext uri="{FF2B5EF4-FFF2-40B4-BE49-F238E27FC236}">
                <a16:creationId xmlns:a16="http://schemas.microsoft.com/office/drawing/2014/main" id="{2C15BD20-69D8-4EC1-8A33-A0C6EAFD30A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056880" y="2668182"/>
            <a:ext cx="3474720" cy="2935288"/>
          </a:xfrm>
          <a:prstGeom prst="rect">
            <a:avLst/>
          </a:prstGeom>
        </p:spPr>
        <p:txBody>
          <a:bodyPr rtlCol="0"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Biome Light" panose="020B0303030204020804" pitchFamily="34" charset="0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11" name="Text Placeholder 27">
            <a:extLst>
              <a:ext uri="{FF2B5EF4-FFF2-40B4-BE49-F238E27FC236}">
                <a16:creationId xmlns:a16="http://schemas.microsoft.com/office/drawing/2014/main" id="{4FDB27CA-009D-4863-B119-0EC36837148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352290" y="2048933"/>
            <a:ext cx="3474720" cy="438150"/>
          </a:xfrm>
          <a:prstGeom prst="rect">
            <a:avLst/>
          </a:prstGeom>
        </p:spPr>
        <p:txBody>
          <a:bodyPr rtlCol="0"/>
          <a:lstStyle>
            <a:lvl1pPr>
              <a:buNone/>
              <a:defRPr lang="en-US" sz="2400" b="1" kern="1200" dirty="0" smtClean="0">
                <a:solidFill>
                  <a:schemeClr val="tx1"/>
                </a:solidFill>
                <a:latin typeface="+mj-lt"/>
                <a:ea typeface="+mn-ea"/>
                <a:cs typeface="Biome Light" panose="020B03030302040208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FD03E3EF-D812-4B98-959B-6800BBE59D1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364990" y="2664637"/>
            <a:ext cx="3474720" cy="2935288"/>
          </a:xfrm>
          <a:prstGeom prst="rect">
            <a:avLst/>
          </a:prstGeom>
        </p:spPr>
        <p:txBody>
          <a:bodyPr rtlCol="0"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Biome Light" panose="020B0303030204020804" pitchFamily="34" charset="0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" name="Hexagon 2">
            <a:extLst>
              <a:ext uri="{FF2B5EF4-FFF2-40B4-BE49-F238E27FC236}">
                <a16:creationId xmlns:a16="http://schemas.microsoft.com/office/drawing/2014/main" id="{303FFB35-43AC-4A56-92D0-91038C098B3C}"/>
              </a:ext>
            </a:extLst>
          </p:cNvPr>
          <p:cNvSpPr/>
          <p:nvPr userDrawn="1"/>
        </p:nvSpPr>
        <p:spPr>
          <a:xfrm>
            <a:off x="10700126" y="788523"/>
            <a:ext cx="1155906" cy="99647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4" name="Hexagon 3">
            <a:extLst>
              <a:ext uri="{FF2B5EF4-FFF2-40B4-BE49-F238E27FC236}">
                <a16:creationId xmlns:a16="http://schemas.microsoft.com/office/drawing/2014/main" id="{AAF31DA0-707D-4A5D-BB7A-A5C90DB11A55}"/>
              </a:ext>
            </a:extLst>
          </p:cNvPr>
          <p:cNvSpPr/>
          <p:nvPr userDrawn="1"/>
        </p:nvSpPr>
        <p:spPr>
          <a:xfrm>
            <a:off x="11388427" y="1859136"/>
            <a:ext cx="315205" cy="271728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1"/>
              </a:solidFill>
            </a:endParaRPr>
          </a:p>
        </p:txBody>
      </p:sp>
      <p:sp>
        <p:nvSpPr>
          <p:cNvPr id="5" name="Hexagon 4">
            <a:extLst>
              <a:ext uri="{FF2B5EF4-FFF2-40B4-BE49-F238E27FC236}">
                <a16:creationId xmlns:a16="http://schemas.microsoft.com/office/drawing/2014/main" id="{539F452B-F55F-4D85-834B-A7EAF742647C}"/>
              </a:ext>
            </a:extLst>
          </p:cNvPr>
          <p:cNvSpPr/>
          <p:nvPr userDrawn="1"/>
        </p:nvSpPr>
        <p:spPr>
          <a:xfrm>
            <a:off x="9014155" y="740289"/>
            <a:ext cx="379060" cy="326776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1"/>
              </a:solidFill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91D9F6BE-FB0B-42EE-8F02-95F5CC039B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 rtlCol="0"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C67FFA0E-8AAA-4DEB-B97E-31969F57927D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9393238" y="2"/>
            <a:ext cx="2798762" cy="1354861"/>
          </a:xfrm>
          <a:custGeom>
            <a:avLst/>
            <a:gdLst>
              <a:gd name="connsiteX0" fmla="*/ 316595 w 2798762"/>
              <a:gd name="connsiteY0" fmla="*/ 88390 h 1354861"/>
              <a:gd name="connsiteX1" fmla="*/ 1152465 w 2798762"/>
              <a:gd name="connsiteY1" fmla="*/ 88390 h 1354861"/>
              <a:gd name="connsiteX2" fmla="*/ 1469083 w 2798762"/>
              <a:gd name="connsiteY2" fmla="*/ 721626 h 1354861"/>
              <a:gd name="connsiteX3" fmla="*/ 1152465 w 2798762"/>
              <a:gd name="connsiteY3" fmla="*/ 1354861 h 1354861"/>
              <a:gd name="connsiteX4" fmla="*/ 316595 w 2798762"/>
              <a:gd name="connsiteY4" fmla="*/ 1354861 h 1354861"/>
              <a:gd name="connsiteX5" fmla="*/ 0 w 2798762"/>
              <a:gd name="connsiteY5" fmla="*/ 721672 h 1354861"/>
              <a:gd name="connsiteX6" fmla="*/ 0 w 2798762"/>
              <a:gd name="connsiteY6" fmla="*/ 721580 h 1354861"/>
              <a:gd name="connsiteX7" fmla="*/ 1250372 w 2798762"/>
              <a:gd name="connsiteY7" fmla="*/ 0 h 1354861"/>
              <a:gd name="connsiteX8" fmla="*/ 2798762 w 2798762"/>
              <a:gd name="connsiteY8" fmla="*/ 0 h 1354861"/>
              <a:gd name="connsiteX9" fmla="*/ 2798762 w 2798762"/>
              <a:gd name="connsiteY9" fmla="*/ 505978 h 1354861"/>
              <a:gd name="connsiteX10" fmla="*/ 2719777 w 2798762"/>
              <a:gd name="connsiteY10" fmla="*/ 663948 h 1354861"/>
              <a:gd name="connsiteX11" fmla="*/ 1582346 w 2798762"/>
              <a:gd name="connsiteY11" fmla="*/ 663948 h 13548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798762" h="1354861">
                <a:moveTo>
                  <a:pt x="316595" y="88390"/>
                </a:moveTo>
                <a:lnTo>
                  <a:pt x="1152465" y="88390"/>
                </a:lnTo>
                <a:lnTo>
                  <a:pt x="1469083" y="721626"/>
                </a:lnTo>
                <a:lnTo>
                  <a:pt x="1152465" y="1354861"/>
                </a:lnTo>
                <a:lnTo>
                  <a:pt x="316595" y="1354861"/>
                </a:lnTo>
                <a:lnTo>
                  <a:pt x="0" y="721672"/>
                </a:lnTo>
                <a:lnTo>
                  <a:pt x="0" y="721580"/>
                </a:lnTo>
                <a:close/>
                <a:moveTo>
                  <a:pt x="1250372" y="0"/>
                </a:moveTo>
                <a:lnTo>
                  <a:pt x="2798762" y="0"/>
                </a:lnTo>
                <a:lnTo>
                  <a:pt x="2798762" y="505978"/>
                </a:lnTo>
                <a:lnTo>
                  <a:pt x="2719777" y="663948"/>
                </a:lnTo>
                <a:lnTo>
                  <a:pt x="1582346" y="663948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0370340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>
          <p15:clr>
            <a:srgbClr val="FBAE4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val 6">
            <a:extLst>
              <a:ext uri="{FF2B5EF4-FFF2-40B4-BE49-F238E27FC236}">
                <a16:creationId xmlns:a16="http://schemas.microsoft.com/office/drawing/2014/main" id="{5E74AFC3-1C60-42DE-ABAC-F53CA85AC6F1}"/>
              </a:ext>
            </a:extLst>
          </p:cNvPr>
          <p:cNvSpPr/>
          <p:nvPr userDrawn="1"/>
        </p:nvSpPr>
        <p:spPr>
          <a:xfrm>
            <a:off x="5897272" y="1457542"/>
            <a:ext cx="617218" cy="61721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F133261-FFEB-4B3D-B085-14AEAE741F82}"/>
              </a:ext>
            </a:extLst>
          </p:cNvPr>
          <p:cNvSpPr/>
          <p:nvPr userDrawn="1"/>
        </p:nvSpPr>
        <p:spPr>
          <a:xfrm>
            <a:off x="9810348" y="5955461"/>
            <a:ext cx="394539" cy="394539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653FE105-1D8E-48B0-AD9A-95AC9A165651}"/>
              </a:ext>
            </a:extLst>
          </p:cNvPr>
          <p:cNvSpPr/>
          <p:nvPr userDrawn="1"/>
        </p:nvSpPr>
        <p:spPr>
          <a:xfrm>
            <a:off x="6514490" y="946887"/>
            <a:ext cx="335852" cy="335852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AC4388F5-0DCA-4A09-A6E1-AE07F403093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47701" y="2042790"/>
            <a:ext cx="4143374" cy="2654301"/>
          </a:xfrm>
          <a:prstGeom prst="rect">
            <a:avLst/>
          </a:prstGeom>
        </p:spPr>
        <p:txBody>
          <a:bodyPr rtlCol="0"/>
          <a:lstStyle>
            <a:lvl1pPr marL="0" indent="0">
              <a:buNone/>
              <a:defRPr sz="20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02C12FDC-BC11-43E8-B22A-3EC48E0344D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47699" y="4953919"/>
            <a:ext cx="4143375" cy="759470"/>
          </a:xfrm>
          <a:prstGeom prst="rect">
            <a:avLst/>
          </a:prstGeom>
        </p:spPr>
        <p:txBody>
          <a:bodyPr rtlCol="0"/>
          <a:lstStyle>
            <a:lvl1pPr marL="0" indent="0">
              <a:buNone/>
              <a:defRPr sz="2000" b="1">
                <a:solidFill>
                  <a:schemeClr val="accent4"/>
                </a:solidFill>
              </a:defRPr>
            </a:lvl1pPr>
            <a:lvl2pPr>
              <a:buNone/>
              <a:defRPr sz="2000"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3D43F412-F2C7-4D38-BDD0-9663029081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887402" y="533063"/>
            <a:ext cx="5542598" cy="5611666"/>
          </a:xfrm>
          <a:custGeom>
            <a:avLst/>
            <a:gdLst>
              <a:gd name="connsiteX0" fmla="*/ 3354105 w 5542598"/>
              <a:gd name="connsiteY0" fmla="*/ 4359376 h 5611666"/>
              <a:gd name="connsiteX1" fmla="*/ 3980250 w 5542598"/>
              <a:gd name="connsiteY1" fmla="*/ 4985521 h 5611666"/>
              <a:gd name="connsiteX2" fmla="*/ 3354105 w 5542598"/>
              <a:gd name="connsiteY2" fmla="*/ 5611666 h 5611666"/>
              <a:gd name="connsiteX3" fmla="*/ 2727960 w 5542598"/>
              <a:gd name="connsiteY3" fmla="*/ 4985521 h 5611666"/>
              <a:gd name="connsiteX4" fmla="*/ 3354105 w 5542598"/>
              <a:gd name="connsiteY4" fmla="*/ 4359376 h 5611666"/>
              <a:gd name="connsiteX5" fmla="*/ 1592580 w 5542598"/>
              <a:gd name="connsiteY5" fmla="*/ 1430357 h 5611666"/>
              <a:gd name="connsiteX6" fmla="*/ 3185160 w 5542598"/>
              <a:gd name="connsiteY6" fmla="*/ 3022937 h 5611666"/>
              <a:gd name="connsiteX7" fmla="*/ 1592580 w 5542598"/>
              <a:gd name="connsiteY7" fmla="*/ 4615517 h 5611666"/>
              <a:gd name="connsiteX8" fmla="*/ 0 w 5542598"/>
              <a:gd name="connsiteY8" fmla="*/ 3022937 h 5611666"/>
              <a:gd name="connsiteX9" fmla="*/ 1592580 w 5542598"/>
              <a:gd name="connsiteY9" fmla="*/ 1430357 h 5611666"/>
              <a:gd name="connsiteX10" fmla="*/ 4230267 w 5542598"/>
              <a:gd name="connsiteY10" fmla="*/ 0 h 5611666"/>
              <a:gd name="connsiteX11" fmla="*/ 5542598 w 5542598"/>
              <a:gd name="connsiteY11" fmla="*/ 1312331 h 5611666"/>
              <a:gd name="connsiteX12" fmla="*/ 4230267 w 5542598"/>
              <a:gd name="connsiteY12" fmla="*/ 2624662 h 5611666"/>
              <a:gd name="connsiteX13" fmla="*/ 2917936 w 5542598"/>
              <a:gd name="connsiteY13" fmla="*/ 1312331 h 5611666"/>
              <a:gd name="connsiteX14" fmla="*/ 4230267 w 5542598"/>
              <a:gd name="connsiteY14" fmla="*/ 0 h 5611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5542598" h="5611666">
                <a:moveTo>
                  <a:pt x="3354105" y="4359376"/>
                </a:moveTo>
                <a:cubicBezTo>
                  <a:pt x="3699915" y="4359376"/>
                  <a:pt x="3980250" y="4639711"/>
                  <a:pt x="3980250" y="4985521"/>
                </a:cubicBezTo>
                <a:cubicBezTo>
                  <a:pt x="3980250" y="5331331"/>
                  <a:pt x="3699915" y="5611666"/>
                  <a:pt x="3354105" y="5611666"/>
                </a:cubicBezTo>
                <a:cubicBezTo>
                  <a:pt x="3008295" y="5611666"/>
                  <a:pt x="2727960" y="5331331"/>
                  <a:pt x="2727960" y="4985521"/>
                </a:cubicBezTo>
                <a:cubicBezTo>
                  <a:pt x="2727960" y="4639711"/>
                  <a:pt x="3008295" y="4359376"/>
                  <a:pt x="3354105" y="4359376"/>
                </a:cubicBezTo>
                <a:close/>
                <a:moveTo>
                  <a:pt x="1592580" y="1430357"/>
                </a:moveTo>
                <a:cubicBezTo>
                  <a:pt x="2472138" y="1430357"/>
                  <a:pt x="3185160" y="2143379"/>
                  <a:pt x="3185160" y="3022937"/>
                </a:cubicBezTo>
                <a:cubicBezTo>
                  <a:pt x="3185160" y="3902495"/>
                  <a:pt x="2472138" y="4615517"/>
                  <a:pt x="1592580" y="4615517"/>
                </a:cubicBezTo>
                <a:cubicBezTo>
                  <a:pt x="713022" y="4615517"/>
                  <a:pt x="0" y="3902495"/>
                  <a:pt x="0" y="3022937"/>
                </a:cubicBezTo>
                <a:cubicBezTo>
                  <a:pt x="0" y="2143379"/>
                  <a:pt x="713022" y="1430357"/>
                  <a:pt x="1592580" y="1430357"/>
                </a:cubicBezTo>
                <a:close/>
                <a:moveTo>
                  <a:pt x="4230267" y="0"/>
                </a:moveTo>
                <a:cubicBezTo>
                  <a:pt x="4955047" y="0"/>
                  <a:pt x="5542598" y="587551"/>
                  <a:pt x="5542598" y="1312331"/>
                </a:cubicBezTo>
                <a:cubicBezTo>
                  <a:pt x="5542598" y="2037111"/>
                  <a:pt x="4955047" y="2624662"/>
                  <a:pt x="4230267" y="2624662"/>
                </a:cubicBezTo>
                <a:cubicBezTo>
                  <a:pt x="3505487" y="2624662"/>
                  <a:pt x="2917936" y="2037111"/>
                  <a:pt x="2917936" y="1312331"/>
                </a:cubicBezTo>
                <a:cubicBezTo>
                  <a:pt x="2917936" y="587551"/>
                  <a:pt x="3505487" y="0"/>
                  <a:pt x="4230267" y="0"/>
                </a:cubicBez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11176083-2CE5-4707-A564-46805454AF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 rtlCol="0"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0254289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>
          <p15:clr>
            <a:srgbClr val="FBAE4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9764BC-01BF-B4A6-FCD0-9336213A60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8440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6725222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theme" Target="../theme/theme1.xml"/><Relationship Id="rId16" Type="http://schemas.openxmlformats.org/officeDocument/2006/relationships/hyperlink" Target="https://moodle.bolton.ac.uk/course/view.php?id=23108" TargetMode="External"/><Relationship Id="rId17" Type="http://schemas.openxmlformats.org/officeDocument/2006/relationships/image" Target="../media/image1.pn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0.xml"/><Relationship Id="rId7" Type="http://schemas.openxmlformats.org/officeDocument/2006/relationships/slideLayout" Target="../slideLayouts/slideLayout21.xml"/><Relationship Id="rId8" Type="http://schemas.openxmlformats.org/officeDocument/2006/relationships/slideLayout" Target="../slideLayouts/slideLayout22.xml"/><Relationship Id="rId9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4.xml"/><Relationship Id="rId11" Type="http://schemas.openxmlformats.org/officeDocument/2006/relationships/slideLayout" Target="../slideLayouts/slideLayout25.xml"/><Relationship Id="rId12" Type="http://schemas.openxmlformats.org/officeDocument/2006/relationships/slideLayout" Target="../slideLayouts/slideLayout26.xml"/><Relationship Id="rId13" Type="http://schemas.openxmlformats.org/officeDocument/2006/relationships/slideLayout" Target="../slideLayouts/slideLayout27.xml"/><Relationship Id="rId14" Type="http://schemas.openxmlformats.org/officeDocument/2006/relationships/slideLayout" Target="../slideLayouts/slideLayout28.xml"/><Relationship Id="rId15" Type="http://schemas.openxmlformats.org/officeDocument/2006/relationships/slideLayout" Target="../slideLayouts/slideLayout29.xml"/><Relationship Id="rId16" Type="http://schemas.openxmlformats.org/officeDocument/2006/relationships/slideLayout" Target="../slideLayouts/slideLayout30.xml"/><Relationship Id="rId17" Type="http://schemas.openxmlformats.org/officeDocument/2006/relationships/slideLayout" Target="../slideLayouts/slideLayout31.xml"/><Relationship Id="rId18" Type="http://schemas.openxmlformats.org/officeDocument/2006/relationships/slideLayout" Target="../slideLayouts/slideLayout32.xml"/><Relationship Id="rId19" Type="http://schemas.openxmlformats.org/officeDocument/2006/relationships/slideLayout" Target="../slideLayouts/slideLayout33.xml"/><Relationship Id="rId20" Type="http://schemas.openxmlformats.org/officeDocument/2006/relationships/slideLayout" Target="../slideLayouts/slideLayout34.xml"/><Relationship Id="rId21" Type="http://schemas.openxmlformats.org/officeDocument/2006/relationships/slideLayout" Target="../slideLayouts/slideLayout35.xml"/><Relationship Id="rId22" Type="http://schemas.openxmlformats.org/officeDocument/2006/relationships/slideLayout" Target="../slideLayouts/slideLayout36.xml"/><Relationship Id="rId23" Type="http://schemas.openxmlformats.org/officeDocument/2006/relationships/slideLayout" Target="../slideLayouts/slideLayout37.xml"/><Relationship Id="rId24" Type="http://schemas.openxmlformats.org/officeDocument/2006/relationships/slideLayout" Target="../slideLayouts/slideLayout38.xml"/><Relationship Id="rId25" Type="http://schemas.openxmlformats.org/officeDocument/2006/relationships/slideLayout" Target="../slideLayouts/slideLayout39.xml"/><Relationship Id="rId26" Type="http://schemas.openxmlformats.org/officeDocument/2006/relationships/slideLayout" Target="../slideLayouts/slideLayout40.xml"/><Relationship Id="rId27" Type="http://schemas.openxmlformats.org/officeDocument/2006/relationships/slideLayout" Target="../slideLayouts/slideLayout41.xml"/><Relationship Id="rId28" Type="http://schemas.openxmlformats.org/officeDocument/2006/relationships/slideLayout" Target="../slideLayouts/slideLayout42.xml"/><Relationship Id="rId29" Type="http://schemas.openxmlformats.org/officeDocument/2006/relationships/theme" Target="../theme/theme2.xml"/><Relationship Id="rId30" Type="http://schemas.openxmlformats.org/officeDocument/2006/relationships/hyperlink" Target="https://moodle.bolton.ac.uk/course/view.php?id=23108" TargetMode="External"/><Relationship Id="rId31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3E0959-6855-4447-BAEC-D32B47712F07}"/>
              </a:ext>
            </a:extLst>
          </p:cNvPr>
          <p:cNvSpPr txBox="1">
            <a:spLocks/>
          </p:cNvSpPr>
          <p:nvPr userDrawn="1"/>
        </p:nvSpPr>
        <p:spPr>
          <a:xfrm>
            <a:off x="215242" y="6389628"/>
            <a:ext cx="4114800" cy="365125"/>
          </a:xfrm>
          <a:prstGeom prst="rect">
            <a:avLst/>
          </a:prstGeom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100" b="1" noProof="0" dirty="0">
                <a:solidFill>
                  <a:schemeClr val="accent2"/>
                </a:solidFill>
              </a:rPr>
              <a:t>COM7401</a:t>
            </a:r>
            <a:r>
              <a:rPr lang="en-GB" sz="1100" b="1" noProof="0" dirty="0">
                <a:solidFill>
                  <a:srgbClr val="9454C3"/>
                </a:solidFill>
              </a:rPr>
              <a:t> </a:t>
            </a:r>
            <a:r>
              <a:rPr lang="en-GB" sz="1100" b="1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Helvetica Neue"/>
                <a:hlinkClick r:id="rId1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Research Methods</a:t>
            </a:r>
            <a:endParaRPr lang="en-GB" sz="1100" b="1" i="0" dirty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Helvetica Neue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F9A56F2-8AAA-49B3-034C-0A11337F00E3}"/>
              </a:ext>
            </a:extLst>
          </p:cNvPr>
          <p:cNvSpPr txBox="1"/>
          <p:nvPr userDrawn="1"/>
        </p:nvSpPr>
        <p:spPr>
          <a:xfrm>
            <a:off x="5382839" y="6433690"/>
            <a:ext cx="228807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>
                <a:solidFill>
                  <a:schemeClr val="bg1"/>
                </a:solidFill>
                <a:latin typeface="Helvetica Neue"/>
                <a:hlinkClick r:id="rId1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Moodle Page</a:t>
            </a:r>
            <a:endParaRPr lang="en-GB" sz="1200">
              <a:solidFill>
                <a:schemeClr val="bg1"/>
              </a:solidFill>
              <a:latin typeface="Helvetica Neue"/>
            </a:endParaRPr>
          </a:p>
        </p:txBody>
      </p:sp>
      <p:pic>
        <p:nvPicPr>
          <p:cNvPr id="6" name="Picture 5">
            <a:hlinkClick r:id="rId16"/>
            <a:extLst>
              <a:ext uri="{FF2B5EF4-FFF2-40B4-BE49-F238E27FC236}">
                <a16:creationId xmlns:a16="http://schemas.microsoft.com/office/drawing/2014/main" id="{8E68A7DE-B583-DD36-413D-10F7AA7F387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7">
            <a:alphaModFix amt="35000"/>
          </a:blip>
          <a:srcRect r="39275" b="37247"/>
          <a:stretch/>
        </p:blipFill>
        <p:spPr>
          <a:xfrm>
            <a:off x="8077200" y="4200345"/>
            <a:ext cx="4114800" cy="2657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61632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688" r:id="rId3"/>
    <p:sldLayoutId id="2147483681" r:id="rId4"/>
    <p:sldLayoutId id="2147483680" r:id="rId5"/>
    <p:sldLayoutId id="2147483682" r:id="rId6"/>
    <p:sldLayoutId id="2147483677" r:id="rId7"/>
    <p:sldLayoutId id="2147483654" r:id="rId8"/>
    <p:sldLayoutId id="2147483685" r:id="rId9"/>
    <p:sldLayoutId id="2147483684" r:id="rId10"/>
    <p:sldLayoutId id="2147483686" r:id="rId11"/>
    <p:sldLayoutId id="2147483687" r:id="rId12"/>
    <p:sldLayoutId id="2147483675" r:id="rId13"/>
    <p:sldLayoutId id="2147483704" r:id="rId1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266700" indent="-2667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42925" indent="-276225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09625" indent="-2667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076325" indent="-2667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343025" indent="-2667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272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3E0959-6855-4447-BAEC-D32B47712F07}"/>
              </a:ext>
            </a:extLst>
          </p:cNvPr>
          <p:cNvSpPr txBox="1">
            <a:spLocks/>
          </p:cNvSpPr>
          <p:nvPr/>
        </p:nvSpPr>
        <p:spPr>
          <a:xfrm>
            <a:off x="215242" y="6389628"/>
            <a:ext cx="4114800" cy="365125"/>
          </a:xfrm>
          <a:prstGeom prst="rect">
            <a:avLst/>
          </a:prstGeom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100" b="1" noProof="0" dirty="0">
                <a:solidFill>
                  <a:schemeClr val="accent2"/>
                </a:solidFill>
              </a:rPr>
              <a:t>COM7401</a:t>
            </a:r>
            <a:r>
              <a:rPr lang="en-GB" sz="1100" b="1" noProof="0" dirty="0">
                <a:solidFill>
                  <a:srgbClr val="9454C3"/>
                </a:solidFill>
              </a:rPr>
              <a:t> </a:t>
            </a:r>
            <a:r>
              <a:rPr lang="en-GB" sz="1100" b="1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Helvetica Neue"/>
                <a:hlinkClick r:id="rId3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Research Methods</a:t>
            </a:r>
            <a:endParaRPr lang="en-GB" sz="1100" b="1" i="0" dirty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Helvetica Neue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F9A56F2-8AAA-49B3-034C-0A11337F00E3}"/>
              </a:ext>
            </a:extLst>
          </p:cNvPr>
          <p:cNvSpPr txBox="1"/>
          <p:nvPr/>
        </p:nvSpPr>
        <p:spPr>
          <a:xfrm>
            <a:off x="5382839" y="6433690"/>
            <a:ext cx="228807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>
                <a:solidFill>
                  <a:schemeClr val="bg1"/>
                </a:solidFill>
                <a:latin typeface="Helvetica Neue"/>
                <a:hlinkClick r:id="rId3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Moodle Page</a:t>
            </a:r>
            <a:endParaRPr lang="en-GB" sz="1200">
              <a:solidFill>
                <a:schemeClr val="bg1"/>
              </a:solidFill>
              <a:latin typeface="Helvetica Neue"/>
            </a:endParaRPr>
          </a:p>
        </p:txBody>
      </p:sp>
      <p:pic>
        <p:nvPicPr>
          <p:cNvPr id="6" name="Picture 5">
            <a:hlinkClick r:id="rId30"/>
            <a:extLst>
              <a:ext uri="{FF2B5EF4-FFF2-40B4-BE49-F238E27FC236}">
                <a16:creationId xmlns:a16="http://schemas.microsoft.com/office/drawing/2014/main" id="{8E68A7DE-B583-DD36-413D-10F7AA7F3877}"/>
              </a:ext>
            </a:extLst>
          </p:cNvPr>
          <p:cNvPicPr>
            <a:picLocks noChangeAspect="1"/>
          </p:cNvPicPr>
          <p:nvPr/>
        </p:nvPicPr>
        <p:blipFill rotWithShape="1">
          <a:blip r:embed="rId31">
            <a:alphaModFix amt="35000"/>
          </a:blip>
          <a:srcRect r="39275" b="37247"/>
          <a:stretch/>
        </p:blipFill>
        <p:spPr>
          <a:xfrm>
            <a:off x="8077200" y="4200345"/>
            <a:ext cx="4114800" cy="2657655"/>
          </a:xfrm>
          <a:prstGeom prst="rect">
            <a:avLst/>
          </a:prstGeom>
        </p:spPr>
      </p:pic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94CA3EC1-26DA-C60F-3E7B-54795CFBAC85}"/>
              </a:ext>
            </a:extLst>
          </p:cNvPr>
          <p:cNvSpPr txBox="1">
            <a:spLocks/>
          </p:cNvSpPr>
          <p:nvPr userDrawn="1"/>
        </p:nvSpPr>
        <p:spPr>
          <a:xfrm>
            <a:off x="215242" y="6389628"/>
            <a:ext cx="4114800" cy="365125"/>
          </a:xfrm>
          <a:prstGeom prst="rect">
            <a:avLst/>
          </a:prstGeom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100" b="1" noProof="0" dirty="0">
                <a:solidFill>
                  <a:schemeClr val="accent2"/>
                </a:solidFill>
              </a:rPr>
              <a:t>COM7401</a:t>
            </a:r>
            <a:r>
              <a:rPr lang="en-GB" sz="1100" b="1" noProof="0" dirty="0">
                <a:solidFill>
                  <a:srgbClr val="9454C3"/>
                </a:solidFill>
              </a:rPr>
              <a:t> </a:t>
            </a:r>
            <a:r>
              <a:rPr lang="en-GB" sz="1100" b="1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Helvetica Neue"/>
                <a:hlinkClick r:id="rId3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Research Methods</a:t>
            </a:r>
            <a:endParaRPr lang="en-GB" sz="1100" b="1" i="0" dirty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Helvetica Neue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DD4755C-F02F-1E14-47EF-91EA16DAF6B6}"/>
              </a:ext>
            </a:extLst>
          </p:cNvPr>
          <p:cNvSpPr txBox="1"/>
          <p:nvPr userDrawn="1"/>
        </p:nvSpPr>
        <p:spPr>
          <a:xfrm>
            <a:off x="5382839" y="6433690"/>
            <a:ext cx="228807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>
                <a:solidFill>
                  <a:schemeClr val="bg1"/>
                </a:solidFill>
                <a:latin typeface="Helvetica Neue"/>
                <a:hlinkClick r:id="rId3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Moodle Page</a:t>
            </a:r>
            <a:endParaRPr lang="en-GB" sz="1200">
              <a:solidFill>
                <a:schemeClr val="bg1"/>
              </a:solidFill>
              <a:latin typeface="Helvetica Neue"/>
            </a:endParaRPr>
          </a:p>
        </p:txBody>
      </p:sp>
      <p:pic>
        <p:nvPicPr>
          <p:cNvPr id="7" name="Picture 6">
            <a:hlinkClick r:id="rId30"/>
            <a:extLst>
              <a:ext uri="{FF2B5EF4-FFF2-40B4-BE49-F238E27FC236}">
                <a16:creationId xmlns:a16="http://schemas.microsoft.com/office/drawing/2014/main" id="{314EDD93-667C-6B79-9896-AB233E43041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1">
            <a:alphaModFix amt="35000"/>
          </a:blip>
          <a:srcRect r="39275" b="37247"/>
          <a:stretch/>
        </p:blipFill>
        <p:spPr>
          <a:xfrm>
            <a:off x="8077200" y="4200345"/>
            <a:ext cx="4114800" cy="2657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73405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  <p:sldLayoutId id="2147483707" r:id="rId2"/>
    <p:sldLayoutId id="2147483708" r:id="rId3"/>
    <p:sldLayoutId id="2147483709" r:id="rId4"/>
    <p:sldLayoutId id="2147483710" r:id="rId5"/>
    <p:sldLayoutId id="2147483711" r:id="rId6"/>
    <p:sldLayoutId id="2147483712" r:id="rId7"/>
    <p:sldLayoutId id="2147483713" r:id="rId8"/>
    <p:sldLayoutId id="2147483714" r:id="rId9"/>
    <p:sldLayoutId id="2147483715" r:id="rId10"/>
    <p:sldLayoutId id="2147483716" r:id="rId11"/>
    <p:sldLayoutId id="2147483717" r:id="rId12"/>
    <p:sldLayoutId id="2147483718" r:id="rId13"/>
    <p:sldLayoutId id="2147483720" r:id="rId14"/>
    <p:sldLayoutId id="2147483721" r:id="rId15"/>
    <p:sldLayoutId id="2147483722" r:id="rId16"/>
    <p:sldLayoutId id="2147483723" r:id="rId17"/>
    <p:sldLayoutId id="2147483724" r:id="rId18"/>
    <p:sldLayoutId id="2147483725" r:id="rId19"/>
    <p:sldLayoutId id="2147483726" r:id="rId20"/>
    <p:sldLayoutId id="2147483727" r:id="rId21"/>
    <p:sldLayoutId id="2147483728" r:id="rId22"/>
    <p:sldLayoutId id="2147483729" r:id="rId23"/>
    <p:sldLayoutId id="2147483730" r:id="rId24"/>
    <p:sldLayoutId id="2147483731" r:id="rId25"/>
    <p:sldLayoutId id="2147483732" r:id="rId26"/>
    <p:sldLayoutId id="2147483733" r:id="rId27"/>
    <p:sldLayoutId id="2147483734" r:id="rId28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266700" indent="-2667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42925" indent="-276225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09625" indent="-2667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076325" indent="-2667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343025" indent="-2667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272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e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jpg"/><Relationship Id="rId4" Type="http://schemas.openxmlformats.org/officeDocument/2006/relationships/hyperlink" Target="https://www.vecteezy.com/vector-art/11431565-aim-achievement-business-motivation-finance-target-solution-searching-goals-and-objectives-business-grow-business-plan-goal-setting-concept" TargetMode="Externa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7.jpg"/><Relationship Id="rId3" Type="http://schemas.openxmlformats.org/officeDocument/2006/relationships/hyperlink" Target="https://wallpaperaccess.com/funny-science" TargetMode="External"/><Relationship Id="rId4" Type="http://schemas.openxmlformats.org/officeDocument/2006/relationships/image" Target="../media/image18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9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0.jpg"/><Relationship Id="rId4" Type="http://schemas.openxmlformats.org/officeDocument/2006/relationships/hyperlink" Target="http://culturefit.com/developing-2016-trends-computer-sciences-bradley-university/" TargetMode="Externa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Hexagon 5">
            <a:extLst>
              <a:ext uri="{FF2B5EF4-FFF2-40B4-BE49-F238E27FC236}">
                <a16:creationId xmlns:a16="http://schemas.microsoft.com/office/drawing/2014/main" id="{38AF5374-EA50-4722-BB45-6C182E5A16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166402" y="903484"/>
            <a:ext cx="5859196" cy="5051033"/>
          </a:xfrm>
          <a:prstGeom prst="hexagon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/>
              <a:ea typeface="+mn-ea"/>
              <a:cs typeface="+mn-cs"/>
            </a:endParaRPr>
          </a:p>
        </p:txBody>
      </p:sp>
      <p:pic>
        <p:nvPicPr>
          <p:cNvPr id="13" name="Picture Placeholder 12" descr="Blue glass building">
            <a:extLst>
              <a:ext uri="{FF2B5EF4-FFF2-40B4-BE49-F238E27FC236}">
                <a16:creationId xmlns:a16="http://schemas.microsoft.com/office/drawing/2014/main" id="{E6A5B61D-69C0-4661-AD66-3D72D9A6E86F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>
            <a:alphaModFix amt="80000"/>
          </a:blip>
          <a:srcRect t="7802" b="7802"/>
          <a:stretch/>
        </p:blipFill>
        <p:spPr>
          <a:blipFill dpi="0" rotWithShape="1"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E6DF5064-7AAC-4887-9BD5-FB6BC40A676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969164" y="5646852"/>
            <a:ext cx="3222836" cy="1168530"/>
          </a:xfrm>
        </p:spPr>
        <p:txBody>
          <a:bodyPr rtlCol="0"/>
          <a:lstStyle/>
          <a:p>
            <a:pPr rtl="0"/>
            <a:r>
              <a:rPr lang="en-GB" dirty="0"/>
              <a:t>Zoom 3</a:t>
            </a:r>
          </a:p>
        </p:txBody>
      </p:sp>
      <p:sp>
        <p:nvSpPr>
          <p:cNvPr id="21" name="Hexagon 20">
            <a:extLst>
              <a:ext uri="{FF2B5EF4-FFF2-40B4-BE49-F238E27FC236}">
                <a16:creationId xmlns:a16="http://schemas.microsoft.com/office/drawing/2014/main" id="{35FAA64B-9D7A-4109-97E0-B0BAA29C47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974278" y="5753530"/>
            <a:ext cx="651613" cy="561736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/>
              <a:ea typeface="+mn-ea"/>
              <a:cs typeface="+mn-cs"/>
            </a:endParaRPr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00A0E61B-8139-47E5-862B-C6D87AFF35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255521" y="2751804"/>
            <a:ext cx="785546" cy="677196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/>
              <a:ea typeface="+mn-ea"/>
              <a:cs typeface="+mn-cs"/>
            </a:endParaRPr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B06F39E4-24A5-44F2-BD9A-7E8C8AF277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021783" y="671564"/>
            <a:ext cx="392774" cy="33859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/>
              <a:ea typeface="+mn-ea"/>
              <a:cs typeface="+mn-cs"/>
            </a:endParaRPr>
          </a:p>
        </p:txBody>
      </p:sp>
      <p:sp>
        <p:nvSpPr>
          <p:cNvPr id="2" name="Hexagon 1">
            <a:extLst>
              <a:ext uri="{FF2B5EF4-FFF2-40B4-BE49-F238E27FC236}">
                <a16:creationId xmlns:a16="http://schemas.microsoft.com/office/drawing/2014/main" id="{62F7433A-0BB9-4B38-A96F-AB1B77772B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035398" y="3344350"/>
            <a:ext cx="196388" cy="169300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/>
              <a:ea typeface="+mn-ea"/>
              <a:cs typeface="+mn-cs"/>
            </a:endParaRP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BD837CEB-1A69-4F72-95D4-054D82F096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33592" y="2480689"/>
            <a:ext cx="8584027" cy="1695637"/>
          </a:xfrm>
        </p:spPr>
        <p:txBody>
          <a:bodyPr rtlCol="0"/>
          <a:lstStyle/>
          <a:p>
            <a:pPr algn="ctr"/>
            <a:r>
              <a:rPr lang="en-GB" dirty="0"/>
              <a:t>COM7401 Research Methods</a:t>
            </a:r>
            <a:br>
              <a:rPr lang="en-GB" dirty="0"/>
            </a:br>
            <a:br>
              <a:rPr lang="en-GB" dirty="0"/>
            </a:br>
            <a:r>
              <a:rPr lang="en-GB" sz="4800" dirty="0"/>
              <a:t>Tools for Analysis, Referencing and AI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659930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Placeholder 10">
            <a:extLst>
              <a:ext uri="{FF2B5EF4-FFF2-40B4-BE49-F238E27FC236}">
                <a16:creationId xmlns:a16="http://schemas.microsoft.com/office/drawing/2014/main" id="{1CE2008D-DBCE-465F-90DA-B28A4E525131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rcRect l="18439" t="3605" r="12155" b="-3605"/>
          <a:stretch/>
        </p:blipFill>
        <p:spPr>
          <a:xfrm>
            <a:off x="5733416" y="624239"/>
            <a:ext cx="5855754" cy="5631571"/>
          </a:xfrm>
          <a:noFill/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21C28F5-3CA3-4B78-B5C9-550C00BB317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737510" cy="3560763"/>
          </a:xfrm>
        </p:spPr>
        <p:txBody>
          <a:bodyPr rtlCol="0">
            <a:normAutofit/>
          </a:bodyPr>
          <a:lstStyle/>
          <a:p>
            <a:pPr rtl="0">
              <a:lnSpc>
                <a:spcPct val="140000"/>
              </a:lnSpc>
            </a:pPr>
            <a:r>
              <a:rPr lang="en-GB" sz="1800" dirty="0"/>
              <a:t>See the main tools used to analyse quantitative and qualitative data</a:t>
            </a:r>
            <a:endParaRPr lang="en-US" sz="1700" dirty="0"/>
          </a:p>
          <a:p>
            <a:pPr rtl="0">
              <a:lnSpc>
                <a:spcPct val="140000"/>
              </a:lnSpc>
            </a:pPr>
            <a:r>
              <a:rPr lang="en-GB" sz="1800" dirty="0"/>
              <a:t>See how a reference manager protects your writing marks</a:t>
            </a:r>
            <a:endParaRPr lang="en-US" sz="1700" dirty="0"/>
          </a:p>
          <a:p>
            <a:pPr rtl="0">
              <a:lnSpc>
                <a:spcPct val="140000"/>
              </a:lnSpc>
            </a:pPr>
            <a:r>
              <a:rPr lang="en-GB" sz="1800" dirty="0"/>
              <a:t>State exactly what generative AI may and may not do in this portfolio</a:t>
            </a:r>
            <a:endParaRPr lang="en-US" sz="1700" dirty="0"/>
          </a:p>
          <a:p>
            <a:pPr rtl="0">
              <a:lnSpc>
                <a:spcPct val="140000"/>
              </a:lnSpc>
            </a:pPr>
            <a:r>
              <a:rPr lang="en-GB" sz="1800" dirty="0"/>
              <a:t>Decide which tools you will use and declare them</a:t>
            </a:r>
            <a:endParaRPr lang="en-US" sz="1700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FEF304F5-32C5-4869-B185-859B56785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</p:spPr>
        <p:txBody>
          <a:bodyPr rtlCol="0">
            <a:normAutofit/>
          </a:bodyPr>
          <a:lstStyle/>
          <a:p>
            <a:pPr rtl="0"/>
            <a:r>
              <a:rPr lang="en-GB" sz="2600"/>
              <a:t>By the end of the session, you should be able to…</a:t>
            </a:r>
          </a:p>
        </p:txBody>
      </p:sp>
    </p:spTree>
    <p:extLst>
      <p:ext uri="{BB962C8B-B14F-4D97-AF65-F5344CB8AC3E}">
        <p14:creationId xmlns:p14="http://schemas.microsoft.com/office/powerpoint/2010/main" val="96568138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D40FB369-654E-689F-059B-8EDE18627CC7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30C1D0E0-1A33-E61C-6285-DCE942B4F6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21291" y="1898030"/>
            <a:ext cx="3924935" cy="1695637"/>
          </a:xfrm>
        </p:spPr>
        <p:txBody>
          <a:bodyPr>
            <a:noAutofit/>
          </a:bodyPr>
          <a:lstStyle/>
          <a:p>
            <a:r>
              <a:rPr lang="en-GB" dirty="0"/>
              <a:t>From this point on…you’re a scientific  researcher!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C7336734-6E1B-86C1-1C89-0DF6BC77D00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099124" y="985096"/>
            <a:ext cx="3924934" cy="490538"/>
          </a:xfrm>
        </p:spPr>
        <p:txBody>
          <a:bodyPr/>
          <a:lstStyle/>
          <a:p>
            <a:r>
              <a:rPr lang="en-US" dirty="0"/>
              <a:t>Congratulations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CC0C9F82-91C8-08F9-00DA-6E459334C7A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061591" y="4816192"/>
            <a:ext cx="3222836" cy="1168530"/>
          </a:xfrm>
        </p:spPr>
        <p:txBody>
          <a:bodyPr/>
          <a:lstStyle/>
          <a:p>
            <a:r>
              <a:rPr lang="en-US" dirty="0"/>
              <a:t>Mad or otherwise 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3C5B108-6B9D-49AD-A45B-8580196750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9592" y="58338"/>
            <a:ext cx="5234966" cy="6741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943888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414EB77E-0C3E-FCCA-E05D-971D1F91150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429" r="-3" b="1397"/>
          <a:stretch/>
        </p:blipFill>
        <p:spPr>
          <a:xfrm>
            <a:off x="5733416" y="624239"/>
            <a:ext cx="5855754" cy="5631571"/>
          </a:xfrm>
          <a:custGeom>
            <a:avLst/>
            <a:gdLst>
              <a:gd name="connsiteX0" fmla="*/ 3433020 w 5855754"/>
              <a:gd name="connsiteY0" fmla="*/ 786103 h 5631571"/>
              <a:gd name="connsiteX1" fmla="*/ 5855754 w 5855754"/>
              <a:gd name="connsiteY1" fmla="*/ 3208837 h 5631571"/>
              <a:gd name="connsiteX2" fmla="*/ 3433020 w 5855754"/>
              <a:gd name="connsiteY2" fmla="*/ 5631571 h 5631571"/>
              <a:gd name="connsiteX3" fmla="*/ 1010286 w 5855754"/>
              <a:gd name="connsiteY3" fmla="*/ 3208837 h 5631571"/>
              <a:gd name="connsiteX4" fmla="*/ 3433020 w 5855754"/>
              <a:gd name="connsiteY4" fmla="*/ 786103 h 5631571"/>
              <a:gd name="connsiteX5" fmla="*/ 828675 w 5855754"/>
              <a:gd name="connsiteY5" fmla="*/ 0 h 5631571"/>
              <a:gd name="connsiteX6" fmla="*/ 1657350 w 5855754"/>
              <a:gd name="connsiteY6" fmla="*/ 828675 h 5631571"/>
              <a:gd name="connsiteX7" fmla="*/ 828675 w 5855754"/>
              <a:gd name="connsiteY7" fmla="*/ 1657350 h 5631571"/>
              <a:gd name="connsiteX8" fmla="*/ 0 w 5855754"/>
              <a:gd name="connsiteY8" fmla="*/ 828675 h 5631571"/>
              <a:gd name="connsiteX9" fmla="*/ 828675 w 5855754"/>
              <a:gd name="connsiteY9" fmla="*/ 0 h 5631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55754" h="5631571">
                <a:moveTo>
                  <a:pt x="3433020" y="786103"/>
                </a:moveTo>
                <a:cubicBezTo>
                  <a:pt x="4771059" y="786103"/>
                  <a:pt x="5855754" y="1870798"/>
                  <a:pt x="5855754" y="3208837"/>
                </a:cubicBezTo>
                <a:cubicBezTo>
                  <a:pt x="5855754" y="4546876"/>
                  <a:pt x="4771059" y="5631571"/>
                  <a:pt x="3433020" y="5631571"/>
                </a:cubicBezTo>
                <a:cubicBezTo>
                  <a:pt x="2094981" y="5631571"/>
                  <a:pt x="1010286" y="4546876"/>
                  <a:pt x="1010286" y="3208837"/>
                </a:cubicBezTo>
                <a:cubicBezTo>
                  <a:pt x="1010286" y="1870798"/>
                  <a:pt x="2094981" y="786103"/>
                  <a:pt x="3433020" y="786103"/>
                </a:cubicBezTo>
                <a:close/>
                <a:moveTo>
                  <a:pt x="828675" y="0"/>
                </a:moveTo>
                <a:cubicBezTo>
                  <a:pt x="1286340" y="0"/>
                  <a:pt x="1657350" y="371010"/>
                  <a:pt x="1657350" y="828675"/>
                </a:cubicBezTo>
                <a:cubicBezTo>
                  <a:pt x="1657350" y="1286340"/>
                  <a:pt x="1286340" y="1657350"/>
                  <a:pt x="828675" y="1657350"/>
                </a:cubicBezTo>
                <a:cubicBezTo>
                  <a:pt x="371010" y="1657350"/>
                  <a:pt x="0" y="1286340"/>
                  <a:pt x="0" y="828675"/>
                </a:cubicBezTo>
                <a:cubicBezTo>
                  <a:pt x="0" y="371010"/>
                  <a:pt x="371010" y="0"/>
                  <a:pt x="828675" y="0"/>
                </a:cubicBezTo>
                <a:close/>
              </a:path>
            </a:pathLst>
          </a:custGeom>
          <a:noFill/>
        </p:spPr>
      </p:pic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5008B246-BC91-8BA6-FD45-2FA834E18CA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</p:spPr>
        <p:txBody>
          <a:bodyPr/>
          <a:lstStyle/>
          <a:p>
            <a:r>
              <a:rPr lang="en-US" dirty="0"/>
              <a:t>Tool plan</a:t>
            </a:r>
          </a:p>
          <a:p>
            <a:r>
              <a:rPr lang="en-US" dirty="0"/>
              <a:t>In the form: tick the tools you plan to use for analysis, referencing and writing support, and say how you will declare them.</a:t>
            </a:r>
          </a:p>
        </p:txBody>
      </p:sp>
      <p:sp>
        <p:nvSpPr>
          <p:cNvPr id="16" name="Title 2">
            <a:extLst>
              <a:ext uri="{FF2B5EF4-FFF2-40B4-BE49-F238E27FC236}">
                <a16:creationId xmlns:a16="http://schemas.microsoft.com/office/drawing/2014/main" id="{9109154A-ED81-F668-8C52-27D453698B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</p:spPr>
        <p:txBody>
          <a:bodyPr>
            <a:normAutofit/>
          </a:bodyPr>
          <a:lstStyle/>
          <a:p>
            <a:r>
              <a:rPr lang="en-US" sz="2600" dirty="0"/>
              <a:t>Exit ticket</a:t>
            </a:r>
          </a:p>
        </p:txBody>
      </p:sp>
    </p:spTree>
    <p:extLst>
      <p:ext uri="{BB962C8B-B14F-4D97-AF65-F5344CB8AC3E}">
        <p14:creationId xmlns:p14="http://schemas.microsoft.com/office/powerpoint/2010/main" val="189101980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Placeholder 8">
            <a:extLst>
              <a:ext uri="{FF2B5EF4-FFF2-40B4-BE49-F238E27FC236}">
                <a16:creationId xmlns:a16="http://schemas.microsoft.com/office/drawing/2014/main" id="{2EC47CED-7A85-4080-9C7C-3921E48924A7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rcRect t="7746" b="7746"/>
          <a:stretch/>
        </p:blipFill>
        <p:spPr>
          <a:xfrm>
            <a:off x="20" y="10"/>
            <a:ext cx="12191980" cy="6857990"/>
          </a:xfrm>
          <a:custGeom>
            <a:avLst/>
            <a:gdLst>
              <a:gd name="connsiteX0" fmla="*/ 3354105 w 5542598"/>
              <a:gd name="connsiteY0" fmla="*/ 4359376 h 5611666"/>
              <a:gd name="connsiteX1" fmla="*/ 3980250 w 5542598"/>
              <a:gd name="connsiteY1" fmla="*/ 4985521 h 5611666"/>
              <a:gd name="connsiteX2" fmla="*/ 3354105 w 5542598"/>
              <a:gd name="connsiteY2" fmla="*/ 5611666 h 5611666"/>
              <a:gd name="connsiteX3" fmla="*/ 2727960 w 5542598"/>
              <a:gd name="connsiteY3" fmla="*/ 4985521 h 5611666"/>
              <a:gd name="connsiteX4" fmla="*/ 3354105 w 5542598"/>
              <a:gd name="connsiteY4" fmla="*/ 4359376 h 5611666"/>
              <a:gd name="connsiteX5" fmla="*/ 1592580 w 5542598"/>
              <a:gd name="connsiteY5" fmla="*/ 1430357 h 5611666"/>
              <a:gd name="connsiteX6" fmla="*/ 3185160 w 5542598"/>
              <a:gd name="connsiteY6" fmla="*/ 3022937 h 5611666"/>
              <a:gd name="connsiteX7" fmla="*/ 1592580 w 5542598"/>
              <a:gd name="connsiteY7" fmla="*/ 4615517 h 5611666"/>
              <a:gd name="connsiteX8" fmla="*/ 0 w 5542598"/>
              <a:gd name="connsiteY8" fmla="*/ 3022937 h 5611666"/>
              <a:gd name="connsiteX9" fmla="*/ 1592580 w 5542598"/>
              <a:gd name="connsiteY9" fmla="*/ 1430357 h 5611666"/>
              <a:gd name="connsiteX10" fmla="*/ 4230267 w 5542598"/>
              <a:gd name="connsiteY10" fmla="*/ 0 h 5611666"/>
              <a:gd name="connsiteX11" fmla="*/ 5542598 w 5542598"/>
              <a:gd name="connsiteY11" fmla="*/ 1312331 h 5611666"/>
              <a:gd name="connsiteX12" fmla="*/ 4230267 w 5542598"/>
              <a:gd name="connsiteY12" fmla="*/ 2624662 h 5611666"/>
              <a:gd name="connsiteX13" fmla="*/ 2917936 w 5542598"/>
              <a:gd name="connsiteY13" fmla="*/ 1312331 h 5611666"/>
              <a:gd name="connsiteX14" fmla="*/ 4230267 w 5542598"/>
              <a:gd name="connsiteY14" fmla="*/ 0 h 5611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5542598" h="5611666">
                <a:moveTo>
                  <a:pt x="3354105" y="4359376"/>
                </a:moveTo>
                <a:cubicBezTo>
                  <a:pt x="3699915" y="4359376"/>
                  <a:pt x="3980250" y="4639711"/>
                  <a:pt x="3980250" y="4985521"/>
                </a:cubicBezTo>
                <a:cubicBezTo>
                  <a:pt x="3980250" y="5331331"/>
                  <a:pt x="3699915" y="5611666"/>
                  <a:pt x="3354105" y="5611666"/>
                </a:cubicBezTo>
                <a:cubicBezTo>
                  <a:pt x="3008295" y="5611666"/>
                  <a:pt x="2727960" y="5331331"/>
                  <a:pt x="2727960" y="4985521"/>
                </a:cubicBezTo>
                <a:cubicBezTo>
                  <a:pt x="2727960" y="4639711"/>
                  <a:pt x="3008295" y="4359376"/>
                  <a:pt x="3354105" y="4359376"/>
                </a:cubicBezTo>
                <a:close/>
                <a:moveTo>
                  <a:pt x="1592580" y="1430357"/>
                </a:moveTo>
                <a:cubicBezTo>
                  <a:pt x="2472138" y="1430357"/>
                  <a:pt x="3185160" y="2143379"/>
                  <a:pt x="3185160" y="3022937"/>
                </a:cubicBezTo>
                <a:cubicBezTo>
                  <a:pt x="3185160" y="3902495"/>
                  <a:pt x="2472138" y="4615517"/>
                  <a:pt x="1592580" y="4615517"/>
                </a:cubicBezTo>
                <a:cubicBezTo>
                  <a:pt x="713022" y="4615517"/>
                  <a:pt x="0" y="3902495"/>
                  <a:pt x="0" y="3022937"/>
                </a:cubicBezTo>
                <a:cubicBezTo>
                  <a:pt x="0" y="2143379"/>
                  <a:pt x="713022" y="1430357"/>
                  <a:pt x="1592580" y="1430357"/>
                </a:cubicBezTo>
                <a:close/>
                <a:moveTo>
                  <a:pt x="4230267" y="0"/>
                </a:moveTo>
                <a:cubicBezTo>
                  <a:pt x="4955047" y="0"/>
                  <a:pt x="5542598" y="587551"/>
                  <a:pt x="5542598" y="1312331"/>
                </a:cubicBezTo>
                <a:cubicBezTo>
                  <a:pt x="5542598" y="2037111"/>
                  <a:pt x="4955047" y="2624662"/>
                  <a:pt x="4230267" y="2624662"/>
                </a:cubicBezTo>
                <a:cubicBezTo>
                  <a:pt x="3505487" y="2624662"/>
                  <a:pt x="2917936" y="2037111"/>
                  <a:pt x="2917936" y="1312331"/>
                </a:cubicBezTo>
                <a:cubicBezTo>
                  <a:pt x="2917936" y="587551"/>
                  <a:pt x="3505487" y="0"/>
                  <a:pt x="4230267" y="0"/>
                </a:cubicBezTo>
                <a:close/>
              </a:path>
            </a:pathLst>
          </a:custGeom>
          <a:noFill/>
        </p:spPr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3BCC5C9-D87D-55FC-86B8-0613C32EE26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154609" y="6201251"/>
            <a:ext cx="3924934" cy="490538"/>
          </a:xfrm>
        </p:spPr>
        <p:txBody>
          <a:bodyPr>
            <a:normAutofit/>
          </a:bodyPr>
          <a:lstStyle/>
          <a:p>
            <a:r>
              <a:rPr lang="en-GB" dirty="0"/>
              <a:t>Or answers ?</a:t>
            </a:r>
          </a:p>
        </p:txBody>
      </p:sp>
      <p:sp>
        <p:nvSpPr>
          <p:cNvPr id="25" name="Title 3">
            <a:extLst>
              <a:ext uri="{FF2B5EF4-FFF2-40B4-BE49-F238E27FC236}">
                <a16:creationId xmlns:a16="http://schemas.microsoft.com/office/drawing/2014/main" id="{0EB3CC0A-22A0-5855-9B31-36F6CFB0B2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2148" y="287293"/>
            <a:ext cx="3924934" cy="1695637"/>
          </a:xfrm>
        </p:spPr>
        <p:txBody>
          <a:bodyPr/>
          <a:lstStyle/>
          <a:p>
            <a:r>
              <a:rPr lang="en-US" dirty="0"/>
              <a:t>Questions??</a:t>
            </a:r>
          </a:p>
        </p:txBody>
      </p:sp>
    </p:spTree>
    <p:extLst>
      <p:ext uri="{BB962C8B-B14F-4D97-AF65-F5344CB8AC3E}">
        <p14:creationId xmlns:p14="http://schemas.microsoft.com/office/powerpoint/2010/main" val="2793046589"/>
      </p:ext>
    </p:extLst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400"/>
              <a:t>Plan for the hour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22960" y="1783080"/>
          <a:ext cx="10515600" cy="3520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8686800"/>
              </a:tblGrid>
              <a:tr h="502920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</a:rPr>
                        <a:t>Time</a:t>
                      </a:r>
                    </a:p>
                  </a:txBody>
                  <a:tcPr marL="73152" marR="73152" marT="36576" marB="36576" anchor="ctr">
                    <a:solidFill>
                      <a:srgbClr val="1A3B7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</a:rPr>
                        <a:t>Block</a:t>
                      </a:r>
                    </a:p>
                  </a:txBody>
                  <a:tcPr marL="73152" marR="73152" marT="36576" marB="36576" anchor="ctr">
                    <a:solidFill>
                      <a:srgbClr val="1A3B70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26324A"/>
                          </a:solidFill>
                        </a:rPr>
                        <a:t>12 min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26324A"/>
                          </a:solidFill>
                        </a:rPr>
                        <a:t>Quantitative analysis tools: a live worked example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26324A"/>
                          </a:solidFill>
                        </a:rPr>
                        <a:t>10 min</a:t>
                      </a:r>
                    </a:p>
                  </a:txBody>
                  <a:tcPr marL="73152" marR="73152" marT="36576" marB="36576" anchor="ctr">
                    <a:solidFill>
                      <a:srgbClr val="E4EC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26324A"/>
                          </a:solidFill>
                        </a:rPr>
                        <a:t>Qualitative coding tools and manual coding</a:t>
                      </a:r>
                    </a:p>
                  </a:txBody>
                  <a:tcPr marL="73152" marR="73152" marT="36576" marB="36576" anchor="ctr">
                    <a:solidFill>
                      <a:srgbClr val="E4ECF8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26324A"/>
                          </a:solidFill>
                        </a:rPr>
                        <a:t>8 min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26324A"/>
                          </a:solidFill>
                        </a:rPr>
                        <a:t>Referencing tools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26324A"/>
                          </a:solidFill>
                        </a:rPr>
                        <a:t>10 min</a:t>
                      </a:r>
                    </a:p>
                  </a:txBody>
                  <a:tcPr marL="73152" marR="73152" marT="36576" marB="36576" anchor="ctr">
                    <a:solidFill>
                      <a:srgbClr val="E4EC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26324A"/>
                          </a:solidFill>
                        </a:rPr>
                        <a:t>Generative AI: the rules and the declaration</a:t>
                      </a:r>
                    </a:p>
                  </a:txBody>
                  <a:tcPr marL="73152" marR="73152" marT="36576" marB="36576" anchor="ctr">
                    <a:solidFill>
                      <a:srgbClr val="E4ECF8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26324A"/>
                          </a:solidFill>
                        </a:rPr>
                        <a:t>15 min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26324A"/>
                          </a:solidFill>
                        </a:rPr>
                        <a:t>Questions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26324A"/>
                          </a:solidFill>
                        </a:rPr>
                        <a:t>5 min</a:t>
                      </a:r>
                    </a:p>
                  </a:txBody>
                  <a:tcPr marL="73152" marR="73152" marT="36576" marB="36576" anchor="ctr">
                    <a:solidFill>
                      <a:srgbClr val="E4EC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26324A"/>
                          </a:solidFill>
                        </a:rPr>
                        <a:t>Exit ticket: your tool plan</a:t>
                      </a:r>
                    </a:p>
                  </a:txBody>
                  <a:tcPr marL="73152" marR="73152" marT="36576" marB="36576" anchor="ctr">
                    <a:solidFill>
                      <a:srgbClr val="E4EC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400"/>
              <a:t>Quantitative tools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22960" y="1783080"/>
          <a:ext cx="10515600" cy="3429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6858000"/>
              </a:tblGrid>
              <a:tr h="68580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Tool</a:t>
                      </a:r>
                    </a:p>
                  </a:txBody>
                  <a:tcPr marL="73152" marR="73152" marT="36576" marB="36576" anchor="ctr">
                    <a:solidFill>
                      <a:srgbClr val="1A3B7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Use it when…</a:t>
                      </a:r>
                    </a:p>
                  </a:txBody>
                  <a:tcPr marL="73152" marR="73152" marT="36576" marB="36576" anchor="ctr">
                    <a:solidFill>
                      <a:srgbClr val="1A3B70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26324A"/>
                          </a:solidFill>
                        </a:rPr>
                        <a:t>Spreadsheet (Excel, Google Sheets)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6324A"/>
                          </a:solidFill>
                        </a:rPr>
                        <a:t>The dataset is small and you need quick summaries and charts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26324A"/>
                          </a:solidFill>
                        </a:rPr>
                        <a:t>jamovi or SPSS</a:t>
                      </a:r>
                    </a:p>
                  </a:txBody>
                  <a:tcPr marL="73152" marR="73152" marT="36576" marB="36576" anchor="ctr">
                    <a:solidFill>
                      <a:srgbClr val="E4EC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6324A"/>
                          </a:solidFill>
                        </a:rPr>
                        <a:t>You want tests and models through menus</a:t>
                      </a:r>
                    </a:p>
                  </a:txBody>
                  <a:tcPr marL="73152" marR="73152" marT="36576" marB="36576" anchor="ctr">
                    <a:solidFill>
                      <a:srgbClr val="E4ECF8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26324A"/>
                          </a:solidFill>
                        </a:rPr>
                        <a:t>R or Python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6324A"/>
                          </a:solidFill>
                        </a:rPr>
                        <a:t>The data are large or messy, or the analysis must be repeatable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26324A"/>
                          </a:solidFill>
                        </a:rPr>
                        <a:t>Tableau or Power BI</a:t>
                      </a:r>
                    </a:p>
                  </a:txBody>
                  <a:tcPr marL="73152" marR="73152" marT="36576" marB="36576" anchor="ctr">
                    <a:solidFill>
                      <a:srgbClr val="E4EC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6324A"/>
                          </a:solidFill>
                        </a:rPr>
                        <a:t>The point is exploring and presenting patterns</a:t>
                      </a:r>
                    </a:p>
                  </a:txBody>
                  <a:tcPr marL="73152" marR="73152" marT="36576" marB="36576" anchor="ctr">
                    <a:solidFill>
                      <a:srgbClr val="E4ECF8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822960" y="5486400"/>
            <a:ext cx="8595360" cy="685800"/>
          </a:xfrm>
          <a:prstGeom prst="rect">
            <a:avLst/>
          </a:prstGeom>
          <a:solidFill>
            <a:srgbClr val="E4E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73152" tIns="36576" bIns="36576"/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11224E"/>
                </a:solidFill>
              </a:rPr>
              <a:t>Live example: load a small dataset, describe it, plot it, then test one relationship.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5486400"/>
            <a:ext cx="109728" cy="685800"/>
          </a:xfrm>
          <a:prstGeom prst="rect">
            <a:avLst/>
          </a:prstGeom>
          <a:solidFill>
            <a:srgbClr val="FA6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400"/>
              <a:t>What to show in your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83080"/>
            <a:ext cx="10515600" cy="34747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 marL="256032" indent="-256032">
              <a:spcAft>
                <a:spcPts val="1000"/>
              </a:spcAft>
              <a:buChar char="•"/>
            </a:pPr>
            <a:r>
              <a:rPr sz="2200" b="0" i="0">
                <a:solidFill>
                  <a:srgbClr val="26324A"/>
                </a:solidFill>
              </a:rPr>
              <a:t>Name the technique and why it suits your data and question</a:t>
            </a:r>
          </a:p>
          <a:p>
            <a:pPr algn="l" marL="256032" indent="-256032">
              <a:spcAft>
                <a:spcPts val="1000"/>
              </a:spcAft>
              <a:buChar char="•"/>
            </a:pPr>
            <a:r>
              <a:rPr sz="2200" b="0" i="0">
                <a:solidFill>
                  <a:srgbClr val="26324A"/>
                </a:solidFill>
              </a:rPr>
              <a:t>Name the tool you would use and why you can use it</a:t>
            </a:r>
          </a:p>
          <a:p>
            <a:pPr algn="l" marL="256032" indent="-256032">
              <a:spcAft>
                <a:spcPts val="1000"/>
              </a:spcAft>
              <a:buChar char="•"/>
            </a:pPr>
            <a:r>
              <a:rPr sz="2200" b="0" i="0">
                <a:solidFill>
                  <a:srgbClr val="26324A"/>
                </a:solidFill>
              </a:rPr>
              <a:t>State what the result would and would not show</a:t>
            </a:r>
          </a:p>
          <a:p>
            <a:pPr algn="l" marL="256032" indent="-256032">
              <a:spcAft>
                <a:spcPts val="1000"/>
              </a:spcAft>
              <a:buChar char="•"/>
            </a:pPr>
            <a:r>
              <a:rPr sz="2200" b="0" i="0">
                <a:solidFill>
                  <a:srgbClr val="26324A"/>
                </a:solidFill>
              </a:rPr>
              <a:t>You are proposing an analysis, not reporting results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400"/>
              <a:t>Qualitative coding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783080"/>
            <a:ext cx="5120640" cy="2743200"/>
          </a:xfrm>
          <a:prstGeom prst="rect">
            <a:avLst/>
          </a:prstGeom>
          <a:solidFill>
            <a:srgbClr val="FFFFFF"/>
          </a:solidFill>
          <a:ln w="15875">
            <a:solidFill>
              <a:srgbClr val="1A3B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1783080"/>
            <a:ext cx="5120640" cy="502920"/>
          </a:xfrm>
          <a:prstGeom prst="rect">
            <a:avLst/>
          </a:prstGeom>
          <a:solidFill>
            <a:srgbClr val="1A3B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</a:rPr>
              <a:t>Software (for example NVivo)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331720"/>
            <a:ext cx="5029200" cy="21488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500"/>
              </a:spcAft>
            </a:pPr>
            <a:r>
              <a:rPr sz="1800" b="0" i="0">
                <a:solidFill>
                  <a:srgbClr val="26324A"/>
                </a:solidFill>
              </a:rPr>
              <a:t>Code transcripts on screen; group codes into themes; search and compare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1783080"/>
            <a:ext cx="5120640" cy="2743200"/>
          </a:xfrm>
          <a:prstGeom prst="rect">
            <a:avLst/>
          </a:prstGeom>
          <a:solidFill>
            <a:srgbClr val="FFFFFF"/>
          </a:solidFill>
          <a:ln w="15875">
            <a:solidFill>
              <a:srgbClr val="FA6F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17920" y="1783080"/>
            <a:ext cx="5120640" cy="502920"/>
          </a:xfrm>
          <a:prstGeom prst="rect">
            <a:avLst/>
          </a:prstGeom>
          <a:solidFill>
            <a:srgbClr val="FA6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</a:rPr>
              <a:t>Manual coding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2331720"/>
            <a:ext cx="5029200" cy="21488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500"/>
              </a:spcAft>
            </a:pPr>
            <a:r>
              <a:rPr sz="1800" b="0" i="0">
                <a:solidFill>
                  <a:srgbClr val="26324A"/>
                </a:solidFill>
              </a:rPr>
              <a:t>A table in a document or spreadsheet: chunk, code, concept, category. Fully acceptable for a short study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4846320"/>
            <a:ext cx="10515600" cy="685800"/>
          </a:xfrm>
          <a:prstGeom prst="rect">
            <a:avLst/>
          </a:prstGeom>
          <a:solidFill>
            <a:srgbClr val="E4E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73152" tIns="36576" bIns="36576"/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11224E"/>
                </a:solidFill>
              </a:rPr>
              <a:t>Whichever you use, keep a record of every step: that is your evidence of rigour.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4846320"/>
            <a:ext cx="109728" cy="685800"/>
          </a:xfrm>
          <a:prstGeom prst="rect">
            <a:avLst/>
          </a:prstGeom>
          <a:solidFill>
            <a:srgbClr val="FA6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400"/>
              <a:t>Referencing tools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83080"/>
            <a:ext cx="10515600" cy="34747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 marL="256032" indent="-256032">
              <a:spcAft>
                <a:spcPts val="1000"/>
              </a:spcAft>
              <a:buChar char="•"/>
            </a:pPr>
            <a:r>
              <a:rPr sz="2200" b="0" i="0">
                <a:solidFill>
                  <a:srgbClr val="26324A"/>
                </a:solidFill>
              </a:rPr>
              <a:t>Collect sources in one library (Zotero, EndNote or similar)</a:t>
            </a:r>
          </a:p>
          <a:p>
            <a:pPr algn="l" marL="256032" indent="-256032">
              <a:spcAft>
                <a:spcPts val="1000"/>
              </a:spcAft>
              <a:buChar char="•"/>
            </a:pPr>
            <a:r>
              <a:rPr sz="2200" b="0" i="0">
                <a:solidFill>
                  <a:srgbClr val="26324A"/>
                </a:solidFill>
              </a:rPr>
              <a:t>Insert citations and build the reference list in the style you are using</a:t>
            </a:r>
          </a:p>
          <a:p>
            <a:pPr algn="l" marL="256032" indent="-256032">
              <a:spcAft>
                <a:spcPts val="1000"/>
              </a:spcAft>
              <a:buChar char="•"/>
            </a:pPr>
            <a:r>
              <a:rPr sz="2200" b="0" i="0">
                <a:solidFill>
                  <a:srgbClr val="26324A"/>
                </a:solidFill>
              </a:rPr>
              <a:t>Check every entry: tools copy mistakes from databases</a:t>
            </a:r>
          </a:p>
          <a:p>
            <a:pPr algn="l" marL="256032" indent="-256032">
              <a:spcAft>
                <a:spcPts val="1000"/>
              </a:spcAft>
              <a:buChar char="•"/>
            </a:pPr>
            <a:r>
              <a:rPr sz="2200" b="0" i="0">
                <a:solidFill>
                  <a:srgbClr val="26324A"/>
                </a:solidFill>
              </a:rPr>
              <a:t>Accurate referencing is part of the writing criterion (15%)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400"/>
              <a:t>Generative AI in the report (Category B)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783080"/>
            <a:ext cx="5120640" cy="3749039"/>
          </a:xfrm>
          <a:prstGeom prst="rect">
            <a:avLst/>
          </a:prstGeom>
          <a:solidFill>
            <a:srgbClr val="FFFFFF"/>
          </a:solidFill>
          <a:ln w="15875">
            <a:solidFill>
              <a:srgbClr val="2E8B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1783080"/>
            <a:ext cx="5120640" cy="502920"/>
          </a:xfrm>
          <a:prstGeom prst="rect">
            <a:avLst/>
          </a:prstGeom>
          <a:solidFill>
            <a:srgbClr val="2E8B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</a:rPr>
              <a:t>You may use it 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331720"/>
            <a:ext cx="5029200" cy="3154679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 marL="256032" indent="-256032">
              <a:spcAft>
                <a:spcPts val="500"/>
              </a:spcAft>
              <a:buChar char="•"/>
            </a:pPr>
            <a:r>
              <a:rPr sz="1500" b="0" i="0">
                <a:solidFill>
                  <a:srgbClr val="26324A"/>
                </a:solidFill>
              </a:rPr>
              <a:t>Generate initial ideas on paradigms or methods, then verify them against authoritative sources</a:t>
            </a:r>
          </a:p>
          <a:p>
            <a:pPr algn="l" marL="256032" indent="-256032">
              <a:spcAft>
                <a:spcPts val="500"/>
              </a:spcAft>
              <a:buChar char="•"/>
            </a:pPr>
            <a:r>
              <a:rPr sz="1500" b="0" i="0">
                <a:solidFill>
                  <a:srgbClr val="26324A"/>
                </a:solidFill>
              </a:rPr>
              <a:t>Structure or outline sections</a:t>
            </a:r>
          </a:p>
          <a:p>
            <a:pPr algn="l" marL="256032" indent="-256032">
              <a:spcAft>
                <a:spcPts val="500"/>
              </a:spcAft>
              <a:buChar char="•"/>
            </a:pPr>
            <a:r>
              <a:rPr sz="1500" b="0" i="0">
                <a:solidFill>
                  <a:srgbClr val="26324A"/>
                </a:solidFill>
              </a:rPr>
              <a:t>Summarise papers or concepts, then rewrite in your own words and reference</a:t>
            </a:r>
          </a:p>
          <a:p>
            <a:pPr algn="l" marL="256032" indent="-256032">
              <a:spcAft>
                <a:spcPts val="500"/>
              </a:spcAft>
              <a:buChar char="•"/>
            </a:pPr>
            <a:r>
              <a:rPr sz="1500" b="0" i="0">
                <a:solidFill>
                  <a:srgbClr val="26324A"/>
                </a:solidFill>
              </a:rPr>
              <a:t>Check the logic between your question and your method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1783080"/>
            <a:ext cx="5120640" cy="3749039"/>
          </a:xfrm>
          <a:prstGeom prst="rect">
            <a:avLst/>
          </a:prstGeom>
          <a:solidFill>
            <a:srgbClr val="FFFFFF"/>
          </a:solidFill>
          <a:ln w="15875">
            <a:solidFill>
              <a:srgbClr val="FA6F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17920" y="1783080"/>
            <a:ext cx="5120640" cy="502920"/>
          </a:xfrm>
          <a:prstGeom prst="rect">
            <a:avLst/>
          </a:prstGeom>
          <a:solidFill>
            <a:srgbClr val="FA6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</a:rPr>
              <a:t>You may not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2331720"/>
            <a:ext cx="5029200" cy="3154679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 marL="256032" indent="-256032">
              <a:spcAft>
                <a:spcPts val="500"/>
              </a:spcAft>
              <a:buChar char="•"/>
            </a:pPr>
            <a:r>
              <a:rPr sz="1500" b="0" i="0">
                <a:solidFill>
                  <a:srgbClr val="26324A"/>
                </a:solidFill>
              </a:rPr>
              <a:t>Submit AI output as your own analysis or critique</a:t>
            </a:r>
          </a:p>
          <a:p>
            <a:pPr algn="l" marL="256032" indent="-256032">
              <a:spcAft>
                <a:spcPts val="500"/>
              </a:spcAft>
              <a:buChar char="•"/>
            </a:pPr>
            <a:r>
              <a:rPr sz="1500" b="0" i="0">
                <a:solidFill>
                  <a:srgbClr val="26324A"/>
                </a:solidFill>
              </a:rPr>
              <a:t>Use AI output without critical evaluation, rewriting and citation</a:t>
            </a:r>
          </a:p>
          <a:p>
            <a:pPr algn="l" marL="256032" indent="-256032">
              <a:spcAft>
                <a:spcPts val="500"/>
              </a:spcAft>
              <a:buChar char="•"/>
            </a:pPr>
            <a:r>
              <a:rPr sz="1500" b="0" i="0">
                <a:solidFill>
                  <a:srgbClr val="26324A"/>
                </a:solidFill>
              </a:rPr>
              <a:t>Use any generative AI for the recorded oral defence</a:t>
            </a:r>
          </a:p>
          <a:p>
            <a:pPr algn="l" marL="256032" indent="-256032">
              <a:spcAft>
                <a:spcPts val="500"/>
              </a:spcAft>
              <a:buChar char="•"/>
            </a:pPr>
            <a:r>
              <a:rPr sz="1500" b="0" i="0">
                <a:solidFill>
                  <a:srgbClr val="26324A"/>
                </a:solidFill>
              </a:rPr>
              <a:t>Present unauthorised or unacknowledged AI output as your own work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400"/>
              <a:t>The declaration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83080"/>
            <a:ext cx="10515600" cy="32918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 marL="256032" indent="-256032">
              <a:spcAft>
                <a:spcPts val="1000"/>
              </a:spcAft>
              <a:buChar char="•"/>
            </a:pPr>
            <a:r>
              <a:rPr sz="2200" b="0" i="0">
                <a:solidFill>
                  <a:srgbClr val="26324A"/>
                </a:solidFill>
              </a:rPr>
              <a:t>At the end of your report, declare any software tools, including generative AI, you used</a:t>
            </a:r>
          </a:p>
          <a:p>
            <a:pPr algn="l" marL="256032" indent="-256032">
              <a:spcAft>
                <a:spcPts val="1000"/>
              </a:spcAft>
              <a:buChar char="•"/>
            </a:pPr>
            <a:r>
              <a:rPr sz="2200" b="0" i="0">
                <a:solidFill>
                  <a:srgbClr val="26324A"/>
                </a:solidFill>
              </a:rPr>
              <a:t>Say what you used each for, and where</a:t>
            </a:r>
          </a:p>
          <a:p>
            <a:pPr algn="l" marL="256032" indent="-256032">
              <a:spcAft>
                <a:spcPts val="1000"/>
              </a:spcAft>
              <a:buChar char="•"/>
            </a:pPr>
            <a:r>
              <a:rPr sz="2200" b="0" i="0">
                <a:solidFill>
                  <a:srgbClr val="26324A"/>
                </a:solidFill>
              </a:rPr>
              <a:t>Honest declaration protects you. Unacknowledged use is assessed as academic misconduct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5303520"/>
            <a:ext cx="10515600" cy="685800"/>
          </a:xfrm>
          <a:prstGeom prst="rect">
            <a:avLst/>
          </a:prstGeom>
          <a:solidFill>
            <a:srgbClr val="E4E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73152" tIns="36576" bIns="36576"/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11224E"/>
                </a:solidFill>
              </a:rPr>
              <a:t>For the oral defence: no generative AI, and no scripted content.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5303520"/>
            <a:ext cx="109728" cy="685800"/>
          </a:xfrm>
          <a:prstGeom prst="rect">
            <a:avLst/>
          </a:prstGeom>
          <a:solidFill>
            <a:srgbClr val="FA6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400"/>
              <a:t>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83080"/>
            <a:ext cx="10515600" cy="29260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 marL="256032" indent="-256032">
              <a:spcAft>
                <a:spcPts val="1000"/>
              </a:spcAft>
              <a:buChar char="•"/>
            </a:pPr>
            <a:r>
              <a:rPr sz="2200" b="0" i="0">
                <a:solidFill>
                  <a:srgbClr val="26324A"/>
                </a:solidFill>
              </a:rPr>
              <a:t>Type your questions in the chat or the Q and A</a:t>
            </a:r>
          </a:p>
          <a:p>
            <a:pPr algn="l" marL="256032" indent="-256032">
              <a:spcAft>
                <a:spcPts val="1000"/>
              </a:spcAft>
              <a:buChar char="•"/>
            </a:pPr>
            <a:r>
              <a:rPr sz="2200" b="0" i="0">
                <a:solidFill>
                  <a:srgbClr val="26324A"/>
                </a:solidFill>
              </a:rPr>
              <a:t>We will take as many as time allows</a:t>
            </a:r>
          </a:p>
          <a:p>
            <a:pPr algn="l" marL="256032" indent="-256032">
              <a:spcAft>
                <a:spcPts val="1000"/>
              </a:spcAft>
              <a:buChar char="•"/>
            </a:pPr>
            <a:r>
              <a:rPr sz="2200" b="0" i="0">
                <a:solidFill>
                  <a:srgbClr val="26324A"/>
                </a:solidFill>
              </a:rPr>
              <a:t>Anything we miss goes into the Moodle forum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Geometric Presentation">
      <a:dk1>
        <a:sysClr val="windowText" lastClr="000000"/>
      </a:dk1>
      <a:lt1>
        <a:sysClr val="window" lastClr="FFFFFF"/>
      </a:lt1>
      <a:dk2>
        <a:srgbClr val="44546A"/>
      </a:dk2>
      <a:lt2>
        <a:srgbClr val="ACCBF9"/>
      </a:lt2>
      <a:accent1>
        <a:srgbClr val="5C83C4"/>
      </a:accent1>
      <a:accent2>
        <a:srgbClr val="2C599D"/>
      </a:accent2>
      <a:accent3>
        <a:srgbClr val="1A3B70"/>
      </a:accent3>
      <a:accent4>
        <a:srgbClr val="FA6F1A"/>
      </a:accent4>
      <a:accent5>
        <a:srgbClr val="11224E"/>
      </a:accent5>
      <a:accent6>
        <a:srgbClr val="9D90A0"/>
      </a:accent6>
      <a:hlink>
        <a:srgbClr val="9454C3"/>
      </a:hlink>
      <a:folHlink>
        <a:srgbClr val="3EBBF0"/>
      </a:folHlink>
    </a:clrScheme>
    <a:fontScheme name="Custom 147">
      <a:majorFont>
        <a:latin typeface="Corbel"/>
        <a:ea typeface=""/>
        <a:cs typeface=""/>
      </a:majorFont>
      <a:minorFont>
        <a:latin typeface="Calibr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OM7302 - Lecture Notes Template .potx" id="{F4A8A639-34D0-4C88-9902-803DFD3E5723}" vid="{36ADB6EE-DFE0-4DC5-A99F-4E2E0D56D737}"/>
    </a:ext>
  </a:extLst>
</a:theme>
</file>

<file path=ppt/theme/theme2.xml><?xml version="1.0" encoding="utf-8"?>
<a:theme xmlns:a="http://schemas.openxmlformats.org/drawingml/2006/main" name="COM7302 - Lecture Notes Template ">
  <a:themeElements>
    <a:clrScheme name="Geometric Presentation">
      <a:dk1>
        <a:sysClr val="windowText" lastClr="000000"/>
      </a:dk1>
      <a:lt1>
        <a:sysClr val="window" lastClr="FFFFFF"/>
      </a:lt1>
      <a:dk2>
        <a:srgbClr val="44546A"/>
      </a:dk2>
      <a:lt2>
        <a:srgbClr val="ACCBF9"/>
      </a:lt2>
      <a:accent1>
        <a:srgbClr val="5C83C4"/>
      </a:accent1>
      <a:accent2>
        <a:srgbClr val="2C599D"/>
      </a:accent2>
      <a:accent3>
        <a:srgbClr val="1A3B70"/>
      </a:accent3>
      <a:accent4>
        <a:srgbClr val="FA6F1A"/>
      </a:accent4>
      <a:accent5>
        <a:srgbClr val="11224E"/>
      </a:accent5>
      <a:accent6>
        <a:srgbClr val="9D90A0"/>
      </a:accent6>
      <a:hlink>
        <a:srgbClr val="9454C3"/>
      </a:hlink>
      <a:folHlink>
        <a:srgbClr val="3EBBF0"/>
      </a:folHlink>
    </a:clrScheme>
    <a:fontScheme name="Custom 147">
      <a:majorFont>
        <a:latin typeface="Corbel"/>
        <a:ea typeface=""/>
        <a:cs typeface=""/>
      </a:majorFont>
      <a:minorFont>
        <a:latin typeface="Calibr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OM7302 - Lecture Notes Template .potx" id="{F4A8A639-34D0-4C88-9902-803DFD3E5723}" vid="{36ADB6EE-DFE0-4DC5-A99F-4E2E0D56D737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89f7b614-c64b-4738-997e-aac1eab42931" xsi:nil="true"/>
    <_activity xmlns="89f7b614-c64b-4738-997e-aac1eab42931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17C986513D50A4C9143007A1A38EF2E" ma:contentTypeVersion="18" ma:contentTypeDescription="Create a new document." ma:contentTypeScope="" ma:versionID="21e1fbfe0a6ca7a30510918adfd9cbd6">
  <xsd:schema xmlns:xsd="http://www.w3.org/2001/XMLSchema" xmlns:xs="http://www.w3.org/2001/XMLSchema" xmlns:p="http://schemas.microsoft.com/office/2006/metadata/properties" xmlns:ns3="d1f5d9b0-cdb0-4c3a-b058-450b9d105468" xmlns:ns4="89f7b614-c64b-4738-997e-aac1eab42931" targetNamespace="http://schemas.microsoft.com/office/2006/metadata/properties" ma:root="true" ma:fieldsID="573784e5b50c325d55c9015ced130b1b" ns3:_="" ns4:_="">
    <xsd:import namespace="d1f5d9b0-cdb0-4c3a-b058-450b9d105468"/>
    <xsd:import namespace="89f7b614-c64b-4738-997e-aac1eab42931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MediaServiceAutoTags" minOccurs="0"/>
                <xsd:element ref="ns4:MediaServiceOCR" minOccurs="0"/>
                <xsd:element ref="ns4:MediaServiceGenerationTime" minOccurs="0"/>
                <xsd:element ref="ns4:MediaServiceEventHashCode" minOccurs="0"/>
                <xsd:element ref="ns4:MediaServiceDateTaken" minOccurs="0"/>
                <xsd:element ref="ns4:MediaServiceLocation" minOccurs="0"/>
                <xsd:element ref="ns4:MediaServiceAutoKeyPoints" minOccurs="0"/>
                <xsd:element ref="ns4:MediaServiceKeyPoints" minOccurs="0"/>
                <xsd:element ref="ns4:MediaLengthInSeconds" minOccurs="0"/>
                <xsd:element ref="ns4:_activity" minOccurs="0"/>
                <xsd:element ref="ns4:MediaServiceObjectDetectorVersions" minOccurs="0"/>
                <xsd:element ref="ns4:MediaServiceSystemTags" minOccurs="0"/>
                <xsd:element ref="ns4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1f5d9b0-cdb0-4c3a-b058-450b9d105468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Sharing Hint Hash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9f7b614-c64b-4738-997e-aac1eab4293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7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8" nillable="true" ma:displayName="Location" ma:internalName="MediaServiceLocation" ma:readOnly="true">
      <xsd:simpleType>
        <xsd:restriction base="dms:Text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  <xsd:element name="_activity" ma:index="22" nillable="true" ma:displayName="_activity" ma:hidden="true" ma:internalName="_activity">
      <xsd:simpleType>
        <xsd:restriction base="dms:Note"/>
      </xsd:simple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24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5D99ABA-76CE-4A8E-B5F0-C051B96628D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DEA9014-ED64-4558-B1E1-D03F0EE32BEB}">
  <ds:schemaRefs>
    <ds:schemaRef ds:uri="d1f5d9b0-cdb0-4c3a-b058-450b9d105468"/>
    <ds:schemaRef ds:uri="http://schemas.microsoft.com/office/2006/documentManagement/types"/>
    <ds:schemaRef ds:uri="http://schemas.openxmlformats.org/package/2006/metadata/core-properties"/>
    <ds:schemaRef ds:uri="http://purl.org/dc/terms/"/>
    <ds:schemaRef ds:uri="http://purl.org/dc/elements/1.1/"/>
    <ds:schemaRef ds:uri="http://www.w3.org/XML/1998/namespace"/>
    <ds:schemaRef ds:uri="http://schemas.microsoft.com/office/2006/metadata/properties"/>
    <ds:schemaRef ds:uri="http://schemas.microsoft.com/office/infopath/2007/PartnerControls"/>
    <ds:schemaRef ds:uri="89f7b614-c64b-4738-997e-aac1eab42931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3E790DD2-A406-4046-8BA6-E72EEDCE07C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1f5d9b0-cdb0-4c3a-b058-450b9d105468"/>
    <ds:schemaRef ds:uri="89f7b614-c64b-4738-997e-aac1eab4293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COM7302 - Lecture Notes Template </Template>
  <TotalTime>2134</TotalTime>
  <Words>2656</Words>
  <Application>Microsoft Office PowerPoint</Application>
  <PresentationFormat>Widescreen</PresentationFormat>
  <Paragraphs>225</Paragraphs>
  <Slides>28</Slides>
  <Notes>11</Notes>
  <HiddenSlides>0</HiddenSlides>
  <MMClips>1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28</vt:i4>
      </vt:variant>
    </vt:vector>
  </HeadingPairs>
  <TitlesOfParts>
    <vt:vector size="38" baseType="lpstr">
      <vt:lpstr>Aptos</vt:lpstr>
      <vt:lpstr>Arial</vt:lpstr>
      <vt:lpstr>Biome Light</vt:lpstr>
      <vt:lpstr>Calibri</vt:lpstr>
      <vt:lpstr>Calibri Light</vt:lpstr>
      <vt:lpstr>Helvetica Neue</vt:lpstr>
      <vt:lpstr>Times New Roman</vt:lpstr>
      <vt:lpstr>Wingdings</vt:lpstr>
      <vt:lpstr>Office Theme</vt:lpstr>
      <vt:lpstr>COM7302 - Lecture Notes Template </vt:lpstr>
      <vt:lpstr>Research Methods  Research Philosophy and Paradigms</vt:lpstr>
      <vt:lpstr>By the end of the session, you should be able to…</vt:lpstr>
      <vt:lpstr>What’s it all about</vt:lpstr>
      <vt:lpstr>All the resources will be posted to the Moodle page </vt:lpstr>
      <vt:lpstr>What is a research problem</vt:lpstr>
      <vt:lpstr>What is a Research Problem?</vt:lpstr>
      <vt:lpstr>Research in CS, DA, and CY </vt:lpstr>
      <vt:lpstr>Interdisciplinary Nature of Research</vt:lpstr>
      <vt:lpstr> </vt:lpstr>
      <vt:lpstr>There’s more than one type of question?</vt:lpstr>
      <vt:lpstr>Yup, There sure is!</vt:lpstr>
      <vt:lpstr>Types of Research Questions </vt:lpstr>
      <vt:lpstr>A question of Philosophy</vt:lpstr>
      <vt:lpstr>Recap from last week?  </vt:lpstr>
      <vt:lpstr>Ontology and Research Question Formulation</vt:lpstr>
      <vt:lpstr>Epistemology and Research Questions</vt:lpstr>
      <vt:lpstr>Axiology and the Ethical Dimension of Research Questions</vt:lpstr>
      <vt:lpstr>Doxology and Beliefs Guiding Research</vt:lpstr>
      <vt:lpstr>Constructing Effective Research Questions – A Checklist </vt:lpstr>
      <vt:lpstr>Examples of Well-Constructed Research Questions</vt:lpstr>
      <vt:lpstr>The Funnel Stratagem </vt:lpstr>
      <vt:lpstr>The Funnel Stratagem</vt:lpstr>
      <vt:lpstr>Applying The Funnel Stratagem</vt:lpstr>
      <vt:lpstr>PowerPoint Presentation</vt:lpstr>
      <vt:lpstr>Summary of Key Concepts</vt:lpstr>
      <vt:lpstr>From this point on…you’re a scientific  researcher!</vt:lpstr>
      <vt:lpstr>Reflection &amp; Writing – 10 Mins</vt:lpstr>
      <vt:lpstr>Questions??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COM7302 – Research Methods  Research Philosophy and Paradigms</dc:title>
  <dc:creator>Tighe, Bren</dc:creator>
  <cp:lastModifiedBy>Tighe, Bren</cp:lastModifiedBy>
  <cp:revision>7</cp:revision>
  <dcterms:created xsi:type="dcterms:W3CDTF">2024-09-04T09:10:35Z</dcterms:created>
  <dcterms:modified xsi:type="dcterms:W3CDTF">2026-09-24T11:26:09Z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0x010100D17C986513D50A4C9143007A1A38EF2E</vt:lpwstr>
  </property>
</Properties>
</file>