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Zoom 4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Report Clinic and Your Check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Spot the most common weaknesses against the marking criteria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Strengthen your report before tomorrow's deadline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Receive your oral-defence check and know what it asks of you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Confirm your check</a:t>
            </a:r>
          </a:p>
          <a:p>
            <a:r>
              <a:rPr lang="en-US" dirty="0"/>
              <a:t>In the form: name the check you received, and in one sentence say what you think it will ask of your proposal.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Plan for the hour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25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Report clinic: common weaknesses and how to fix them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20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Your oral-defence check: how it is issued and what happens next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10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Questions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6324A"/>
                          </a:solidFill>
                        </a:rPr>
                        <a:t>5 min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6324A"/>
                          </a:solidFill>
                        </a:rPr>
                        <a:t>Exit ticket: confirm your check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12064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The report is due tomorrow, Friday 27 November, and cannot be revised once submitted.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Critical Literature Review: 25%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The marker looks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Literature evaluated and compared, not just described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Your paradigm justified against at least one alternative you did not adopt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Common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 string of summaries with no comparison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 stance stated without a reason, or no alternative considered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Fix tonight: add one sentence per source that says how it compares with another.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Methodology: 30%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The marker looks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Your method justified against the evidence your question needs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Sampling, data collection and analysis all present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Ethics and governance specific to your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Common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A list of methods with no link to the question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Generic ethics: consent, anonymity, nothing about your own participants or data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Analysis named but not matched to the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Fix tonight: for each choice, add "because my question needs…".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Writing, structure and referencing: 15%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The marker looks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The fixed structure followed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Accurate referencing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One coherent argument from start to finish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Common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Sections that do not connect to each other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Reference list that does not match citations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Over or under the word limit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Fix tonight: check that your research question appears the same way in every section.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Reflection: 10%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The marker looks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Engagement with your own design, not generic reflection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An appropriate trustworthiness or rigour standard for your paradigm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Common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6974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"I learned a lot" with no specifics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 rigour standard that does not fit the paradigm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Fix tonight: name the standard, and say how you would show it in your study.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Before you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2,500 words, plus or minus 10%, excluding references, under the four fixed headings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declaration of software and generative AI use is at the end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research question is stated exactly, and you could repeat it word for word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Submit early: the report is final once submitted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You will need your research question word for word in your defence.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oral-defence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324A"/>
                </a:solidFill>
              </a:rPr>
              <a:t>You are issued one of four fixed methodological checks, released on Moodle at this point: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5166360" cy="77724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Build vs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5146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514600"/>
            <a:ext cx="5166360" cy="77724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Collapse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337560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429000"/>
            <a:ext cx="5166360" cy="77724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No/Undefined-Word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59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4290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5166360" cy="77724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"To…"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51959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Allocation is by a fixed list prepared in advance, so it is the same for everyone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Notes on each check are on Moodle; we work through them next week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defence: what you must do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9728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State your research question as submitted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9728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Name your check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9728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Defend your proposal against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2286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4 minutes, plus or minus 30 seconds, recorded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No generative AI and no scripted content: it is your own, unaided understanding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Due Friday 4 December 2026 on the Moodle Part 2 submission link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to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Open your check on Moodle and read the notes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Do not start scripting. Think about where your proposal is strong and where it is exposed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Next campus session is the oral-defence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