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Zoom 5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Defence Clinic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Be certain of the rules for the oral defence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Hear what strong defences sound like, and what to avoid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Get your last questions answered before the deadline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Last check</a:t>
            </a:r>
          </a:p>
          <a:p>
            <a:r>
              <a:rPr lang="en-US" dirty="0"/>
              <a:t>In the form: have you recorded, listened back and uploaded? What help do you still need?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Plan for the hour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10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Rules and the submission checklist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15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What strong looks like, and common problems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25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Your questions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10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Recording tips and the final reminder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12064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Defence due Friday 4 December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4 minutes, plus or minus 30 seconds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State your research question as submitted, name your check, defend your proposal against it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 generative AI and no scripted content: both are treated as academic misconduct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 may use a few prompt words, but not a written script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it is 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4688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39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States your research question?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377439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Names the assigned check?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77439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Responds directly to it?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82880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24688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377439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Within 4 minutes?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Oral defence is 20% of the portfolio.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062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strong sounds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finds a real weakness in your own proposal and says what you would change or limit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sounds like thinking aloud about your own work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ends on time, with a one-sentence reason why question and method are aligned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Common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Re-describing the report instead of responding to the check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Defining the check without applying it to your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Claiming the proposal passes with no reason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Reading a script, or running over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Recording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Test the sound before you record: quiet room, microphone close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Light your face from the front and keep the camera steady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Listen back: check length, sound and picture before uploading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Upload early, and keep a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0352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Upload to the Moodle Part 2 submission link.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0352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Type questions in the chat or the Q and A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Questions about the brief or a check will be answered from the brief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Questions about your own proposal: bring them to this afternoon's support or ask the tutor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After the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Your report and defence are marked together as one portfolio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Marking, moderation and feedback timelines will be posted on Moodle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Thank you for your work this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