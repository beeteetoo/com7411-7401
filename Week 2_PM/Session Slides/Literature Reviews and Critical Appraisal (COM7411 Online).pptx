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3.xml" ContentType="application/vnd.openxmlformats-officedocument.drawingml.diagramColors+xml"/>
  <Override PartName="/ppt/diagrams/colors5.xml" ContentType="application/vnd.openxmlformats-officedocument.drawingml.diagramColors+xml"/>
  <Override PartName="/ppt/diagrams/colors7.xml" ContentType="application/vnd.openxmlformats-officedocument.drawingml.diagramColors+xml"/>
  <Override PartName="/ppt/diagrams/data3.xml" ContentType="application/vnd.openxmlformats-officedocument.drawingml.diagramData+xml"/>
  <Override PartName="/ppt/diagrams/data5.xml" ContentType="application/vnd.openxmlformats-officedocument.drawingml.diagramData+xml"/>
  <Override PartName="/ppt/diagrams/data7.xml" ContentType="application/vnd.openxmlformats-officedocument.drawingml.diagramData+xml"/>
  <Override PartName="/ppt/diagrams/drawing3.xml" ContentType="application/vnd.ms-office.drawingml.diagramDrawing+xml"/>
  <Override PartName="/ppt/diagrams/drawing5.xml" ContentType="application/vnd.ms-office.drawingml.diagramDrawing+xml"/>
  <Override PartName="/ppt/diagrams/drawing7.xml" ContentType="application/vnd.ms-office.drawingml.diagramDrawing+xml"/>
  <Override PartName="/ppt/diagrams/layout3.xml" ContentType="application/vnd.openxmlformats-officedocument.drawingml.diagramLayout+xml"/>
  <Override PartName="/ppt/diagrams/layout5.xml" ContentType="application/vnd.openxmlformats-officedocument.drawingml.diagramLayout+xml"/>
  <Override PartName="/ppt/diagrams/layout7.xml" ContentType="application/vnd.openxmlformats-officedocument.drawingml.diagramLayout+xml"/>
  <Override PartName="/ppt/diagrams/quickStyle3.xml" ContentType="application/vnd.openxmlformats-officedocument.drawingml.diagramStyle+xml"/>
  <Override PartName="/ppt/diagrams/quickStyle5.xml" ContentType="application/vnd.openxmlformats-officedocument.drawingml.diagramStyle+xml"/>
  <Override PartName="/ppt/diagrams/quickStyle7.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324" r:id="rId5"/>
    <p:sldId id="302" r:id="rId6"/>
    <p:sldId id="315" r:id="rId7"/>
    <p:sldId id="391" r:id="rId43"/>
    <p:sldId id="359" r:id="rId18"/>
    <p:sldId id="360" r:id="rId19"/>
    <p:sldId id="361" r:id="rId20"/>
    <p:sldId id="362" r:id="rId21"/>
    <p:sldId id="363" r:id="rId22"/>
    <p:sldId id="364" r:id="rId23"/>
    <p:sldId id="392" r:id="rId44"/>
    <p:sldId id="367" r:id="rId26"/>
    <p:sldId id="368" r:id="rId27"/>
    <p:sldId id="393" r:id="rId45"/>
    <p:sldId id="370" r:id="rId29"/>
    <p:sldId id="371" r:id="rId30"/>
    <p:sldId id="394" r:id="rId46"/>
    <p:sldId id="395" r:id="rId47"/>
    <p:sldId id="373" r:id="rId31"/>
    <p:sldId id="396" r:id="rId48"/>
    <p:sldId id="339" r:id="rId32"/>
    <p:sldId id="382" r:id="rId33"/>
    <p:sldId id="383" r:id="rId3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25EB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FA4BC6-DAFC-470B-AC96-342AD1A89FC2}" v="5" dt="2024-10-18T10:22:13.8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01" autoAdjust="0"/>
  </p:normalViewPr>
  <p:slideViewPr>
    <p:cSldViewPr snapToGrid="0">
      <p:cViewPr varScale="1">
        <p:scale>
          <a:sx n="93" d="100"/>
          <a:sy n="93" d="100"/>
        </p:scale>
        <p:origin x="672" y="72"/>
      </p:cViewPr>
      <p:guideLst>
        <p:guide orient="horz" pos="1968"/>
        <p:guide pos="408"/>
        <p:guide orient="horz" pos="3912"/>
        <p:guide pos="7272"/>
        <p:guide orient="horz" pos="16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6" Type="http://schemas.openxmlformats.org/officeDocument/2006/relationships/slide" Target="slides/slide22.xml"/><Relationship Id="rId27" Type="http://schemas.openxmlformats.org/officeDocument/2006/relationships/slide" Target="slides/slide23.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6/11/relationships/changesInfo" Target="changesInfos/changesInfo1.xml"/><Relationship Id="rId42" Type="http://schemas.microsoft.com/office/2015/10/relationships/revisionInfo" Target="revisionInfo.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ghe, Bren" userId="0772691d-7a8e-443b-b68a-86d18f1186d2" providerId="ADAL" clId="{3CFA4BC6-DAFC-470B-AC96-342AD1A89FC2}"/>
    <pc:docChg chg="custSel modSld">
      <pc:chgData name="Tighe, Bren" userId="0772691d-7a8e-443b-b68a-86d18f1186d2" providerId="ADAL" clId="{3CFA4BC6-DAFC-470B-AC96-342AD1A89FC2}" dt="2024-10-18T10:22:19.821" v="85" actId="20577"/>
      <pc:docMkLst>
        <pc:docMk/>
      </pc:docMkLst>
      <pc:sldChg chg="addSp delSp modSp mod">
        <pc:chgData name="Tighe, Bren" userId="0772691d-7a8e-443b-b68a-86d18f1186d2" providerId="ADAL" clId="{3CFA4BC6-DAFC-470B-AC96-342AD1A89FC2}" dt="2024-10-18T10:22:19.821" v="85" actId="20577"/>
        <pc:sldMkLst>
          <pc:docMk/>
          <pc:sldMk cId="1341901065" sldId="302"/>
        </pc:sldMkLst>
        <pc:spChg chg="add del">
          <ac:chgData name="Tighe, Bren" userId="0772691d-7a8e-443b-b68a-86d18f1186d2" providerId="ADAL" clId="{3CFA4BC6-DAFC-470B-AC96-342AD1A89FC2}" dt="2024-10-18T10:22:06.746" v="80" actId="478"/>
          <ac:spMkLst>
            <pc:docMk/>
            <pc:sldMk cId="1341901065" sldId="302"/>
            <ac:spMk id="2" creationId="{24AF0D80-D626-AF8B-77A4-0C1162796F5F}"/>
          </ac:spMkLst>
        </pc:spChg>
        <pc:spChg chg="add mod">
          <ac:chgData name="Tighe, Bren" userId="0772691d-7a8e-443b-b68a-86d18f1186d2" providerId="ADAL" clId="{3CFA4BC6-DAFC-470B-AC96-342AD1A89FC2}" dt="2024-10-18T10:22:04.469" v="79" actId="478"/>
          <ac:spMkLst>
            <pc:docMk/>
            <pc:sldMk cId="1341901065" sldId="302"/>
            <ac:spMk id="3" creationId="{8B63403A-95CC-64E9-5692-4E603DB41FE4}"/>
          </ac:spMkLst>
        </pc:spChg>
        <pc:spChg chg="add del mod">
          <ac:chgData name="Tighe, Bren" userId="0772691d-7a8e-443b-b68a-86d18f1186d2" providerId="ADAL" clId="{3CFA4BC6-DAFC-470B-AC96-342AD1A89FC2}" dt="2024-10-18T10:22:19.821" v="85" actId="20577"/>
          <ac:spMkLst>
            <pc:docMk/>
            <pc:sldMk cId="1341901065" sldId="302"/>
            <ac:spMk id="7" creationId="{B21C28F5-3CA3-4B78-B5C9-550C00BB3174}"/>
          </ac:spMkLst>
        </pc:spChg>
      </pc:sldChg>
      <pc:sldChg chg="delSp modSp mod">
        <pc:chgData name="Tighe, Bren" userId="0772691d-7a8e-443b-b68a-86d18f1186d2" providerId="ADAL" clId="{3CFA4BC6-DAFC-470B-AC96-342AD1A89FC2}" dt="2024-10-18T10:21:36.457" v="77" actId="14100"/>
        <pc:sldMkLst>
          <pc:docMk/>
          <pc:sldMk cId="3665993043" sldId="324"/>
        </pc:sldMkLst>
        <pc:spChg chg="mod">
          <ac:chgData name="Tighe, Bren" userId="0772691d-7a8e-443b-b68a-86d18f1186d2" providerId="ADAL" clId="{3CFA4BC6-DAFC-470B-AC96-342AD1A89FC2}" dt="2024-10-18T10:20:41.314" v="0" actId="1076"/>
          <ac:spMkLst>
            <pc:docMk/>
            <pc:sldMk cId="3665993043" sldId="324"/>
            <ac:spMk id="6" creationId="{38AF5374-EA50-4722-BB45-6C182E5A16AE}"/>
          </ac:spMkLst>
        </pc:spChg>
        <pc:spChg chg="mod">
          <ac:chgData name="Tighe, Bren" userId="0772691d-7a8e-443b-b68a-86d18f1186d2" providerId="ADAL" clId="{3CFA4BC6-DAFC-470B-AC96-342AD1A89FC2}" dt="2024-10-18T10:21:36.457" v="77" actId="14100"/>
          <ac:spMkLst>
            <pc:docMk/>
            <pc:sldMk cId="3665993043" sldId="324"/>
            <ac:spMk id="7" creationId="{BD837CEB-1A69-4F72-95D4-054D82F09696}"/>
          </ac:spMkLst>
        </pc:spChg>
        <pc:spChg chg="mod">
          <ac:chgData name="Tighe, Bren" userId="0772691d-7a8e-443b-b68a-86d18f1186d2" providerId="ADAL" clId="{3CFA4BC6-DAFC-470B-AC96-342AD1A89FC2}" dt="2024-10-18T10:21:17.289" v="70" actId="1076"/>
          <ac:spMkLst>
            <pc:docMk/>
            <pc:sldMk cId="3665993043" sldId="324"/>
            <ac:spMk id="8" creationId="{9FFAF4E3-C8A2-4861-A67E-040D885F84F1}"/>
          </ac:spMkLst>
        </pc:spChg>
        <pc:spChg chg="del mod">
          <ac:chgData name="Tighe, Bren" userId="0772691d-7a8e-443b-b68a-86d18f1186d2" providerId="ADAL" clId="{3CFA4BC6-DAFC-470B-AC96-342AD1A89FC2}" dt="2024-10-18T10:21:19.653" v="71" actId="478"/>
          <ac:spMkLst>
            <pc:docMk/>
            <pc:sldMk cId="3665993043" sldId="324"/>
            <ac:spMk id="11" creationId="{E6DF5064-7AAC-4887-9BD5-FB6BC40A6768}"/>
          </ac:spMkLst>
        </pc:spChg>
      </pc:sldChg>
    </pc:docChg>
  </pc:docChgLst>
</pc:chgInfo>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3.xml><?xml version="1.0" encoding="utf-8"?>
<dgm:dataModel xmlns:dgm="http://schemas.openxmlformats.org/drawingml/2006/diagram" xmlns:a="http://schemas.openxmlformats.org/drawingml/2006/main">
  <dgm:ptLst>
    <dgm:pt modelId="{0F80F2FF-C025-46E6-93EC-3E56D35F7B52}" type="doc">
      <dgm:prSet loTypeId="urn:microsoft.com/office/officeart/2008/layout/LinedList" loCatId="list" qsTypeId="urn:microsoft.com/office/officeart/2005/8/quickstyle/3d5" qsCatId="3D" csTypeId="urn:microsoft.com/office/officeart/2005/8/colors/accent2_2" csCatId="accent2" phldr="1"/>
      <dgm:spPr/>
      <dgm:t>
        <a:bodyPr/>
        <a:lstStyle/>
        <a:p>
          <a:endParaRPr lang="en-US"/>
        </a:p>
      </dgm:t>
    </dgm:pt>
    <dgm:pt modelId="{A4117EBC-33D5-419E-B790-362171BF2546}">
      <dgm:prSet/>
      <dgm:spPr/>
      <dgm:t>
        <a:bodyPr/>
        <a:lstStyle/>
        <a:p>
          <a:endParaRPr lang="en-US" dirty="0"/>
        </a:p>
      </dgm:t>
    </dgm:pt>
    <dgm:pt modelId="{F1C60640-6A82-4A71-9C88-883BD98B988E}" type="parTrans" cxnId="{4AA9EAE7-6603-448B-9A0E-4894E1B70C59}">
      <dgm:prSet/>
      <dgm:spPr/>
      <dgm:t>
        <a:bodyPr/>
        <a:lstStyle/>
        <a:p>
          <a:endParaRPr lang="en-US"/>
        </a:p>
      </dgm:t>
    </dgm:pt>
    <dgm:pt modelId="{90533B98-5283-4029-A309-A2D65CB63C15}" type="sibTrans" cxnId="{4AA9EAE7-6603-448B-9A0E-4894E1B70C59}">
      <dgm:prSet/>
      <dgm:spPr/>
      <dgm:t>
        <a:bodyPr/>
        <a:lstStyle/>
        <a:p>
          <a:endParaRPr lang="en-US"/>
        </a:p>
      </dgm:t>
    </dgm:pt>
    <dgm:pt modelId="{B321959D-2213-4DA5-B565-0CB0C2E36250}">
      <dgm:prSet/>
      <dgm:spPr/>
      <dgm:t>
        <a:bodyPr/>
        <a:lstStyle/>
        <a:p>
          <a:r>
            <a:rPr lang="en-US" dirty="0"/>
            <a:t>-Narrative Review</a:t>
          </a:r>
        </a:p>
      </dgm:t>
    </dgm:pt>
    <dgm:pt modelId="{0190B826-CE57-429D-8660-3C2047E4B7AA}" type="parTrans" cxnId="{9211DABF-BB3B-429C-9A0B-70A739060328}">
      <dgm:prSet/>
      <dgm:spPr/>
      <dgm:t>
        <a:bodyPr/>
        <a:lstStyle/>
        <a:p>
          <a:endParaRPr lang="en-US"/>
        </a:p>
      </dgm:t>
    </dgm:pt>
    <dgm:pt modelId="{93E8BA1F-B1EF-4D0A-9064-3B29FE596CB9}" type="sibTrans" cxnId="{9211DABF-BB3B-429C-9A0B-70A739060328}">
      <dgm:prSet/>
      <dgm:spPr/>
      <dgm:t>
        <a:bodyPr/>
        <a:lstStyle/>
        <a:p>
          <a:endParaRPr lang="en-US"/>
        </a:p>
      </dgm:t>
    </dgm:pt>
    <dgm:pt modelId="{823030B6-3302-45D8-9F04-D8442BAC51F9}">
      <dgm:prSet/>
      <dgm:spPr/>
      <dgm:t>
        <a:bodyPr/>
        <a:lstStyle/>
        <a:p>
          <a:r>
            <a:rPr lang="en-US" dirty="0"/>
            <a:t>-Systematic Review</a:t>
          </a:r>
        </a:p>
      </dgm:t>
    </dgm:pt>
    <dgm:pt modelId="{DBBB4351-E286-486D-A85C-4303BF5CBE27}" type="parTrans" cxnId="{A0CBF34F-4BA8-4680-A0F5-1051AC699C6F}">
      <dgm:prSet/>
      <dgm:spPr/>
      <dgm:t>
        <a:bodyPr/>
        <a:lstStyle/>
        <a:p>
          <a:endParaRPr lang="en-US"/>
        </a:p>
      </dgm:t>
    </dgm:pt>
    <dgm:pt modelId="{EDCECB9A-FA70-45DB-884C-0102C7F7CE4E}" type="sibTrans" cxnId="{A0CBF34F-4BA8-4680-A0F5-1051AC699C6F}">
      <dgm:prSet/>
      <dgm:spPr/>
      <dgm:t>
        <a:bodyPr/>
        <a:lstStyle/>
        <a:p>
          <a:endParaRPr lang="en-US"/>
        </a:p>
      </dgm:t>
    </dgm:pt>
    <dgm:pt modelId="{821E01C8-7BC0-4DC3-B74A-5000D9390E7C}">
      <dgm:prSet/>
      <dgm:spPr/>
      <dgm:t>
        <a:bodyPr/>
        <a:lstStyle/>
        <a:p>
          <a:r>
            <a:rPr lang="en-US" dirty="0"/>
            <a:t>-Scoping Review</a:t>
          </a:r>
        </a:p>
      </dgm:t>
    </dgm:pt>
    <dgm:pt modelId="{4FA540EA-50AB-480B-B6F0-F1637DD0957B}" type="parTrans" cxnId="{B71CCD36-628D-4B8A-89BE-47A2D748FA55}">
      <dgm:prSet/>
      <dgm:spPr/>
      <dgm:t>
        <a:bodyPr/>
        <a:lstStyle/>
        <a:p>
          <a:endParaRPr lang="en-US"/>
        </a:p>
      </dgm:t>
    </dgm:pt>
    <dgm:pt modelId="{3B6FF0A4-5E76-4330-A4F9-3E3D57DDD866}" type="sibTrans" cxnId="{B71CCD36-628D-4B8A-89BE-47A2D748FA55}">
      <dgm:prSet/>
      <dgm:spPr/>
      <dgm:t>
        <a:bodyPr/>
        <a:lstStyle/>
        <a:p>
          <a:endParaRPr lang="en-US"/>
        </a:p>
      </dgm:t>
    </dgm:pt>
    <dgm:pt modelId="{546635CD-0054-4E85-BB38-B6521B678E18}">
      <dgm:prSet/>
      <dgm:spPr/>
      <dgm:t>
        <a:bodyPr/>
        <a:lstStyle/>
        <a:p>
          <a:r>
            <a:rPr lang="en-US" dirty="0"/>
            <a:t>-Theoretical Review</a:t>
          </a:r>
        </a:p>
      </dgm:t>
    </dgm:pt>
    <dgm:pt modelId="{C287C4F8-403E-4C1B-8DFD-2028E64A4D7D}" type="parTrans" cxnId="{C621CCCB-00C1-46C8-B569-BB67F1BE5411}">
      <dgm:prSet/>
      <dgm:spPr/>
      <dgm:t>
        <a:bodyPr/>
        <a:lstStyle/>
        <a:p>
          <a:endParaRPr lang="en-US"/>
        </a:p>
      </dgm:t>
    </dgm:pt>
    <dgm:pt modelId="{3E24B6C4-DB07-46D6-876D-C1F3BABCF43E}" type="sibTrans" cxnId="{C621CCCB-00C1-46C8-B569-BB67F1BE5411}">
      <dgm:prSet/>
      <dgm:spPr/>
      <dgm:t>
        <a:bodyPr/>
        <a:lstStyle/>
        <a:p>
          <a:endParaRPr lang="en-US"/>
        </a:p>
      </dgm:t>
    </dgm:pt>
    <dgm:pt modelId="{1E58F8BC-E9ED-4C81-929D-FCD6F4FF6D1D}">
      <dgm:prSet/>
      <dgm:spPr/>
      <dgm:t>
        <a:bodyPr/>
        <a:lstStyle/>
        <a:p>
          <a:r>
            <a:rPr lang="en-US" dirty="0"/>
            <a:t>-Meta-Analysis</a:t>
          </a:r>
        </a:p>
      </dgm:t>
    </dgm:pt>
    <dgm:pt modelId="{1C73BB25-0B73-4843-819C-0173216D79AF}" type="parTrans" cxnId="{9281BF08-666E-4C11-8D58-B4C2593C34F3}">
      <dgm:prSet/>
      <dgm:spPr/>
      <dgm:t>
        <a:bodyPr/>
        <a:lstStyle/>
        <a:p>
          <a:endParaRPr lang="en-US"/>
        </a:p>
      </dgm:t>
    </dgm:pt>
    <dgm:pt modelId="{A3E36882-46A6-4F5B-A164-501FE70AA4BC}" type="sibTrans" cxnId="{9281BF08-666E-4C11-8D58-B4C2593C34F3}">
      <dgm:prSet/>
      <dgm:spPr/>
      <dgm:t>
        <a:bodyPr/>
        <a:lstStyle/>
        <a:p>
          <a:endParaRPr lang="en-US"/>
        </a:p>
      </dgm:t>
    </dgm:pt>
    <dgm:pt modelId="{C12F17EE-9B36-439E-AE87-D9CE7C09F434}" type="pres">
      <dgm:prSet presAssocID="{0F80F2FF-C025-46E6-93EC-3E56D35F7B52}" presName="vert0" presStyleCnt="0">
        <dgm:presLayoutVars>
          <dgm:dir/>
          <dgm:animOne val="branch"/>
          <dgm:animLvl val="lvl"/>
        </dgm:presLayoutVars>
      </dgm:prSet>
      <dgm:spPr/>
    </dgm:pt>
    <dgm:pt modelId="{6CEACA15-CF98-480F-9594-D9872B31B875}" type="pres">
      <dgm:prSet presAssocID="{A4117EBC-33D5-419E-B790-362171BF2546}" presName="thickLine" presStyleLbl="alignNode1" presStyleIdx="0" presStyleCnt="1"/>
      <dgm:spPr>
        <a:effectLst>
          <a:reflection blurRad="6350" stA="50000" endA="300" endPos="55000" dir="5400000" sy="-100000" algn="bl" rotWithShape="0"/>
        </a:effectLst>
      </dgm:spPr>
    </dgm:pt>
    <dgm:pt modelId="{C86360F4-B60F-4698-8BFD-7BDA4749515C}" type="pres">
      <dgm:prSet presAssocID="{A4117EBC-33D5-419E-B790-362171BF2546}" presName="horz1" presStyleCnt="0"/>
      <dgm:spPr/>
    </dgm:pt>
    <dgm:pt modelId="{33AB8E61-5646-469E-AB09-DA2A1321AC49}" type="pres">
      <dgm:prSet presAssocID="{A4117EBC-33D5-419E-B790-362171BF2546}" presName="tx1" presStyleLbl="revTx" presStyleIdx="0" presStyleCnt="6"/>
      <dgm:spPr/>
    </dgm:pt>
    <dgm:pt modelId="{0AC5EBBE-5088-4297-9367-3B68654EA476}" type="pres">
      <dgm:prSet presAssocID="{A4117EBC-33D5-419E-B790-362171BF2546}" presName="vert1" presStyleCnt="0"/>
      <dgm:spPr/>
    </dgm:pt>
    <dgm:pt modelId="{6EABD008-C8DC-4DBA-8216-EEE1D45780A7}" type="pres">
      <dgm:prSet presAssocID="{B321959D-2213-4DA5-B565-0CB0C2E36250}" presName="vertSpace2a" presStyleCnt="0"/>
      <dgm:spPr/>
    </dgm:pt>
    <dgm:pt modelId="{8D15FB8C-CEAE-46F7-AA14-DD64400D644C}" type="pres">
      <dgm:prSet presAssocID="{B321959D-2213-4DA5-B565-0CB0C2E36250}" presName="horz2" presStyleCnt="0"/>
      <dgm:spPr/>
    </dgm:pt>
    <dgm:pt modelId="{AA83CBD5-2854-43CE-84A3-34A29EC2E41C}" type="pres">
      <dgm:prSet presAssocID="{B321959D-2213-4DA5-B565-0CB0C2E36250}" presName="horzSpace2" presStyleCnt="0"/>
      <dgm:spPr/>
    </dgm:pt>
    <dgm:pt modelId="{725362B6-1193-41D0-AF90-57713895FD4F}" type="pres">
      <dgm:prSet presAssocID="{B321959D-2213-4DA5-B565-0CB0C2E36250}" presName="tx2" presStyleLbl="revTx" presStyleIdx="1" presStyleCnt="6"/>
      <dgm:spPr/>
    </dgm:pt>
    <dgm:pt modelId="{26D2F150-AC1B-4591-9B8B-AF7CEDDFD1F6}" type="pres">
      <dgm:prSet presAssocID="{B321959D-2213-4DA5-B565-0CB0C2E36250}" presName="vert2" presStyleCnt="0"/>
      <dgm:spPr/>
    </dgm:pt>
    <dgm:pt modelId="{EFF2050A-8C49-4B39-ABBB-25023A2F4FB9}" type="pres">
      <dgm:prSet presAssocID="{B321959D-2213-4DA5-B565-0CB0C2E36250}" presName="thinLine2b" presStyleLbl="callout" presStyleIdx="0" presStyleCnt="5"/>
      <dgm:spPr/>
    </dgm:pt>
    <dgm:pt modelId="{D20B89F7-3A44-4A0B-885A-1505C8A5631F}" type="pres">
      <dgm:prSet presAssocID="{B321959D-2213-4DA5-B565-0CB0C2E36250}" presName="vertSpace2b" presStyleCnt="0"/>
      <dgm:spPr/>
    </dgm:pt>
    <dgm:pt modelId="{8DCF13B9-E842-43DC-B3AA-DACD42D4C611}" type="pres">
      <dgm:prSet presAssocID="{823030B6-3302-45D8-9F04-D8442BAC51F9}" presName="horz2" presStyleCnt="0"/>
      <dgm:spPr/>
    </dgm:pt>
    <dgm:pt modelId="{2635A003-C9EA-47FC-A51F-A0DD971FC3D4}" type="pres">
      <dgm:prSet presAssocID="{823030B6-3302-45D8-9F04-D8442BAC51F9}" presName="horzSpace2" presStyleCnt="0"/>
      <dgm:spPr/>
    </dgm:pt>
    <dgm:pt modelId="{4C4B6F03-F280-4B28-8B46-79D101E345AA}" type="pres">
      <dgm:prSet presAssocID="{823030B6-3302-45D8-9F04-D8442BAC51F9}" presName="tx2" presStyleLbl="revTx" presStyleIdx="2" presStyleCnt="6"/>
      <dgm:spPr/>
    </dgm:pt>
    <dgm:pt modelId="{C56A8A3F-743F-4941-8AC1-58FA1A594316}" type="pres">
      <dgm:prSet presAssocID="{823030B6-3302-45D8-9F04-D8442BAC51F9}" presName="vert2" presStyleCnt="0"/>
      <dgm:spPr/>
    </dgm:pt>
    <dgm:pt modelId="{9387DB0C-42C3-4BF9-AF5B-0046C106C94B}" type="pres">
      <dgm:prSet presAssocID="{823030B6-3302-45D8-9F04-D8442BAC51F9}" presName="thinLine2b" presStyleLbl="callout" presStyleIdx="1" presStyleCnt="5"/>
      <dgm:spPr/>
    </dgm:pt>
    <dgm:pt modelId="{57541BFD-A703-4102-905E-1EB016417916}" type="pres">
      <dgm:prSet presAssocID="{823030B6-3302-45D8-9F04-D8442BAC51F9}" presName="vertSpace2b" presStyleCnt="0"/>
      <dgm:spPr/>
    </dgm:pt>
    <dgm:pt modelId="{D8E2189D-58E6-4CEE-8C2F-9FEB543B683A}" type="pres">
      <dgm:prSet presAssocID="{821E01C8-7BC0-4DC3-B74A-5000D9390E7C}" presName="horz2" presStyleCnt="0"/>
      <dgm:spPr/>
    </dgm:pt>
    <dgm:pt modelId="{3E6AE271-5088-4F7E-AFB4-4F7B37A69492}" type="pres">
      <dgm:prSet presAssocID="{821E01C8-7BC0-4DC3-B74A-5000D9390E7C}" presName="horzSpace2" presStyleCnt="0"/>
      <dgm:spPr/>
    </dgm:pt>
    <dgm:pt modelId="{8C7E7C8E-3A46-42AE-B84F-A5A1E7669274}" type="pres">
      <dgm:prSet presAssocID="{821E01C8-7BC0-4DC3-B74A-5000D9390E7C}" presName="tx2" presStyleLbl="revTx" presStyleIdx="3" presStyleCnt="6"/>
      <dgm:spPr/>
    </dgm:pt>
    <dgm:pt modelId="{034303EB-D959-4E82-B87D-2CCCBB12A492}" type="pres">
      <dgm:prSet presAssocID="{821E01C8-7BC0-4DC3-B74A-5000D9390E7C}" presName="vert2" presStyleCnt="0"/>
      <dgm:spPr/>
    </dgm:pt>
    <dgm:pt modelId="{83383E09-0393-4A9A-8729-572F7E2CB1A5}" type="pres">
      <dgm:prSet presAssocID="{821E01C8-7BC0-4DC3-B74A-5000D9390E7C}" presName="thinLine2b" presStyleLbl="callout" presStyleIdx="2" presStyleCnt="5"/>
      <dgm:spPr/>
    </dgm:pt>
    <dgm:pt modelId="{8406F34E-16D6-4870-91AE-0BC2474D8634}" type="pres">
      <dgm:prSet presAssocID="{821E01C8-7BC0-4DC3-B74A-5000D9390E7C}" presName="vertSpace2b" presStyleCnt="0"/>
      <dgm:spPr/>
    </dgm:pt>
    <dgm:pt modelId="{0C750E28-4CB2-44E7-AEE2-1B6C360EF67E}" type="pres">
      <dgm:prSet presAssocID="{546635CD-0054-4E85-BB38-B6521B678E18}" presName="horz2" presStyleCnt="0"/>
      <dgm:spPr/>
    </dgm:pt>
    <dgm:pt modelId="{1AB6D0E3-2DB2-4430-830A-182DF2E57DDE}" type="pres">
      <dgm:prSet presAssocID="{546635CD-0054-4E85-BB38-B6521B678E18}" presName="horzSpace2" presStyleCnt="0"/>
      <dgm:spPr/>
    </dgm:pt>
    <dgm:pt modelId="{A6509AFA-F6DB-429B-9959-CA1A5749E7A1}" type="pres">
      <dgm:prSet presAssocID="{546635CD-0054-4E85-BB38-B6521B678E18}" presName="tx2" presStyleLbl="revTx" presStyleIdx="4" presStyleCnt="6"/>
      <dgm:spPr/>
    </dgm:pt>
    <dgm:pt modelId="{DBD20DFE-2893-4265-8077-010EDA84ED63}" type="pres">
      <dgm:prSet presAssocID="{546635CD-0054-4E85-BB38-B6521B678E18}" presName="vert2" presStyleCnt="0"/>
      <dgm:spPr/>
    </dgm:pt>
    <dgm:pt modelId="{DA8B1FCA-49C8-41BC-A79D-5FFED8FECD4C}" type="pres">
      <dgm:prSet presAssocID="{546635CD-0054-4E85-BB38-B6521B678E18}" presName="thinLine2b" presStyleLbl="callout" presStyleIdx="3" presStyleCnt="5"/>
      <dgm:spPr/>
    </dgm:pt>
    <dgm:pt modelId="{5FC76A65-634D-4CE4-A4DE-E8DCE639C79A}" type="pres">
      <dgm:prSet presAssocID="{546635CD-0054-4E85-BB38-B6521B678E18}" presName="vertSpace2b" presStyleCnt="0"/>
      <dgm:spPr/>
    </dgm:pt>
    <dgm:pt modelId="{E8874B8D-AAC7-4568-ACBD-5A2BD3AA2261}" type="pres">
      <dgm:prSet presAssocID="{1E58F8BC-E9ED-4C81-929D-FCD6F4FF6D1D}" presName="horz2" presStyleCnt="0"/>
      <dgm:spPr/>
    </dgm:pt>
    <dgm:pt modelId="{6E27CCE5-4955-4223-8C10-24D2D3A9C4F9}" type="pres">
      <dgm:prSet presAssocID="{1E58F8BC-E9ED-4C81-929D-FCD6F4FF6D1D}" presName="horzSpace2" presStyleCnt="0"/>
      <dgm:spPr/>
    </dgm:pt>
    <dgm:pt modelId="{73D44B9F-36CA-4AAE-8928-5AE43B12FF4B}" type="pres">
      <dgm:prSet presAssocID="{1E58F8BC-E9ED-4C81-929D-FCD6F4FF6D1D}" presName="tx2" presStyleLbl="revTx" presStyleIdx="5" presStyleCnt="6"/>
      <dgm:spPr/>
    </dgm:pt>
    <dgm:pt modelId="{8DF58596-C51B-4963-BF18-4F7513F22B4D}" type="pres">
      <dgm:prSet presAssocID="{1E58F8BC-E9ED-4C81-929D-FCD6F4FF6D1D}" presName="vert2" presStyleCnt="0"/>
      <dgm:spPr/>
    </dgm:pt>
    <dgm:pt modelId="{6A537F8D-3478-40CD-A80B-2CB1F3994E83}" type="pres">
      <dgm:prSet presAssocID="{1E58F8BC-E9ED-4C81-929D-FCD6F4FF6D1D}" presName="thinLine2b" presStyleLbl="callout" presStyleIdx="4" presStyleCnt="5"/>
      <dgm:spPr/>
    </dgm:pt>
    <dgm:pt modelId="{88B7D0D8-A600-4B79-BC03-557EB871A2E7}" type="pres">
      <dgm:prSet presAssocID="{1E58F8BC-E9ED-4C81-929D-FCD6F4FF6D1D}" presName="vertSpace2b" presStyleCnt="0"/>
      <dgm:spPr/>
    </dgm:pt>
  </dgm:ptLst>
  <dgm:cxnLst>
    <dgm:cxn modelId="{9281BF08-666E-4C11-8D58-B4C2593C34F3}" srcId="{A4117EBC-33D5-419E-B790-362171BF2546}" destId="{1E58F8BC-E9ED-4C81-929D-FCD6F4FF6D1D}" srcOrd="4" destOrd="0" parTransId="{1C73BB25-0B73-4843-819C-0173216D79AF}" sibTransId="{A3E36882-46A6-4F5B-A164-501FE70AA4BC}"/>
    <dgm:cxn modelId="{B4D8F02C-6FBC-4DF0-BD9A-EC4CE75772CD}" type="presOf" srcId="{B321959D-2213-4DA5-B565-0CB0C2E36250}" destId="{725362B6-1193-41D0-AF90-57713895FD4F}" srcOrd="0" destOrd="0" presId="urn:microsoft.com/office/officeart/2008/layout/LinedList"/>
    <dgm:cxn modelId="{B71CCD36-628D-4B8A-89BE-47A2D748FA55}" srcId="{A4117EBC-33D5-419E-B790-362171BF2546}" destId="{821E01C8-7BC0-4DC3-B74A-5000D9390E7C}" srcOrd="2" destOrd="0" parTransId="{4FA540EA-50AB-480B-B6F0-F1637DD0957B}" sibTransId="{3B6FF0A4-5E76-4330-A4F9-3E3D57DDD866}"/>
    <dgm:cxn modelId="{7BEEF547-4C49-4FDB-AA57-2E4D30D34965}" type="presOf" srcId="{0F80F2FF-C025-46E6-93EC-3E56D35F7B52}" destId="{C12F17EE-9B36-439E-AE87-D9CE7C09F434}" srcOrd="0" destOrd="0" presId="urn:microsoft.com/office/officeart/2008/layout/LinedList"/>
    <dgm:cxn modelId="{E8B38248-0D4E-4BB7-A8CD-21C9421F4F28}" type="presOf" srcId="{A4117EBC-33D5-419E-B790-362171BF2546}" destId="{33AB8E61-5646-469E-AB09-DA2A1321AC49}" srcOrd="0" destOrd="0" presId="urn:microsoft.com/office/officeart/2008/layout/LinedList"/>
    <dgm:cxn modelId="{5F91024B-CA33-45A9-95E3-D545BF3EC268}" type="presOf" srcId="{821E01C8-7BC0-4DC3-B74A-5000D9390E7C}" destId="{8C7E7C8E-3A46-42AE-B84F-A5A1E7669274}" srcOrd="0" destOrd="0" presId="urn:microsoft.com/office/officeart/2008/layout/LinedList"/>
    <dgm:cxn modelId="{A0CBF34F-4BA8-4680-A0F5-1051AC699C6F}" srcId="{A4117EBC-33D5-419E-B790-362171BF2546}" destId="{823030B6-3302-45D8-9F04-D8442BAC51F9}" srcOrd="1" destOrd="0" parTransId="{DBBB4351-E286-486D-A85C-4303BF5CBE27}" sibTransId="{EDCECB9A-FA70-45DB-884C-0102C7F7CE4E}"/>
    <dgm:cxn modelId="{FD13B051-8A50-4653-AE70-812E4395975E}" type="presOf" srcId="{546635CD-0054-4E85-BB38-B6521B678E18}" destId="{A6509AFA-F6DB-429B-9959-CA1A5749E7A1}" srcOrd="0" destOrd="0" presId="urn:microsoft.com/office/officeart/2008/layout/LinedList"/>
    <dgm:cxn modelId="{B66DDC58-4237-4135-A9C0-4F2F3F980115}" type="presOf" srcId="{823030B6-3302-45D8-9F04-D8442BAC51F9}" destId="{4C4B6F03-F280-4B28-8B46-79D101E345AA}" srcOrd="0" destOrd="0" presId="urn:microsoft.com/office/officeart/2008/layout/LinedList"/>
    <dgm:cxn modelId="{F9F56380-F853-4909-8F01-8FC22A336600}" type="presOf" srcId="{1E58F8BC-E9ED-4C81-929D-FCD6F4FF6D1D}" destId="{73D44B9F-36CA-4AAE-8928-5AE43B12FF4B}" srcOrd="0" destOrd="0" presId="urn:microsoft.com/office/officeart/2008/layout/LinedList"/>
    <dgm:cxn modelId="{9211DABF-BB3B-429C-9A0B-70A739060328}" srcId="{A4117EBC-33D5-419E-B790-362171BF2546}" destId="{B321959D-2213-4DA5-B565-0CB0C2E36250}" srcOrd="0" destOrd="0" parTransId="{0190B826-CE57-429D-8660-3C2047E4B7AA}" sibTransId="{93E8BA1F-B1EF-4D0A-9064-3B29FE596CB9}"/>
    <dgm:cxn modelId="{C621CCCB-00C1-46C8-B569-BB67F1BE5411}" srcId="{A4117EBC-33D5-419E-B790-362171BF2546}" destId="{546635CD-0054-4E85-BB38-B6521B678E18}" srcOrd="3" destOrd="0" parTransId="{C287C4F8-403E-4C1B-8DFD-2028E64A4D7D}" sibTransId="{3E24B6C4-DB07-46D6-876D-C1F3BABCF43E}"/>
    <dgm:cxn modelId="{4AA9EAE7-6603-448B-9A0E-4894E1B70C59}" srcId="{0F80F2FF-C025-46E6-93EC-3E56D35F7B52}" destId="{A4117EBC-33D5-419E-B790-362171BF2546}" srcOrd="0" destOrd="0" parTransId="{F1C60640-6A82-4A71-9C88-883BD98B988E}" sibTransId="{90533B98-5283-4029-A309-A2D65CB63C15}"/>
    <dgm:cxn modelId="{BDBBA804-69DC-4E27-A716-EDC7B642AB7B}" type="presParOf" srcId="{C12F17EE-9B36-439E-AE87-D9CE7C09F434}" destId="{6CEACA15-CF98-480F-9594-D9872B31B875}" srcOrd="0" destOrd="0" presId="urn:microsoft.com/office/officeart/2008/layout/LinedList"/>
    <dgm:cxn modelId="{01B9FC4B-40A6-44BB-9CDA-80BDDD5EAF9B}" type="presParOf" srcId="{C12F17EE-9B36-439E-AE87-D9CE7C09F434}" destId="{C86360F4-B60F-4698-8BFD-7BDA4749515C}" srcOrd="1" destOrd="0" presId="urn:microsoft.com/office/officeart/2008/layout/LinedList"/>
    <dgm:cxn modelId="{FD814215-7511-4A83-8132-6B88BBF752BC}" type="presParOf" srcId="{C86360F4-B60F-4698-8BFD-7BDA4749515C}" destId="{33AB8E61-5646-469E-AB09-DA2A1321AC49}" srcOrd="0" destOrd="0" presId="urn:microsoft.com/office/officeart/2008/layout/LinedList"/>
    <dgm:cxn modelId="{F0C44522-6C31-4689-8060-16E470B2A86D}" type="presParOf" srcId="{C86360F4-B60F-4698-8BFD-7BDA4749515C}" destId="{0AC5EBBE-5088-4297-9367-3B68654EA476}" srcOrd="1" destOrd="0" presId="urn:microsoft.com/office/officeart/2008/layout/LinedList"/>
    <dgm:cxn modelId="{547C2E1B-74AB-4497-BA10-F5CA612C8F6D}" type="presParOf" srcId="{0AC5EBBE-5088-4297-9367-3B68654EA476}" destId="{6EABD008-C8DC-4DBA-8216-EEE1D45780A7}" srcOrd="0" destOrd="0" presId="urn:microsoft.com/office/officeart/2008/layout/LinedList"/>
    <dgm:cxn modelId="{A0C7ACB7-79BD-42E1-A50F-AF387AD75E58}" type="presParOf" srcId="{0AC5EBBE-5088-4297-9367-3B68654EA476}" destId="{8D15FB8C-CEAE-46F7-AA14-DD64400D644C}" srcOrd="1" destOrd="0" presId="urn:microsoft.com/office/officeart/2008/layout/LinedList"/>
    <dgm:cxn modelId="{746A67E9-82D9-4397-8DD2-E6D71087BCCC}" type="presParOf" srcId="{8D15FB8C-CEAE-46F7-AA14-DD64400D644C}" destId="{AA83CBD5-2854-43CE-84A3-34A29EC2E41C}" srcOrd="0" destOrd="0" presId="urn:microsoft.com/office/officeart/2008/layout/LinedList"/>
    <dgm:cxn modelId="{D5D3C3E6-9680-4B85-A685-66096CC0896B}" type="presParOf" srcId="{8D15FB8C-CEAE-46F7-AA14-DD64400D644C}" destId="{725362B6-1193-41D0-AF90-57713895FD4F}" srcOrd="1" destOrd="0" presId="urn:microsoft.com/office/officeart/2008/layout/LinedList"/>
    <dgm:cxn modelId="{80A1B628-33BE-4CB5-A0A7-8386A72F97CC}" type="presParOf" srcId="{8D15FB8C-CEAE-46F7-AA14-DD64400D644C}" destId="{26D2F150-AC1B-4591-9B8B-AF7CEDDFD1F6}" srcOrd="2" destOrd="0" presId="urn:microsoft.com/office/officeart/2008/layout/LinedList"/>
    <dgm:cxn modelId="{1F4C5CDA-E818-45ED-9C9B-19ED29B33EEF}" type="presParOf" srcId="{0AC5EBBE-5088-4297-9367-3B68654EA476}" destId="{EFF2050A-8C49-4B39-ABBB-25023A2F4FB9}" srcOrd="2" destOrd="0" presId="urn:microsoft.com/office/officeart/2008/layout/LinedList"/>
    <dgm:cxn modelId="{B69130ED-1820-4DB2-A888-6C4C7ED38042}" type="presParOf" srcId="{0AC5EBBE-5088-4297-9367-3B68654EA476}" destId="{D20B89F7-3A44-4A0B-885A-1505C8A5631F}" srcOrd="3" destOrd="0" presId="urn:microsoft.com/office/officeart/2008/layout/LinedList"/>
    <dgm:cxn modelId="{834A1F33-29C0-4696-B187-EBB26EAFFCA4}" type="presParOf" srcId="{0AC5EBBE-5088-4297-9367-3B68654EA476}" destId="{8DCF13B9-E842-43DC-B3AA-DACD42D4C611}" srcOrd="4" destOrd="0" presId="urn:microsoft.com/office/officeart/2008/layout/LinedList"/>
    <dgm:cxn modelId="{81A55600-3002-4053-94E1-8A8E3D5EA118}" type="presParOf" srcId="{8DCF13B9-E842-43DC-B3AA-DACD42D4C611}" destId="{2635A003-C9EA-47FC-A51F-A0DD971FC3D4}" srcOrd="0" destOrd="0" presId="urn:microsoft.com/office/officeart/2008/layout/LinedList"/>
    <dgm:cxn modelId="{5B3D84F5-35CD-4A49-B299-3D7305FBC90E}" type="presParOf" srcId="{8DCF13B9-E842-43DC-B3AA-DACD42D4C611}" destId="{4C4B6F03-F280-4B28-8B46-79D101E345AA}" srcOrd="1" destOrd="0" presId="urn:microsoft.com/office/officeart/2008/layout/LinedList"/>
    <dgm:cxn modelId="{F2FACCF2-CDC4-40AD-8CA9-FEB88DE7BBAE}" type="presParOf" srcId="{8DCF13B9-E842-43DC-B3AA-DACD42D4C611}" destId="{C56A8A3F-743F-4941-8AC1-58FA1A594316}" srcOrd="2" destOrd="0" presId="urn:microsoft.com/office/officeart/2008/layout/LinedList"/>
    <dgm:cxn modelId="{36E20030-599A-4907-8F06-CC9608CDADAB}" type="presParOf" srcId="{0AC5EBBE-5088-4297-9367-3B68654EA476}" destId="{9387DB0C-42C3-4BF9-AF5B-0046C106C94B}" srcOrd="5" destOrd="0" presId="urn:microsoft.com/office/officeart/2008/layout/LinedList"/>
    <dgm:cxn modelId="{4004937C-5797-483C-BDC4-055409F1F2FD}" type="presParOf" srcId="{0AC5EBBE-5088-4297-9367-3B68654EA476}" destId="{57541BFD-A703-4102-905E-1EB016417916}" srcOrd="6" destOrd="0" presId="urn:microsoft.com/office/officeart/2008/layout/LinedList"/>
    <dgm:cxn modelId="{CC27B62A-F9B3-43B3-9420-829E70F881F2}" type="presParOf" srcId="{0AC5EBBE-5088-4297-9367-3B68654EA476}" destId="{D8E2189D-58E6-4CEE-8C2F-9FEB543B683A}" srcOrd="7" destOrd="0" presId="urn:microsoft.com/office/officeart/2008/layout/LinedList"/>
    <dgm:cxn modelId="{A8B15AF2-2505-40E5-B259-831BEAA10FD5}" type="presParOf" srcId="{D8E2189D-58E6-4CEE-8C2F-9FEB543B683A}" destId="{3E6AE271-5088-4F7E-AFB4-4F7B37A69492}" srcOrd="0" destOrd="0" presId="urn:microsoft.com/office/officeart/2008/layout/LinedList"/>
    <dgm:cxn modelId="{E6150E4D-3A50-4DF2-9398-6C1AA42E5514}" type="presParOf" srcId="{D8E2189D-58E6-4CEE-8C2F-9FEB543B683A}" destId="{8C7E7C8E-3A46-42AE-B84F-A5A1E7669274}" srcOrd="1" destOrd="0" presId="urn:microsoft.com/office/officeart/2008/layout/LinedList"/>
    <dgm:cxn modelId="{AA6BD6CD-5CC2-41F7-A289-B3731AF24646}" type="presParOf" srcId="{D8E2189D-58E6-4CEE-8C2F-9FEB543B683A}" destId="{034303EB-D959-4E82-B87D-2CCCBB12A492}" srcOrd="2" destOrd="0" presId="urn:microsoft.com/office/officeart/2008/layout/LinedList"/>
    <dgm:cxn modelId="{88190531-4229-40D7-8B31-5ACB652E57E5}" type="presParOf" srcId="{0AC5EBBE-5088-4297-9367-3B68654EA476}" destId="{83383E09-0393-4A9A-8729-572F7E2CB1A5}" srcOrd="8" destOrd="0" presId="urn:microsoft.com/office/officeart/2008/layout/LinedList"/>
    <dgm:cxn modelId="{0BB8DD72-0138-4DB3-9577-C24DFC92DB91}" type="presParOf" srcId="{0AC5EBBE-5088-4297-9367-3B68654EA476}" destId="{8406F34E-16D6-4870-91AE-0BC2474D8634}" srcOrd="9" destOrd="0" presId="urn:microsoft.com/office/officeart/2008/layout/LinedList"/>
    <dgm:cxn modelId="{D57A7FF8-3B08-494B-BA33-F99ED10731F0}" type="presParOf" srcId="{0AC5EBBE-5088-4297-9367-3B68654EA476}" destId="{0C750E28-4CB2-44E7-AEE2-1B6C360EF67E}" srcOrd="10" destOrd="0" presId="urn:microsoft.com/office/officeart/2008/layout/LinedList"/>
    <dgm:cxn modelId="{AA1C0CB0-B23E-4F12-9CDA-8651710F6BB4}" type="presParOf" srcId="{0C750E28-4CB2-44E7-AEE2-1B6C360EF67E}" destId="{1AB6D0E3-2DB2-4430-830A-182DF2E57DDE}" srcOrd="0" destOrd="0" presId="urn:microsoft.com/office/officeart/2008/layout/LinedList"/>
    <dgm:cxn modelId="{599085B3-F7DE-4211-B61F-5E55BD6A3206}" type="presParOf" srcId="{0C750E28-4CB2-44E7-AEE2-1B6C360EF67E}" destId="{A6509AFA-F6DB-429B-9959-CA1A5749E7A1}" srcOrd="1" destOrd="0" presId="urn:microsoft.com/office/officeart/2008/layout/LinedList"/>
    <dgm:cxn modelId="{9A8260EE-A4C1-4FA4-A10D-AFE5F5DF8588}" type="presParOf" srcId="{0C750E28-4CB2-44E7-AEE2-1B6C360EF67E}" destId="{DBD20DFE-2893-4265-8077-010EDA84ED63}" srcOrd="2" destOrd="0" presId="urn:microsoft.com/office/officeart/2008/layout/LinedList"/>
    <dgm:cxn modelId="{299160F8-D5B0-43AF-9093-EF8673969500}" type="presParOf" srcId="{0AC5EBBE-5088-4297-9367-3B68654EA476}" destId="{DA8B1FCA-49C8-41BC-A79D-5FFED8FECD4C}" srcOrd="11" destOrd="0" presId="urn:microsoft.com/office/officeart/2008/layout/LinedList"/>
    <dgm:cxn modelId="{98A43EC8-EEB2-4B0E-8FC0-070DE22B440F}" type="presParOf" srcId="{0AC5EBBE-5088-4297-9367-3B68654EA476}" destId="{5FC76A65-634D-4CE4-A4DE-E8DCE639C79A}" srcOrd="12" destOrd="0" presId="urn:microsoft.com/office/officeart/2008/layout/LinedList"/>
    <dgm:cxn modelId="{DDDCF2C7-40F7-4C12-B1DF-B05BEBD24EF6}" type="presParOf" srcId="{0AC5EBBE-5088-4297-9367-3B68654EA476}" destId="{E8874B8D-AAC7-4568-ACBD-5A2BD3AA2261}" srcOrd="13" destOrd="0" presId="urn:microsoft.com/office/officeart/2008/layout/LinedList"/>
    <dgm:cxn modelId="{8AB81796-059D-456E-AC07-D98A360C39D9}" type="presParOf" srcId="{E8874B8D-AAC7-4568-ACBD-5A2BD3AA2261}" destId="{6E27CCE5-4955-4223-8C10-24D2D3A9C4F9}" srcOrd="0" destOrd="0" presId="urn:microsoft.com/office/officeart/2008/layout/LinedList"/>
    <dgm:cxn modelId="{3E30F55A-C907-4585-8EE6-78C907D1F5D4}" type="presParOf" srcId="{E8874B8D-AAC7-4568-ACBD-5A2BD3AA2261}" destId="{73D44B9F-36CA-4AAE-8928-5AE43B12FF4B}" srcOrd="1" destOrd="0" presId="urn:microsoft.com/office/officeart/2008/layout/LinedList"/>
    <dgm:cxn modelId="{AC3C7E13-5EFA-4A65-9447-6CD1EA74D961}" type="presParOf" srcId="{E8874B8D-AAC7-4568-ACBD-5A2BD3AA2261}" destId="{8DF58596-C51B-4963-BF18-4F7513F22B4D}" srcOrd="2" destOrd="0" presId="urn:microsoft.com/office/officeart/2008/layout/LinedList"/>
    <dgm:cxn modelId="{E151984A-A1F9-4B47-9A2F-0B21F603EE7B}" type="presParOf" srcId="{0AC5EBBE-5088-4297-9367-3B68654EA476}" destId="{6A537F8D-3478-40CD-A80B-2CB1F3994E83}" srcOrd="14" destOrd="0" presId="urn:microsoft.com/office/officeart/2008/layout/LinedList"/>
    <dgm:cxn modelId="{4E39C65E-52C0-4AF5-AF0B-948613DEAAB5}" type="presParOf" srcId="{0AC5EBBE-5088-4297-9367-3B68654EA476}" destId="{88B7D0D8-A600-4B79-BC03-557EB871A2E7}" srcOrd="15"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927F137-0A14-43AE-AC07-B27314D330B5}"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00A5D838-35E7-4326-AD06-B6EAFD32384D}">
      <dgm:prSet/>
      <dgm:spPr/>
      <dgm:t>
        <a:bodyPr/>
        <a:lstStyle/>
        <a:p>
          <a:r>
            <a:rPr lang="en-US" b="1" i="0" baseline="0" dirty="0">
              <a:latin typeface="Aptos Display" panose="020B0004020202020204" pitchFamily="34" charset="0"/>
            </a:rPr>
            <a:t>Definition:</a:t>
          </a:r>
          <a:endParaRPr lang="en-US" dirty="0">
            <a:latin typeface="Aptos Display" panose="020B0004020202020204" pitchFamily="34" charset="0"/>
          </a:endParaRPr>
        </a:p>
      </dgm:t>
    </dgm:pt>
    <dgm:pt modelId="{CC3BE353-E596-4AC1-999C-F1AB5B5FF1F8}" type="parTrans" cxnId="{036CB78E-E976-4F06-9A3B-E7AA963B3052}">
      <dgm:prSet/>
      <dgm:spPr/>
      <dgm:t>
        <a:bodyPr/>
        <a:lstStyle/>
        <a:p>
          <a:endParaRPr lang="en-US">
            <a:latin typeface="Aptos Display" panose="020B0004020202020204" pitchFamily="34" charset="0"/>
          </a:endParaRPr>
        </a:p>
      </dgm:t>
    </dgm:pt>
    <dgm:pt modelId="{F70CE4F6-FC89-4DEE-BA78-F91BF0CC1164}" type="sibTrans" cxnId="{036CB78E-E976-4F06-9A3B-E7AA963B3052}">
      <dgm:prSet/>
      <dgm:spPr/>
      <dgm:t>
        <a:bodyPr/>
        <a:lstStyle/>
        <a:p>
          <a:endParaRPr lang="en-US">
            <a:latin typeface="Aptos Display" panose="020B0004020202020204" pitchFamily="34" charset="0"/>
          </a:endParaRPr>
        </a:p>
      </dgm:t>
    </dgm:pt>
    <dgm:pt modelId="{ACB559BA-B5BE-4572-BFAD-3C6A3CB92E52}">
      <dgm:prSet/>
      <dgm:spPr/>
      <dgm:t>
        <a:bodyPr/>
        <a:lstStyle/>
        <a:p>
          <a:r>
            <a:rPr lang="en-US" b="1" i="0" baseline="0" dirty="0">
              <a:latin typeface="Aptos Display" panose="020B0004020202020204" pitchFamily="34" charset="0"/>
            </a:rPr>
            <a:t>Objective:</a:t>
          </a:r>
          <a:endParaRPr lang="en-US" dirty="0">
            <a:latin typeface="Aptos Display" panose="020B0004020202020204" pitchFamily="34" charset="0"/>
          </a:endParaRPr>
        </a:p>
      </dgm:t>
    </dgm:pt>
    <dgm:pt modelId="{4173986F-01B7-44DC-B8A0-C804C4C1BB1D}" type="parTrans" cxnId="{F263A13F-A7BE-4923-A1DA-A9094038A1EA}">
      <dgm:prSet/>
      <dgm:spPr/>
      <dgm:t>
        <a:bodyPr/>
        <a:lstStyle/>
        <a:p>
          <a:endParaRPr lang="en-US">
            <a:latin typeface="Aptos Display" panose="020B0004020202020204" pitchFamily="34" charset="0"/>
          </a:endParaRPr>
        </a:p>
      </dgm:t>
    </dgm:pt>
    <dgm:pt modelId="{53261BB7-2823-4DD2-844D-7B671BE0F178}" type="sibTrans" cxnId="{F263A13F-A7BE-4923-A1DA-A9094038A1EA}">
      <dgm:prSet/>
      <dgm:spPr/>
      <dgm:t>
        <a:bodyPr/>
        <a:lstStyle/>
        <a:p>
          <a:endParaRPr lang="en-US">
            <a:latin typeface="Aptos Display" panose="020B0004020202020204" pitchFamily="34" charset="0"/>
          </a:endParaRPr>
        </a:p>
      </dgm:t>
    </dgm:pt>
    <dgm:pt modelId="{2F88D47A-3B6E-4FBC-A9A0-388911283049}">
      <dgm:prSet/>
      <dgm:spPr/>
      <dgm:t>
        <a:bodyPr/>
        <a:lstStyle/>
        <a:p>
          <a:r>
            <a:rPr lang="en-US" b="1" i="0" baseline="0">
              <a:latin typeface="Aptos Display" panose="020B0004020202020204" pitchFamily="34" charset="0"/>
            </a:rPr>
            <a:t>Key Goals:</a:t>
          </a:r>
          <a:endParaRPr lang="en-US">
            <a:latin typeface="Aptos Display" panose="020B0004020202020204" pitchFamily="34" charset="0"/>
          </a:endParaRPr>
        </a:p>
      </dgm:t>
    </dgm:pt>
    <dgm:pt modelId="{7EE3D0C9-721A-4B32-ACE5-95B5708478F3}" type="parTrans" cxnId="{DB468A5A-4B6D-4F19-BE5E-A26F176E3E22}">
      <dgm:prSet/>
      <dgm:spPr/>
      <dgm:t>
        <a:bodyPr/>
        <a:lstStyle/>
        <a:p>
          <a:endParaRPr lang="en-US">
            <a:latin typeface="Aptos Display" panose="020B0004020202020204" pitchFamily="34" charset="0"/>
          </a:endParaRPr>
        </a:p>
      </dgm:t>
    </dgm:pt>
    <dgm:pt modelId="{88564043-D641-4D4B-8A6A-BFDCF7CCD683}" type="sibTrans" cxnId="{DB468A5A-4B6D-4F19-BE5E-A26F176E3E22}">
      <dgm:prSet/>
      <dgm:spPr/>
      <dgm:t>
        <a:bodyPr/>
        <a:lstStyle/>
        <a:p>
          <a:endParaRPr lang="en-US">
            <a:latin typeface="Aptos Display" panose="020B0004020202020204" pitchFamily="34" charset="0"/>
          </a:endParaRPr>
        </a:p>
      </dgm:t>
    </dgm:pt>
    <dgm:pt modelId="{6CBD215F-8FC0-426B-874A-B2D47B672E48}">
      <dgm:prSet/>
      <dgm:spPr/>
      <dgm:t>
        <a:bodyPr/>
        <a:lstStyle/>
        <a:p>
          <a:r>
            <a:rPr lang="en-US" b="0" i="0" baseline="0" dirty="0">
              <a:latin typeface="Aptos Display" panose="020B0004020202020204" pitchFamily="34" charset="0"/>
            </a:rPr>
            <a:t>Judge the </a:t>
          </a:r>
          <a:r>
            <a:rPr lang="en-US" b="1" i="0" baseline="0" dirty="0">
              <a:latin typeface="Aptos Display" panose="020B0004020202020204" pitchFamily="34" charset="0"/>
            </a:rPr>
            <a:t>soundness of methodologies</a:t>
          </a:r>
          <a:r>
            <a:rPr lang="en-US" b="0" i="0" baseline="0" dirty="0">
              <a:latin typeface="Aptos Display" panose="020B0004020202020204" pitchFamily="34" charset="0"/>
            </a:rPr>
            <a:t> used.</a:t>
          </a:r>
          <a:endParaRPr lang="en-US" dirty="0">
            <a:latin typeface="Aptos Display" panose="020B0004020202020204" pitchFamily="34" charset="0"/>
          </a:endParaRPr>
        </a:p>
      </dgm:t>
    </dgm:pt>
    <dgm:pt modelId="{F61141FC-4F04-4913-8B9C-E8C1D1E6C289}" type="parTrans" cxnId="{D833012D-F21C-4C0D-B5C2-702F3C0BE874}">
      <dgm:prSet/>
      <dgm:spPr/>
      <dgm:t>
        <a:bodyPr/>
        <a:lstStyle/>
        <a:p>
          <a:endParaRPr lang="en-US">
            <a:latin typeface="Aptos Display" panose="020B0004020202020204" pitchFamily="34" charset="0"/>
          </a:endParaRPr>
        </a:p>
      </dgm:t>
    </dgm:pt>
    <dgm:pt modelId="{F51118D9-2D50-49B6-9A51-46C8E6E001EE}" type="sibTrans" cxnId="{D833012D-F21C-4C0D-B5C2-702F3C0BE874}">
      <dgm:prSet/>
      <dgm:spPr/>
      <dgm:t>
        <a:bodyPr/>
        <a:lstStyle/>
        <a:p>
          <a:endParaRPr lang="en-US">
            <a:latin typeface="Aptos Display" panose="020B0004020202020204" pitchFamily="34" charset="0"/>
          </a:endParaRPr>
        </a:p>
      </dgm:t>
    </dgm:pt>
    <dgm:pt modelId="{9199A5CE-85F6-490E-A4F1-68F7DB682B33}">
      <dgm:prSet/>
      <dgm:spPr/>
      <dgm:t>
        <a:bodyPr/>
        <a:lstStyle/>
        <a:p>
          <a:r>
            <a:rPr lang="en-US" b="0" i="0" baseline="0" dirty="0">
              <a:latin typeface="Aptos Display" panose="020B0004020202020204" pitchFamily="34" charset="0"/>
            </a:rPr>
            <a:t>Analyze how the literature </a:t>
          </a:r>
          <a:r>
            <a:rPr lang="en-US" b="1" i="0" baseline="0" dirty="0">
              <a:latin typeface="Aptos Display" panose="020B0004020202020204" pitchFamily="34" charset="0"/>
            </a:rPr>
            <a:t>supports or contradicts</a:t>
          </a:r>
          <a:r>
            <a:rPr lang="en-US" b="0" i="0" baseline="0" dirty="0">
              <a:latin typeface="Aptos Display" panose="020B0004020202020204" pitchFamily="34" charset="0"/>
            </a:rPr>
            <a:t> existing theories.</a:t>
          </a:r>
          <a:endParaRPr lang="en-US" dirty="0">
            <a:latin typeface="Aptos Display" panose="020B0004020202020204" pitchFamily="34" charset="0"/>
          </a:endParaRPr>
        </a:p>
      </dgm:t>
    </dgm:pt>
    <dgm:pt modelId="{009D8E4B-B7E8-44A6-823F-5A5DFBD7A93F}" type="parTrans" cxnId="{A1143245-6F25-46C4-B0D6-58CA4334D211}">
      <dgm:prSet/>
      <dgm:spPr/>
      <dgm:t>
        <a:bodyPr/>
        <a:lstStyle/>
        <a:p>
          <a:endParaRPr lang="en-US">
            <a:latin typeface="Aptos Display" panose="020B0004020202020204" pitchFamily="34" charset="0"/>
          </a:endParaRPr>
        </a:p>
      </dgm:t>
    </dgm:pt>
    <dgm:pt modelId="{09DD589D-9D1B-468E-9BC2-417BFB689269}" type="sibTrans" cxnId="{A1143245-6F25-46C4-B0D6-58CA4334D211}">
      <dgm:prSet/>
      <dgm:spPr/>
      <dgm:t>
        <a:bodyPr/>
        <a:lstStyle/>
        <a:p>
          <a:endParaRPr lang="en-US">
            <a:latin typeface="Aptos Display" panose="020B0004020202020204" pitchFamily="34" charset="0"/>
          </a:endParaRPr>
        </a:p>
      </dgm:t>
    </dgm:pt>
    <dgm:pt modelId="{CADAFC1A-3791-4046-A6A8-72DC954B04DA}">
      <dgm:prSet/>
      <dgm:spPr/>
      <dgm:t>
        <a:bodyPr/>
        <a:lstStyle/>
        <a:p>
          <a:r>
            <a:rPr lang="en-US" b="0" i="0" baseline="0" dirty="0">
              <a:latin typeface="Aptos Display" panose="020B0004020202020204" pitchFamily="34" charset="0"/>
            </a:rPr>
            <a:t>Establish a framework for your </a:t>
          </a:r>
          <a:r>
            <a:rPr lang="en-US" b="1" i="0" baseline="0" dirty="0">
              <a:latin typeface="Aptos Display" panose="020B0004020202020204" pitchFamily="34" charset="0"/>
            </a:rPr>
            <a:t>original contribution</a:t>
          </a:r>
          <a:r>
            <a:rPr lang="en-US" b="0" i="0" baseline="0" dirty="0">
              <a:latin typeface="Aptos Display" panose="020B0004020202020204" pitchFamily="34" charset="0"/>
            </a:rPr>
            <a:t> to the field.</a:t>
          </a:r>
          <a:endParaRPr lang="en-US" dirty="0">
            <a:latin typeface="Aptos Display" panose="020B0004020202020204" pitchFamily="34" charset="0"/>
          </a:endParaRPr>
        </a:p>
      </dgm:t>
    </dgm:pt>
    <dgm:pt modelId="{19A7FEFD-0234-47C8-88D0-A40D6B6012EB}" type="parTrans" cxnId="{26C86991-2488-4516-B6FA-03262BA0954C}">
      <dgm:prSet/>
      <dgm:spPr/>
      <dgm:t>
        <a:bodyPr/>
        <a:lstStyle/>
        <a:p>
          <a:endParaRPr lang="en-US">
            <a:latin typeface="Aptos Display" panose="020B0004020202020204" pitchFamily="34" charset="0"/>
          </a:endParaRPr>
        </a:p>
      </dgm:t>
    </dgm:pt>
    <dgm:pt modelId="{0634549C-18D2-4A55-A92D-359B4135A18F}" type="sibTrans" cxnId="{26C86991-2488-4516-B6FA-03262BA0954C}">
      <dgm:prSet/>
      <dgm:spPr/>
      <dgm:t>
        <a:bodyPr/>
        <a:lstStyle/>
        <a:p>
          <a:endParaRPr lang="en-US">
            <a:latin typeface="Aptos Display" panose="020B0004020202020204" pitchFamily="34" charset="0"/>
          </a:endParaRPr>
        </a:p>
      </dgm:t>
    </dgm:pt>
    <dgm:pt modelId="{6E5D1528-185A-4AAC-827E-4059EB2DA1D6}">
      <dgm:prSet/>
      <dgm:spPr/>
      <dgm:t>
        <a:bodyPr/>
        <a:lstStyle/>
        <a:p>
          <a:r>
            <a:rPr lang="en-US" b="0" i="0" baseline="0" dirty="0">
              <a:latin typeface="Aptos Display" panose="020B0004020202020204" pitchFamily="34" charset="0"/>
            </a:rPr>
            <a:t>A systematic approach to assessing the quality, relevance, and contribution of research literature.</a:t>
          </a:r>
          <a:endParaRPr lang="en-US" dirty="0">
            <a:latin typeface="Aptos Display" panose="020B0004020202020204" pitchFamily="34" charset="0"/>
          </a:endParaRPr>
        </a:p>
      </dgm:t>
    </dgm:pt>
    <dgm:pt modelId="{EEF5964E-CA16-4E9B-A613-6A2B159A08DA}" type="parTrans" cxnId="{9B70162C-6A31-48CD-93B5-BFD75C0630FA}">
      <dgm:prSet/>
      <dgm:spPr/>
      <dgm:t>
        <a:bodyPr/>
        <a:lstStyle/>
        <a:p>
          <a:endParaRPr lang="en-GB"/>
        </a:p>
      </dgm:t>
    </dgm:pt>
    <dgm:pt modelId="{A14931AD-901F-4EB6-9CF4-FF1F0F07CE19}" type="sibTrans" cxnId="{9B70162C-6A31-48CD-93B5-BFD75C0630FA}">
      <dgm:prSet/>
      <dgm:spPr/>
      <dgm:t>
        <a:bodyPr/>
        <a:lstStyle/>
        <a:p>
          <a:endParaRPr lang="en-GB"/>
        </a:p>
      </dgm:t>
    </dgm:pt>
    <dgm:pt modelId="{08058BF7-5BC4-4C5B-B424-58AF969B2C79}">
      <dgm:prSet/>
      <dgm:spPr/>
      <dgm:t>
        <a:bodyPr/>
        <a:lstStyle/>
        <a:p>
          <a:r>
            <a:rPr lang="en-US" b="0" i="0" baseline="0" dirty="0">
              <a:latin typeface="Aptos Display" panose="020B0004020202020204" pitchFamily="34" charset="0"/>
            </a:rPr>
            <a:t>Identify gaps, question validity, and ensure alignment with your research aims.</a:t>
          </a:r>
          <a:endParaRPr lang="en-US" dirty="0">
            <a:latin typeface="Aptos Display" panose="020B0004020202020204" pitchFamily="34" charset="0"/>
          </a:endParaRPr>
        </a:p>
      </dgm:t>
    </dgm:pt>
    <dgm:pt modelId="{3DDF5731-2E9A-4903-A7DC-4AEFB73BBE67}" type="parTrans" cxnId="{FA3D4F41-3008-42F9-B286-A06A7A3C3BCC}">
      <dgm:prSet/>
      <dgm:spPr/>
      <dgm:t>
        <a:bodyPr/>
        <a:lstStyle/>
        <a:p>
          <a:endParaRPr lang="en-GB"/>
        </a:p>
      </dgm:t>
    </dgm:pt>
    <dgm:pt modelId="{CBEEBEC5-AE15-477D-A346-DCA5079127B1}" type="sibTrans" cxnId="{FA3D4F41-3008-42F9-B286-A06A7A3C3BCC}">
      <dgm:prSet/>
      <dgm:spPr/>
      <dgm:t>
        <a:bodyPr/>
        <a:lstStyle/>
        <a:p>
          <a:endParaRPr lang="en-GB"/>
        </a:p>
      </dgm:t>
    </dgm:pt>
    <dgm:pt modelId="{4C416FFF-D570-412C-A8A2-72025DD4553F}" type="pres">
      <dgm:prSet presAssocID="{E927F137-0A14-43AE-AC07-B27314D330B5}" presName="vert0" presStyleCnt="0">
        <dgm:presLayoutVars>
          <dgm:dir/>
          <dgm:animOne val="branch"/>
          <dgm:animLvl val="lvl"/>
        </dgm:presLayoutVars>
      </dgm:prSet>
      <dgm:spPr/>
    </dgm:pt>
    <dgm:pt modelId="{1D626A5C-06AB-484B-9A28-DC4B955827E3}" type="pres">
      <dgm:prSet presAssocID="{00A5D838-35E7-4326-AD06-B6EAFD32384D}" presName="thickLine" presStyleLbl="alignNode1" presStyleIdx="0" presStyleCnt="3"/>
      <dgm:spPr/>
    </dgm:pt>
    <dgm:pt modelId="{ED48CB9F-0B6B-424A-A6A0-8FCCE6B56ECA}" type="pres">
      <dgm:prSet presAssocID="{00A5D838-35E7-4326-AD06-B6EAFD32384D}" presName="horz1" presStyleCnt="0"/>
      <dgm:spPr/>
    </dgm:pt>
    <dgm:pt modelId="{E8592BFE-B34B-452A-AD88-1F2A591ABDD6}" type="pres">
      <dgm:prSet presAssocID="{00A5D838-35E7-4326-AD06-B6EAFD32384D}" presName="tx1" presStyleLbl="revTx" presStyleIdx="0" presStyleCnt="8"/>
      <dgm:spPr/>
    </dgm:pt>
    <dgm:pt modelId="{CCD62D91-A020-4633-AD23-61EFBEE2F46B}" type="pres">
      <dgm:prSet presAssocID="{00A5D838-35E7-4326-AD06-B6EAFD32384D}" presName="vert1" presStyleCnt="0"/>
      <dgm:spPr/>
    </dgm:pt>
    <dgm:pt modelId="{202B7F5B-E418-4C8E-A2CF-8011708CF512}" type="pres">
      <dgm:prSet presAssocID="{6E5D1528-185A-4AAC-827E-4059EB2DA1D6}" presName="vertSpace2a" presStyleCnt="0"/>
      <dgm:spPr/>
    </dgm:pt>
    <dgm:pt modelId="{10E31270-26DA-46FA-A8BD-9839827E6C5A}" type="pres">
      <dgm:prSet presAssocID="{6E5D1528-185A-4AAC-827E-4059EB2DA1D6}" presName="horz2" presStyleCnt="0"/>
      <dgm:spPr/>
    </dgm:pt>
    <dgm:pt modelId="{F34AFAE7-E0FE-4834-8E5C-F2B612CA3BA9}" type="pres">
      <dgm:prSet presAssocID="{6E5D1528-185A-4AAC-827E-4059EB2DA1D6}" presName="horzSpace2" presStyleCnt="0"/>
      <dgm:spPr/>
    </dgm:pt>
    <dgm:pt modelId="{2D627AC0-D0ED-4B60-B192-558954086C6A}" type="pres">
      <dgm:prSet presAssocID="{6E5D1528-185A-4AAC-827E-4059EB2DA1D6}" presName="tx2" presStyleLbl="revTx" presStyleIdx="1" presStyleCnt="8"/>
      <dgm:spPr/>
    </dgm:pt>
    <dgm:pt modelId="{D4A25CDC-03AB-4AC9-B322-76C3D25177F4}" type="pres">
      <dgm:prSet presAssocID="{6E5D1528-185A-4AAC-827E-4059EB2DA1D6}" presName="vert2" presStyleCnt="0"/>
      <dgm:spPr/>
    </dgm:pt>
    <dgm:pt modelId="{52E9C830-AE04-44AC-BC49-938D6D36E3FF}" type="pres">
      <dgm:prSet presAssocID="{6E5D1528-185A-4AAC-827E-4059EB2DA1D6}" presName="thinLine2b" presStyleLbl="callout" presStyleIdx="0" presStyleCnt="5"/>
      <dgm:spPr/>
    </dgm:pt>
    <dgm:pt modelId="{B8167D73-BEC6-48B1-A109-6EF095FF21A0}" type="pres">
      <dgm:prSet presAssocID="{6E5D1528-185A-4AAC-827E-4059EB2DA1D6}" presName="vertSpace2b" presStyleCnt="0"/>
      <dgm:spPr/>
    </dgm:pt>
    <dgm:pt modelId="{8C188A98-028F-4480-B830-0DD6A81E8EB1}" type="pres">
      <dgm:prSet presAssocID="{ACB559BA-B5BE-4572-BFAD-3C6A3CB92E52}" presName="thickLine" presStyleLbl="alignNode1" presStyleIdx="1" presStyleCnt="3"/>
      <dgm:spPr/>
    </dgm:pt>
    <dgm:pt modelId="{FCE299CC-77C1-437C-B074-342431E2CE43}" type="pres">
      <dgm:prSet presAssocID="{ACB559BA-B5BE-4572-BFAD-3C6A3CB92E52}" presName="horz1" presStyleCnt="0"/>
      <dgm:spPr/>
    </dgm:pt>
    <dgm:pt modelId="{63896E23-2129-4950-BEFD-110DB9B5074C}" type="pres">
      <dgm:prSet presAssocID="{ACB559BA-B5BE-4572-BFAD-3C6A3CB92E52}" presName="tx1" presStyleLbl="revTx" presStyleIdx="2" presStyleCnt="8"/>
      <dgm:spPr/>
    </dgm:pt>
    <dgm:pt modelId="{65084466-4417-4C40-AB73-461506789C78}" type="pres">
      <dgm:prSet presAssocID="{ACB559BA-B5BE-4572-BFAD-3C6A3CB92E52}" presName="vert1" presStyleCnt="0"/>
      <dgm:spPr/>
    </dgm:pt>
    <dgm:pt modelId="{219DD355-2506-4563-A3D7-DE8FAB5EF489}" type="pres">
      <dgm:prSet presAssocID="{08058BF7-5BC4-4C5B-B424-58AF969B2C79}" presName="vertSpace2a" presStyleCnt="0"/>
      <dgm:spPr/>
    </dgm:pt>
    <dgm:pt modelId="{D0BC5ABC-3EF9-4AC0-B0D7-45FB01516BA3}" type="pres">
      <dgm:prSet presAssocID="{08058BF7-5BC4-4C5B-B424-58AF969B2C79}" presName="horz2" presStyleCnt="0"/>
      <dgm:spPr/>
    </dgm:pt>
    <dgm:pt modelId="{16CE55BD-860C-40A1-82D7-C7AA92FC6CBB}" type="pres">
      <dgm:prSet presAssocID="{08058BF7-5BC4-4C5B-B424-58AF969B2C79}" presName="horzSpace2" presStyleCnt="0"/>
      <dgm:spPr/>
    </dgm:pt>
    <dgm:pt modelId="{DDE5D10F-4592-4FB4-B7E1-4769CB733263}" type="pres">
      <dgm:prSet presAssocID="{08058BF7-5BC4-4C5B-B424-58AF969B2C79}" presName="tx2" presStyleLbl="revTx" presStyleIdx="3" presStyleCnt="8"/>
      <dgm:spPr/>
    </dgm:pt>
    <dgm:pt modelId="{E59B1993-7A4B-4A4E-AEDE-42666CDA2B8F}" type="pres">
      <dgm:prSet presAssocID="{08058BF7-5BC4-4C5B-B424-58AF969B2C79}" presName="vert2" presStyleCnt="0"/>
      <dgm:spPr/>
    </dgm:pt>
    <dgm:pt modelId="{F47325A2-FB0B-4C34-A6F5-D058C758BF6B}" type="pres">
      <dgm:prSet presAssocID="{08058BF7-5BC4-4C5B-B424-58AF969B2C79}" presName="thinLine2b" presStyleLbl="callout" presStyleIdx="1" presStyleCnt="5"/>
      <dgm:spPr/>
    </dgm:pt>
    <dgm:pt modelId="{81F817F1-F4F0-426F-A6B7-0D57ABBC16C4}" type="pres">
      <dgm:prSet presAssocID="{08058BF7-5BC4-4C5B-B424-58AF969B2C79}" presName="vertSpace2b" presStyleCnt="0"/>
      <dgm:spPr/>
    </dgm:pt>
    <dgm:pt modelId="{D5E9AE82-5C48-4C8E-BAEB-BE1B02184427}" type="pres">
      <dgm:prSet presAssocID="{2F88D47A-3B6E-4FBC-A9A0-388911283049}" presName="thickLine" presStyleLbl="alignNode1" presStyleIdx="2" presStyleCnt="3"/>
      <dgm:spPr/>
    </dgm:pt>
    <dgm:pt modelId="{F47BB662-E59A-4CC0-93B1-8695CB35F70B}" type="pres">
      <dgm:prSet presAssocID="{2F88D47A-3B6E-4FBC-A9A0-388911283049}" presName="horz1" presStyleCnt="0"/>
      <dgm:spPr/>
    </dgm:pt>
    <dgm:pt modelId="{634CDC1D-87C7-4CC1-AEF8-8473BF0F6D36}" type="pres">
      <dgm:prSet presAssocID="{2F88D47A-3B6E-4FBC-A9A0-388911283049}" presName="tx1" presStyleLbl="revTx" presStyleIdx="4" presStyleCnt="8"/>
      <dgm:spPr/>
    </dgm:pt>
    <dgm:pt modelId="{C116283A-8D27-4241-8181-447AC798890F}" type="pres">
      <dgm:prSet presAssocID="{2F88D47A-3B6E-4FBC-A9A0-388911283049}" presName="vert1" presStyleCnt="0"/>
      <dgm:spPr/>
    </dgm:pt>
    <dgm:pt modelId="{2358C042-44FB-4455-A08A-2ACE092DC29B}" type="pres">
      <dgm:prSet presAssocID="{6CBD215F-8FC0-426B-874A-B2D47B672E48}" presName="vertSpace2a" presStyleCnt="0"/>
      <dgm:spPr/>
    </dgm:pt>
    <dgm:pt modelId="{DC8121DC-F4A4-49ED-BA6C-E4A9265DF0DD}" type="pres">
      <dgm:prSet presAssocID="{6CBD215F-8FC0-426B-874A-B2D47B672E48}" presName="horz2" presStyleCnt="0"/>
      <dgm:spPr/>
    </dgm:pt>
    <dgm:pt modelId="{CB496EBB-AD0B-44C2-8E5B-08814AD88B33}" type="pres">
      <dgm:prSet presAssocID="{6CBD215F-8FC0-426B-874A-B2D47B672E48}" presName="horzSpace2" presStyleCnt="0"/>
      <dgm:spPr/>
    </dgm:pt>
    <dgm:pt modelId="{266D9E90-53DA-4ACC-B777-E083A53EAC35}" type="pres">
      <dgm:prSet presAssocID="{6CBD215F-8FC0-426B-874A-B2D47B672E48}" presName="tx2" presStyleLbl="revTx" presStyleIdx="5" presStyleCnt="8"/>
      <dgm:spPr/>
    </dgm:pt>
    <dgm:pt modelId="{352C395F-F1D8-4E2A-854D-7A074D297026}" type="pres">
      <dgm:prSet presAssocID="{6CBD215F-8FC0-426B-874A-B2D47B672E48}" presName="vert2" presStyleCnt="0"/>
      <dgm:spPr/>
    </dgm:pt>
    <dgm:pt modelId="{52DBBC6D-8FB7-49EC-AEEC-2D6D7B98C758}" type="pres">
      <dgm:prSet presAssocID="{6CBD215F-8FC0-426B-874A-B2D47B672E48}" presName="thinLine2b" presStyleLbl="callout" presStyleIdx="2" presStyleCnt="5"/>
      <dgm:spPr/>
    </dgm:pt>
    <dgm:pt modelId="{893C28E5-92A7-4A39-BB64-BB4A1A5678E9}" type="pres">
      <dgm:prSet presAssocID="{6CBD215F-8FC0-426B-874A-B2D47B672E48}" presName="vertSpace2b" presStyleCnt="0"/>
      <dgm:spPr/>
    </dgm:pt>
    <dgm:pt modelId="{7FAB5676-B040-4284-AA1C-8CF38ACD665A}" type="pres">
      <dgm:prSet presAssocID="{9199A5CE-85F6-490E-A4F1-68F7DB682B33}" presName="horz2" presStyleCnt="0"/>
      <dgm:spPr/>
    </dgm:pt>
    <dgm:pt modelId="{2FAB981B-0EE9-43DD-9537-01282740A046}" type="pres">
      <dgm:prSet presAssocID="{9199A5CE-85F6-490E-A4F1-68F7DB682B33}" presName="horzSpace2" presStyleCnt="0"/>
      <dgm:spPr/>
    </dgm:pt>
    <dgm:pt modelId="{C40BB105-694F-4B22-A190-2BB8A52B927D}" type="pres">
      <dgm:prSet presAssocID="{9199A5CE-85F6-490E-A4F1-68F7DB682B33}" presName="tx2" presStyleLbl="revTx" presStyleIdx="6" presStyleCnt="8"/>
      <dgm:spPr/>
    </dgm:pt>
    <dgm:pt modelId="{5EB58769-EBED-4DE3-BF20-F9188DCF6B16}" type="pres">
      <dgm:prSet presAssocID="{9199A5CE-85F6-490E-A4F1-68F7DB682B33}" presName="vert2" presStyleCnt="0"/>
      <dgm:spPr/>
    </dgm:pt>
    <dgm:pt modelId="{8DE2BE42-BC7F-4808-A382-5C93F76DF9C5}" type="pres">
      <dgm:prSet presAssocID="{9199A5CE-85F6-490E-A4F1-68F7DB682B33}" presName="thinLine2b" presStyleLbl="callout" presStyleIdx="3" presStyleCnt="5"/>
      <dgm:spPr/>
    </dgm:pt>
    <dgm:pt modelId="{1F1F09FC-B81A-42A0-BF34-3A0F269C9844}" type="pres">
      <dgm:prSet presAssocID="{9199A5CE-85F6-490E-A4F1-68F7DB682B33}" presName="vertSpace2b" presStyleCnt="0"/>
      <dgm:spPr/>
    </dgm:pt>
    <dgm:pt modelId="{2CA70BE8-0377-44AC-A626-E6911FA527C2}" type="pres">
      <dgm:prSet presAssocID="{CADAFC1A-3791-4046-A6A8-72DC954B04DA}" presName="horz2" presStyleCnt="0"/>
      <dgm:spPr/>
    </dgm:pt>
    <dgm:pt modelId="{331FCD1B-85C3-4073-9C75-73DA599D3287}" type="pres">
      <dgm:prSet presAssocID="{CADAFC1A-3791-4046-A6A8-72DC954B04DA}" presName="horzSpace2" presStyleCnt="0"/>
      <dgm:spPr/>
    </dgm:pt>
    <dgm:pt modelId="{845863D0-0929-44BF-9BDE-558FC9B3DDB8}" type="pres">
      <dgm:prSet presAssocID="{CADAFC1A-3791-4046-A6A8-72DC954B04DA}" presName="tx2" presStyleLbl="revTx" presStyleIdx="7" presStyleCnt="8"/>
      <dgm:spPr/>
    </dgm:pt>
    <dgm:pt modelId="{2709EF13-E994-433F-AD59-970FD0984FD3}" type="pres">
      <dgm:prSet presAssocID="{CADAFC1A-3791-4046-A6A8-72DC954B04DA}" presName="vert2" presStyleCnt="0"/>
      <dgm:spPr/>
    </dgm:pt>
    <dgm:pt modelId="{BCF3F75A-6171-4B12-A6D7-B3CEB889604E}" type="pres">
      <dgm:prSet presAssocID="{CADAFC1A-3791-4046-A6A8-72DC954B04DA}" presName="thinLine2b" presStyleLbl="callout" presStyleIdx="4" presStyleCnt="5"/>
      <dgm:spPr/>
    </dgm:pt>
    <dgm:pt modelId="{D44A77F0-8C75-42BE-A762-E00C15DE20AD}" type="pres">
      <dgm:prSet presAssocID="{CADAFC1A-3791-4046-A6A8-72DC954B04DA}" presName="vertSpace2b" presStyleCnt="0"/>
      <dgm:spPr/>
    </dgm:pt>
  </dgm:ptLst>
  <dgm:cxnLst>
    <dgm:cxn modelId="{8D797E02-D893-44B9-A3B7-BE60E6F91DBF}" type="presOf" srcId="{2F88D47A-3B6E-4FBC-A9A0-388911283049}" destId="{634CDC1D-87C7-4CC1-AEF8-8473BF0F6D36}" srcOrd="0" destOrd="0" presId="urn:microsoft.com/office/officeart/2008/layout/LinedList"/>
    <dgm:cxn modelId="{BC7C1C0F-FD9C-462D-A487-1A8ACD94E987}" type="presOf" srcId="{E927F137-0A14-43AE-AC07-B27314D330B5}" destId="{4C416FFF-D570-412C-A8A2-72025DD4553F}" srcOrd="0" destOrd="0" presId="urn:microsoft.com/office/officeart/2008/layout/LinedList"/>
    <dgm:cxn modelId="{D5FFF813-8333-4782-8C6A-5FB22AB30219}" type="presOf" srcId="{6CBD215F-8FC0-426B-874A-B2D47B672E48}" destId="{266D9E90-53DA-4ACC-B777-E083A53EAC35}" srcOrd="0" destOrd="0" presId="urn:microsoft.com/office/officeart/2008/layout/LinedList"/>
    <dgm:cxn modelId="{9B70162C-6A31-48CD-93B5-BFD75C0630FA}" srcId="{00A5D838-35E7-4326-AD06-B6EAFD32384D}" destId="{6E5D1528-185A-4AAC-827E-4059EB2DA1D6}" srcOrd="0" destOrd="0" parTransId="{EEF5964E-CA16-4E9B-A613-6A2B159A08DA}" sibTransId="{A14931AD-901F-4EB6-9CF4-FF1F0F07CE19}"/>
    <dgm:cxn modelId="{D833012D-F21C-4C0D-B5C2-702F3C0BE874}" srcId="{2F88D47A-3B6E-4FBC-A9A0-388911283049}" destId="{6CBD215F-8FC0-426B-874A-B2D47B672E48}" srcOrd="0" destOrd="0" parTransId="{F61141FC-4F04-4913-8B9C-E8C1D1E6C289}" sibTransId="{F51118D9-2D50-49B6-9A51-46C8E6E001EE}"/>
    <dgm:cxn modelId="{F263A13F-A7BE-4923-A1DA-A9094038A1EA}" srcId="{E927F137-0A14-43AE-AC07-B27314D330B5}" destId="{ACB559BA-B5BE-4572-BFAD-3C6A3CB92E52}" srcOrd="1" destOrd="0" parTransId="{4173986F-01B7-44DC-B8A0-C804C4C1BB1D}" sibTransId="{53261BB7-2823-4DD2-844D-7B671BE0F178}"/>
    <dgm:cxn modelId="{FA3D4F41-3008-42F9-B286-A06A7A3C3BCC}" srcId="{ACB559BA-B5BE-4572-BFAD-3C6A3CB92E52}" destId="{08058BF7-5BC4-4C5B-B424-58AF969B2C79}" srcOrd="0" destOrd="0" parTransId="{3DDF5731-2E9A-4903-A7DC-4AEFB73BBE67}" sibTransId="{CBEEBEC5-AE15-477D-A346-DCA5079127B1}"/>
    <dgm:cxn modelId="{A1143245-6F25-46C4-B0D6-58CA4334D211}" srcId="{2F88D47A-3B6E-4FBC-A9A0-388911283049}" destId="{9199A5CE-85F6-490E-A4F1-68F7DB682B33}" srcOrd="1" destOrd="0" parTransId="{009D8E4B-B7E8-44A6-823F-5A5DFBD7A93F}" sibTransId="{09DD589D-9D1B-468E-9BC2-417BFB689269}"/>
    <dgm:cxn modelId="{B002E16F-7FF7-4575-A861-7E6C46567AE5}" type="presOf" srcId="{00A5D838-35E7-4326-AD06-B6EAFD32384D}" destId="{E8592BFE-B34B-452A-AD88-1F2A591ABDD6}" srcOrd="0" destOrd="0" presId="urn:microsoft.com/office/officeart/2008/layout/LinedList"/>
    <dgm:cxn modelId="{DB468A5A-4B6D-4F19-BE5E-A26F176E3E22}" srcId="{E927F137-0A14-43AE-AC07-B27314D330B5}" destId="{2F88D47A-3B6E-4FBC-A9A0-388911283049}" srcOrd="2" destOrd="0" parTransId="{7EE3D0C9-721A-4B32-ACE5-95B5708478F3}" sibTransId="{88564043-D641-4D4B-8A6A-BFDCF7CCD683}"/>
    <dgm:cxn modelId="{036CB78E-E976-4F06-9A3B-E7AA963B3052}" srcId="{E927F137-0A14-43AE-AC07-B27314D330B5}" destId="{00A5D838-35E7-4326-AD06-B6EAFD32384D}" srcOrd="0" destOrd="0" parTransId="{CC3BE353-E596-4AC1-999C-F1AB5B5FF1F8}" sibTransId="{F70CE4F6-FC89-4DEE-BA78-F91BF0CC1164}"/>
    <dgm:cxn modelId="{26C86991-2488-4516-B6FA-03262BA0954C}" srcId="{2F88D47A-3B6E-4FBC-A9A0-388911283049}" destId="{CADAFC1A-3791-4046-A6A8-72DC954B04DA}" srcOrd="2" destOrd="0" parTransId="{19A7FEFD-0234-47C8-88D0-A40D6B6012EB}" sibTransId="{0634549C-18D2-4A55-A92D-359B4135A18F}"/>
    <dgm:cxn modelId="{77A4F6A3-A083-43FC-945B-17E199FB9B33}" type="presOf" srcId="{6E5D1528-185A-4AAC-827E-4059EB2DA1D6}" destId="{2D627AC0-D0ED-4B60-B192-558954086C6A}" srcOrd="0" destOrd="0" presId="urn:microsoft.com/office/officeart/2008/layout/LinedList"/>
    <dgm:cxn modelId="{648ED3A7-D02E-4CDA-98DC-60578A90BAEC}" type="presOf" srcId="{ACB559BA-B5BE-4572-BFAD-3C6A3CB92E52}" destId="{63896E23-2129-4950-BEFD-110DB9B5074C}" srcOrd="0" destOrd="0" presId="urn:microsoft.com/office/officeart/2008/layout/LinedList"/>
    <dgm:cxn modelId="{93F011BA-ECC0-4267-B40A-080F414CA850}" type="presOf" srcId="{9199A5CE-85F6-490E-A4F1-68F7DB682B33}" destId="{C40BB105-694F-4B22-A190-2BB8A52B927D}" srcOrd="0" destOrd="0" presId="urn:microsoft.com/office/officeart/2008/layout/LinedList"/>
    <dgm:cxn modelId="{C66119BA-380C-4C21-BA7B-8ED9B47EA4AE}" type="presOf" srcId="{CADAFC1A-3791-4046-A6A8-72DC954B04DA}" destId="{845863D0-0929-44BF-9BDE-558FC9B3DDB8}" srcOrd="0" destOrd="0" presId="urn:microsoft.com/office/officeart/2008/layout/LinedList"/>
    <dgm:cxn modelId="{1502E7DC-4B42-43E4-A323-078BED547B70}" type="presOf" srcId="{08058BF7-5BC4-4C5B-B424-58AF969B2C79}" destId="{DDE5D10F-4592-4FB4-B7E1-4769CB733263}" srcOrd="0" destOrd="0" presId="urn:microsoft.com/office/officeart/2008/layout/LinedList"/>
    <dgm:cxn modelId="{47E20678-76DC-47B1-8C42-D1E0693B580F}" type="presParOf" srcId="{4C416FFF-D570-412C-A8A2-72025DD4553F}" destId="{1D626A5C-06AB-484B-9A28-DC4B955827E3}" srcOrd="0" destOrd="0" presId="urn:microsoft.com/office/officeart/2008/layout/LinedList"/>
    <dgm:cxn modelId="{C60A5221-6201-40A7-B0C9-793E6096CE46}" type="presParOf" srcId="{4C416FFF-D570-412C-A8A2-72025DD4553F}" destId="{ED48CB9F-0B6B-424A-A6A0-8FCCE6B56ECA}" srcOrd="1" destOrd="0" presId="urn:microsoft.com/office/officeart/2008/layout/LinedList"/>
    <dgm:cxn modelId="{08F70CA6-0BBC-4662-B33B-2400B041C2D0}" type="presParOf" srcId="{ED48CB9F-0B6B-424A-A6A0-8FCCE6B56ECA}" destId="{E8592BFE-B34B-452A-AD88-1F2A591ABDD6}" srcOrd="0" destOrd="0" presId="urn:microsoft.com/office/officeart/2008/layout/LinedList"/>
    <dgm:cxn modelId="{A1988342-C2D1-4B62-8DF0-4084B89A1583}" type="presParOf" srcId="{ED48CB9F-0B6B-424A-A6A0-8FCCE6B56ECA}" destId="{CCD62D91-A020-4633-AD23-61EFBEE2F46B}" srcOrd="1" destOrd="0" presId="urn:microsoft.com/office/officeart/2008/layout/LinedList"/>
    <dgm:cxn modelId="{D3204E8D-5AB7-4372-9503-C26C80E69D7E}" type="presParOf" srcId="{CCD62D91-A020-4633-AD23-61EFBEE2F46B}" destId="{202B7F5B-E418-4C8E-A2CF-8011708CF512}" srcOrd="0" destOrd="0" presId="urn:microsoft.com/office/officeart/2008/layout/LinedList"/>
    <dgm:cxn modelId="{D0CE1C20-9313-407F-88CB-E78DAC8E7863}" type="presParOf" srcId="{CCD62D91-A020-4633-AD23-61EFBEE2F46B}" destId="{10E31270-26DA-46FA-A8BD-9839827E6C5A}" srcOrd="1" destOrd="0" presId="urn:microsoft.com/office/officeart/2008/layout/LinedList"/>
    <dgm:cxn modelId="{FF120AD5-A481-4EDD-817F-263CDD26289C}" type="presParOf" srcId="{10E31270-26DA-46FA-A8BD-9839827E6C5A}" destId="{F34AFAE7-E0FE-4834-8E5C-F2B612CA3BA9}" srcOrd="0" destOrd="0" presId="urn:microsoft.com/office/officeart/2008/layout/LinedList"/>
    <dgm:cxn modelId="{FCDC8781-BE67-4ECD-90A1-ACA0E63E85EE}" type="presParOf" srcId="{10E31270-26DA-46FA-A8BD-9839827E6C5A}" destId="{2D627AC0-D0ED-4B60-B192-558954086C6A}" srcOrd="1" destOrd="0" presId="urn:microsoft.com/office/officeart/2008/layout/LinedList"/>
    <dgm:cxn modelId="{84F32B0E-23CB-40C4-A822-62E6059A4CF6}" type="presParOf" srcId="{10E31270-26DA-46FA-A8BD-9839827E6C5A}" destId="{D4A25CDC-03AB-4AC9-B322-76C3D25177F4}" srcOrd="2" destOrd="0" presId="urn:microsoft.com/office/officeart/2008/layout/LinedList"/>
    <dgm:cxn modelId="{18A8D14F-AC84-4D48-98B0-2D80DCA799A6}" type="presParOf" srcId="{CCD62D91-A020-4633-AD23-61EFBEE2F46B}" destId="{52E9C830-AE04-44AC-BC49-938D6D36E3FF}" srcOrd="2" destOrd="0" presId="urn:microsoft.com/office/officeart/2008/layout/LinedList"/>
    <dgm:cxn modelId="{A8B481FB-AD12-4EA3-84DF-B18C2339CFE8}" type="presParOf" srcId="{CCD62D91-A020-4633-AD23-61EFBEE2F46B}" destId="{B8167D73-BEC6-48B1-A109-6EF095FF21A0}" srcOrd="3" destOrd="0" presId="urn:microsoft.com/office/officeart/2008/layout/LinedList"/>
    <dgm:cxn modelId="{5B6F6EFB-24BD-4BB4-8C80-07E982364822}" type="presParOf" srcId="{4C416FFF-D570-412C-A8A2-72025DD4553F}" destId="{8C188A98-028F-4480-B830-0DD6A81E8EB1}" srcOrd="2" destOrd="0" presId="urn:microsoft.com/office/officeart/2008/layout/LinedList"/>
    <dgm:cxn modelId="{F53BD866-7342-4079-BA5B-5C0DD14B4B45}" type="presParOf" srcId="{4C416FFF-D570-412C-A8A2-72025DD4553F}" destId="{FCE299CC-77C1-437C-B074-342431E2CE43}" srcOrd="3" destOrd="0" presId="urn:microsoft.com/office/officeart/2008/layout/LinedList"/>
    <dgm:cxn modelId="{0A5A9507-E7C3-4D6F-8953-74326E348053}" type="presParOf" srcId="{FCE299CC-77C1-437C-B074-342431E2CE43}" destId="{63896E23-2129-4950-BEFD-110DB9B5074C}" srcOrd="0" destOrd="0" presId="urn:microsoft.com/office/officeart/2008/layout/LinedList"/>
    <dgm:cxn modelId="{1ADC60E7-D1E0-410D-AA8C-E9A263B3296E}" type="presParOf" srcId="{FCE299CC-77C1-437C-B074-342431E2CE43}" destId="{65084466-4417-4C40-AB73-461506789C78}" srcOrd="1" destOrd="0" presId="urn:microsoft.com/office/officeart/2008/layout/LinedList"/>
    <dgm:cxn modelId="{8436CC0B-2BC4-4972-BC79-66E692157F7C}" type="presParOf" srcId="{65084466-4417-4C40-AB73-461506789C78}" destId="{219DD355-2506-4563-A3D7-DE8FAB5EF489}" srcOrd="0" destOrd="0" presId="urn:microsoft.com/office/officeart/2008/layout/LinedList"/>
    <dgm:cxn modelId="{705060B2-84B7-4458-9BCB-A853361167DB}" type="presParOf" srcId="{65084466-4417-4C40-AB73-461506789C78}" destId="{D0BC5ABC-3EF9-4AC0-B0D7-45FB01516BA3}" srcOrd="1" destOrd="0" presId="urn:microsoft.com/office/officeart/2008/layout/LinedList"/>
    <dgm:cxn modelId="{90F512D0-BF7E-4DEF-A9D4-E2C2ADB70036}" type="presParOf" srcId="{D0BC5ABC-3EF9-4AC0-B0D7-45FB01516BA3}" destId="{16CE55BD-860C-40A1-82D7-C7AA92FC6CBB}" srcOrd="0" destOrd="0" presId="urn:microsoft.com/office/officeart/2008/layout/LinedList"/>
    <dgm:cxn modelId="{1D2AA330-9057-4179-8DD7-A40226545799}" type="presParOf" srcId="{D0BC5ABC-3EF9-4AC0-B0D7-45FB01516BA3}" destId="{DDE5D10F-4592-4FB4-B7E1-4769CB733263}" srcOrd="1" destOrd="0" presId="urn:microsoft.com/office/officeart/2008/layout/LinedList"/>
    <dgm:cxn modelId="{2BDBA85E-C878-4D08-B680-00B18554AB1E}" type="presParOf" srcId="{D0BC5ABC-3EF9-4AC0-B0D7-45FB01516BA3}" destId="{E59B1993-7A4B-4A4E-AEDE-42666CDA2B8F}" srcOrd="2" destOrd="0" presId="urn:microsoft.com/office/officeart/2008/layout/LinedList"/>
    <dgm:cxn modelId="{D718493E-08F0-4787-89D0-4A2A27E65685}" type="presParOf" srcId="{65084466-4417-4C40-AB73-461506789C78}" destId="{F47325A2-FB0B-4C34-A6F5-D058C758BF6B}" srcOrd="2" destOrd="0" presId="urn:microsoft.com/office/officeart/2008/layout/LinedList"/>
    <dgm:cxn modelId="{CA552299-9CAE-48E7-AFBB-90E6B1BFE41F}" type="presParOf" srcId="{65084466-4417-4C40-AB73-461506789C78}" destId="{81F817F1-F4F0-426F-A6B7-0D57ABBC16C4}" srcOrd="3" destOrd="0" presId="urn:microsoft.com/office/officeart/2008/layout/LinedList"/>
    <dgm:cxn modelId="{D3E6DC5B-7DFA-41DF-BA67-963AFE4CDD4A}" type="presParOf" srcId="{4C416FFF-D570-412C-A8A2-72025DD4553F}" destId="{D5E9AE82-5C48-4C8E-BAEB-BE1B02184427}" srcOrd="4" destOrd="0" presId="urn:microsoft.com/office/officeart/2008/layout/LinedList"/>
    <dgm:cxn modelId="{C6D4BB61-C355-4842-8CEB-996EF9B6A2A1}" type="presParOf" srcId="{4C416FFF-D570-412C-A8A2-72025DD4553F}" destId="{F47BB662-E59A-4CC0-93B1-8695CB35F70B}" srcOrd="5" destOrd="0" presId="urn:microsoft.com/office/officeart/2008/layout/LinedList"/>
    <dgm:cxn modelId="{0C920770-6C23-4EC8-ADA7-B4908D29AF65}" type="presParOf" srcId="{F47BB662-E59A-4CC0-93B1-8695CB35F70B}" destId="{634CDC1D-87C7-4CC1-AEF8-8473BF0F6D36}" srcOrd="0" destOrd="0" presId="urn:microsoft.com/office/officeart/2008/layout/LinedList"/>
    <dgm:cxn modelId="{51DFC417-F9D9-4DC8-81E3-D1BFF2532D62}" type="presParOf" srcId="{F47BB662-E59A-4CC0-93B1-8695CB35F70B}" destId="{C116283A-8D27-4241-8181-447AC798890F}" srcOrd="1" destOrd="0" presId="urn:microsoft.com/office/officeart/2008/layout/LinedList"/>
    <dgm:cxn modelId="{32569F0A-F7DA-4962-BB14-CA515115F88A}" type="presParOf" srcId="{C116283A-8D27-4241-8181-447AC798890F}" destId="{2358C042-44FB-4455-A08A-2ACE092DC29B}" srcOrd="0" destOrd="0" presId="urn:microsoft.com/office/officeart/2008/layout/LinedList"/>
    <dgm:cxn modelId="{F874EDD2-5EF8-49A5-BB58-E0B1F1F5D5BA}" type="presParOf" srcId="{C116283A-8D27-4241-8181-447AC798890F}" destId="{DC8121DC-F4A4-49ED-BA6C-E4A9265DF0DD}" srcOrd="1" destOrd="0" presId="urn:microsoft.com/office/officeart/2008/layout/LinedList"/>
    <dgm:cxn modelId="{52AB5291-A9FE-4DDC-BE04-DFA0DF11B5D3}" type="presParOf" srcId="{DC8121DC-F4A4-49ED-BA6C-E4A9265DF0DD}" destId="{CB496EBB-AD0B-44C2-8E5B-08814AD88B33}" srcOrd="0" destOrd="0" presId="urn:microsoft.com/office/officeart/2008/layout/LinedList"/>
    <dgm:cxn modelId="{6E324F11-1C19-45D8-8471-5D8B77347FCA}" type="presParOf" srcId="{DC8121DC-F4A4-49ED-BA6C-E4A9265DF0DD}" destId="{266D9E90-53DA-4ACC-B777-E083A53EAC35}" srcOrd="1" destOrd="0" presId="urn:microsoft.com/office/officeart/2008/layout/LinedList"/>
    <dgm:cxn modelId="{43117FED-781D-4668-BA6A-4C2153012C56}" type="presParOf" srcId="{DC8121DC-F4A4-49ED-BA6C-E4A9265DF0DD}" destId="{352C395F-F1D8-4E2A-854D-7A074D297026}" srcOrd="2" destOrd="0" presId="urn:microsoft.com/office/officeart/2008/layout/LinedList"/>
    <dgm:cxn modelId="{E34251D0-F6D1-4F10-B01F-792617B151A0}" type="presParOf" srcId="{C116283A-8D27-4241-8181-447AC798890F}" destId="{52DBBC6D-8FB7-49EC-AEEC-2D6D7B98C758}" srcOrd="2" destOrd="0" presId="urn:microsoft.com/office/officeart/2008/layout/LinedList"/>
    <dgm:cxn modelId="{B7363AB1-6E87-4D27-9152-D0B3FB4EC425}" type="presParOf" srcId="{C116283A-8D27-4241-8181-447AC798890F}" destId="{893C28E5-92A7-4A39-BB64-BB4A1A5678E9}" srcOrd="3" destOrd="0" presId="urn:microsoft.com/office/officeart/2008/layout/LinedList"/>
    <dgm:cxn modelId="{53477BE1-9C00-47BC-97CE-AB76D89C8F42}" type="presParOf" srcId="{C116283A-8D27-4241-8181-447AC798890F}" destId="{7FAB5676-B040-4284-AA1C-8CF38ACD665A}" srcOrd="4" destOrd="0" presId="urn:microsoft.com/office/officeart/2008/layout/LinedList"/>
    <dgm:cxn modelId="{3F59EB18-EB0C-4D8E-8E9E-8688C287836B}" type="presParOf" srcId="{7FAB5676-B040-4284-AA1C-8CF38ACD665A}" destId="{2FAB981B-0EE9-43DD-9537-01282740A046}" srcOrd="0" destOrd="0" presId="urn:microsoft.com/office/officeart/2008/layout/LinedList"/>
    <dgm:cxn modelId="{D68B88D3-665F-4AE7-8EE8-AE23FB0F9694}" type="presParOf" srcId="{7FAB5676-B040-4284-AA1C-8CF38ACD665A}" destId="{C40BB105-694F-4B22-A190-2BB8A52B927D}" srcOrd="1" destOrd="0" presId="urn:microsoft.com/office/officeart/2008/layout/LinedList"/>
    <dgm:cxn modelId="{FEE6CCED-2B77-41F7-816D-503A03B09F8B}" type="presParOf" srcId="{7FAB5676-B040-4284-AA1C-8CF38ACD665A}" destId="{5EB58769-EBED-4DE3-BF20-F9188DCF6B16}" srcOrd="2" destOrd="0" presId="urn:microsoft.com/office/officeart/2008/layout/LinedList"/>
    <dgm:cxn modelId="{D07BE1EF-A7EE-473D-B726-101274959A72}" type="presParOf" srcId="{C116283A-8D27-4241-8181-447AC798890F}" destId="{8DE2BE42-BC7F-4808-A382-5C93F76DF9C5}" srcOrd="5" destOrd="0" presId="urn:microsoft.com/office/officeart/2008/layout/LinedList"/>
    <dgm:cxn modelId="{FCB68EE1-9B5F-4282-9E3D-B5AF170A0D22}" type="presParOf" srcId="{C116283A-8D27-4241-8181-447AC798890F}" destId="{1F1F09FC-B81A-42A0-BF34-3A0F269C9844}" srcOrd="6" destOrd="0" presId="urn:microsoft.com/office/officeart/2008/layout/LinedList"/>
    <dgm:cxn modelId="{15A59004-1FB5-4F97-9BDF-41DF8723E300}" type="presParOf" srcId="{C116283A-8D27-4241-8181-447AC798890F}" destId="{2CA70BE8-0377-44AC-A626-E6911FA527C2}" srcOrd="7" destOrd="0" presId="urn:microsoft.com/office/officeart/2008/layout/LinedList"/>
    <dgm:cxn modelId="{B17640B1-9B53-4E77-88E7-F4B9DFDE28F3}" type="presParOf" srcId="{2CA70BE8-0377-44AC-A626-E6911FA527C2}" destId="{331FCD1B-85C3-4073-9C75-73DA599D3287}" srcOrd="0" destOrd="0" presId="urn:microsoft.com/office/officeart/2008/layout/LinedList"/>
    <dgm:cxn modelId="{5F131727-9238-4DD2-89DC-46514105D14C}" type="presParOf" srcId="{2CA70BE8-0377-44AC-A626-E6911FA527C2}" destId="{845863D0-0929-44BF-9BDE-558FC9B3DDB8}" srcOrd="1" destOrd="0" presId="urn:microsoft.com/office/officeart/2008/layout/LinedList"/>
    <dgm:cxn modelId="{20C03C05-4366-4376-A49F-9EAEDD401DC6}" type="presParOf" srcId="{2CA70BE8-0377-44AC-A626-E6911FA527C2}" destId="{2709EF13-E994-433F-AD59-970FD0984FD3}" srcOrd="2" destOrd="0" presId="urn:microsoft.com/office/officeart/2008/layout/LinedList"/>
    <dgm:cxn modelId="{FC9BE758-792A-4963-9075-C2ACED589667}" type="presParOf" srcId="{C116283A-8D27-4241-8181-447AC798890F}" destId="{BCF3F75A-6171-4B12-A6D7-B3CEB889604E}" srcOrd="8" destOrd="0" presId="urn:microsoft.com/office/officeart/2008/layout/LinedList"/>
    <dgm:cxn modelId="{76B2A91B-DEEF-4156-9B46-2B607A0AAD0A}" type="presParOf" srcId="{C116283A-8D27-4241-8181-447AC798890F}" destId="{D44A77F0-8C75-42BE-A762-E00C15DE20AD}" srcOrd="9"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1026CAF-9FDB-46AA-B667-2EFE92E051C8}" type="doc">
      <dgm:prSet loTypeId="urn:microsoft.com/office/officeart/2005/8/layout/vList2" loCatId="list" qsTypeId="urn:microsoft.com/office/officeart/2005/8/quickstyle/simple4" qsCatId="simple" csTypeId="urn:microsoft.com/office/officeart/2005/8/colors/accent3_2" csCatId="accent3"/>
      <dgm:spPr/>
      <dgm:t>
        <a:bodyPr/>
        <a:lstStyle/>
        <a:p>
          <a:endParaRPr lang="en-US"/>
        </a:p>
      </dgm:t>
    </dgm:pt>
    <dgm:pt modelId="{B34F13C4-37AD-494E-966D-9A4B9EA6BA38}">
      <dgm:prSet/>
      <dgm:spPr/>
      <dgm:t>
        <a:bodyPr/>
        <a:lstStyle/>
        <a:p>
          <a:r>
            <a:rPr lang="en-GB" b="1"/>
            <a:t>Research Paper Example:</a:t>
          </a:r>
          <a:endParaRPr lang="en-US"/>
        </a:p>
      </dgm:t>
    </dgm:pt>
    <dgm:pt modelId="{F6CCCC9C-4EA3-4768-83D9-E810F1154EF6}" type="parTrans" cxnId="{BE0264BD-A873-4F10-9EED-AA519E26D198}">
      <dgm:prSet/>
      <dgm:spPr/>
      <dgm:t>
        <a:bodyPr/>
        <a:lstStyle/>
        <a:p>
          <a:endParaRPr lang="en-US"/>
        </a:p>
      </dgm:t>
    </dgm:pt>
    <dgm:pt modelId="{59FBC732-D506-4194-91DB-1A7110C388E0}" type="sibTrans" cxnId="{BE0264BD-A873-4F10-9EED-AA519E26D198}">
      <dgm:prSet/>
      <dgm:spPr/>
      <dgm:t>
        <a:bodyPr/>
        <a:lstStyle/>
        <a:p>
          <a:endParaRPr lang="en-US"/>
        </a:p>
      </dgm:t>
    </dgm:pt>
    <dgm:pt modelId="{A879E805-F924-4679-8D3D-13223A859A25}">
      <dgm:prSet/>
      <dgm:spPr/>
      <dgm:t>
        <a:bodyPr/>
        <a:lstStyle/>
        <a:p>
          <a:r>
            <a:rPr lang="en-GB" b="1"/>
            <a:t>Title: </a:t>
          </a:r>
          <a:r>
            <a:rPr lang="en-GB"/>
            <a:t>"Machine Learning for Predictive Analytics in Healthcare“</a:t>
          </a:r>
          <a:endParaRPr lang="en-US"/>
        </a:p>
      </dgm:t>
    </dgm:pt>
    <dgm:pt modelId="{0A63CB86-C34E-4743-9E04-A92A9D20095C}" type="parTrans" cxnId="{BCB182BC-C5DE-4E73-9F77-BB4FF9FD22C6}">
      <dgm:prSet/>
      <dgm:spPr/>
      <dgm:t>
        <a:bodyPr/>
        <a:lstStyle/>
        <a:p>
          <a:endParaRPr lang="en-US"/>
        </a:p>
      </dgm:t>
    </dgm:pt>
    <dgm:pt modelId="{2027301F-33B1-4E38-86A2-4AF22B205B9C}" type="sibTrans" cxnId="{BCB182BC-C5DE-4E73-9F77-BB4FF9FD22C6}">
      <dgm:prSet/>
      <dgm:spPr/>
      <dgm:t>
        <a:bodyPr/>
        <a:lstStyle/>
        <a:p>
          <a:endParaRPr lang="en-US"/>
        </a:p>
      </dgm:t>
    </dgm:pt>
    <dgm:pt modelId="{1AC75674-3282-4BEE-8129-F1CB10D8BB11}">
      <dgm:prSet/>
      <dgm:spPr/>
      <dgm:t>
        <a:bodyPr/>
        <a:lstStyle/>
        <a:p>
          <a:r>
            <a:rPr lang="en-GB" b="1"/>
            <a:t>Published in: </a:t>
          </a:r>
          <a:r>
            <a:rPr lang="en-GB"/>
            <a:t>High-impact journal, reputable authors.</a:t>
          </a:r>
          <a:endParaRPr lang="en-US"/>
        </a:p>
      </dgm:t>
    </dgm:pt>
    <dgm:pt modelId="{72331DF0-2355-46AD-96FE-1C24A66A1FB3}" type="parTrans" cxnId="{A58056E2-6A48-44DF-AA1A-608ED4C07E86}">
      <dgm:prSet/>
      <dgm:spPr/>
      <dgm:t>
        <a:bodyPr/>
        <a:lstStyle/>
        <a:p>
          <a:endParaRPr lang="en-US"/>
        </a:p>
      </dgm:t>
    </dgm:pt>
    <dgm:pt modelId="{E92D353A-1C33-4F03-827A-B1FA07EECB02}" type="sibTrans" cxnId="{A58056E2-6A48-44DF-AA1A-608ED4C07E86}">
      <dgm:prSet/>
      <dgm:spPr/>
      <dgm:t>
        <a:bodyPr/>
        <a:lstStyle/>
        <a:p>
          <a:endParaRPr lang="en-US"/>
        </a:p>
      </dgm:t>
    </dgm:pt>
    <dgm:pt modelId="{51838A2F-676E-4908-9D87-47F5B9B62A61}">
      <dgm:prSet/>
      <dgm:spPr/>
      <dgm:t>
        <a:bodyPr/>
        <a:lstStyle/>
        <a:p>
          <a:r>
            <a:rPr lang="en-GB" b="1"/>
            <a:t>Advanced Evaluation:</a:t>
          </a:r>
          <a:endParaRPr lang="en-US"/>
        </a:p>
      </dgm:t>
    </dgm:pt>
    <dgm:pt modelId="{4077C53A-1884-4CD2-A7BB-2AC88B7E3E25}" type="parTrans" cxnId="{13961B5F-EE2E-4E1A-ACC0-A28236173AB1}">
      <dgm:prSet/>
      <dgm:spPr/>
      <dgm:t>
        <a:bodyPr/>
        <a:lstStyle/>
        <a:p>
          <a:endParaRPr lang="en-US"/>
        </a:p>
      </dgm:t>
    </dgm:pt>
    <dgm:pt modelId="{6291694E-0A7C-4362-8D3D-082C3586EC57}" type="sibTrans" cxnId="{13961B5F-EE2E-4E1A-ACC0-A28236173AB1}">
      <dgm:prSet/>
      <dgm:spPr/>
      <dgm:t>
        <a:bodyPr/>
        <a:lstStyle/>
        <a:p>
          <a:endParaRPr lang="en-US"/>
        </a:p>
      </dgm:t>
    </dgm:pt>
    <dgm:pt modelId="{474FF09D-9DE3-4FCA-B51F-136B23F91C91}">
      <dgm:prSet/>
      <dgm:spPr/>
      <dgm:t>
        <a:bodyPr/>
        <a:lstStyle/>
        <a:p>
          <a:r>
            <a:rPr lang="en-GB" b="1"/>
            <a:t>Authorship &amp; Source: </a:t>
          </a:r>
          <a:r>
            <a:rPr lang="en-GB"/>
            <a:t>Published by experts in machine learning and health informatics, funded by a medical institution.</a:t>
          </a:r>
          <a:endParaRPr lang="en-US"/>
        </a:p>
      </dgm:t>
    </dgm:pt>
    <dgm:pt modelId="{F47DF250-8653-4100-9136-304A6C4B63DF}" type="parTrans" cxnId="{BE2B349C-3151-41D3-8320-7A849E9FBC8C}">
      <dgm:prSet/>
      <dgm:spPr/>
      <dgm:t>
        <a:bodyPr/>
        <a:lstStyle/>
        <a:p>
          <a:endParaRPr lang="en-US"/>
        </a:p>
      </dgm:t>
    </dgm:pt>
    <dgm:pt modelId="{0518F87E-E217-46EA-8A7B-B93785AB4F5B}" type="sibTrans" cxnId="{BE2B349C-3151-41D3-8320-7A849E9FBC8C}">
      <dgm:prSet/>
      <dgm:spPr/>
      <dgm:t>
        <a:bodyPr/>
        <a:lstStyle/>
        <a:p>
          <a:endParaRPr lang="en-US"/>
        </a:p>
      </dgm:t>
    </dgm:pt>
    <dgm:pt modelId="{42914B1A-B844-4CF4-A7E4-48EB66E49891}">
      <dgm:prSet/>
      <dgm:spPr/>
      <dgm:t>
        <a:bodyPr/>
        <a:lstStyle/>
        <a:p>
          <a:r>
            <a:rPr lang="en-GB" b="1"/>
            <a:t>Theoretical Contribution: </a:t>
          </a:r>
          <a:r>
            <a:rPr lang="en-GB"/>
            <a:t>Advances the application of unsupervised learning in disease prediction but does not address interpretability issues.</a:t>
          </a:r>
          <a:endParaRPr lang="en-US"/>
        </a:p>
      </dgm:t>
    </dgm:pt>
    <dgm:pt modelId="{AF512ACB-EC8D-4E89-8F05-10A055BA2645}" type="parTrans" cxnId="{70A60381-5B74-48F9-89B3-AF41929E18E3}">
      <dgm:prSet/>
      <dgm:spPr/>
      <dgm:t>
        <a:bodyPr/>
        <a:lstStyle/>
        <a:p>
          <a:endParaRPr lang="en-US"/>
        </a:p>
      </dgm:t>
    </dgm:pt>
    <dgm:pt modelId="{A9CD8224-56E0-4C1B-B3C2-BB28D6CE3D09}" type="sibTrans" cxnId="{70A60381-5B74-48F9-89B3-AF41929E18E3}">
      <dgm:prSet/>
      <dgm:spPr/>
      <dgm:t>
        <a:bodyPr/>
        <a:lstStyle/>
        <a:p>
          <a:endParaRPr lang="en-US"/>
        </a:p>
      </dgm:t>
    </dgm:pt>
    <dgm:pt modelId="{26A12B12-22F3-481D-9C14-33A72D5E67C4}">
      <dgm:prSet/>
      <dgm:spPr/>
      <dgm:t>
        <a:bodyPr/>
        <a:lstStyle/>
        <a:p>
          <a:r>
            <a:rPr lang="en-GB" b="1"/>
            <a:t>Methodological Rigor: </a:t>
          </a:r>
          <a:r>
            <a:rPr lang="en-GB"/>
            <a:t>Uses deep learning but does not compare alternative models. Limited by proprietary datasets.</a:t>
          </a:r>
          <a:endParaRPr lang="en-US"/>
        </a:p>
      </dgm:t>
    </dgm:pt>
    <dgm:pt modelId="{3C55CDD4-7C60-4571-B33C-68D9D846B6C8}" type="parTrans" cxnId="{773A0790-5A0E-4829-8C46-ADE8E9AE3EFA}">
      <dgm:prSet/>
      <dgm:spPr/>
      <dgm:t>
        <a:bodyPr/>
        <a:lstStyle/>
        <a:p>
          <a:endParaRPr lang="en-US"/>
        </a:p>
      </dgm:t>
    </dgm:pt>
    <dgm:pt modelId="{564C4BE6-43E2-4650-AEA7-7311EAB20A38}" type="sibTrans" cxnId="{773A0790-5A0E-4829-8C46-ADE8E9AE3EFA}">
      <dgm:prSet/>
      <dgm:spPr/>
      <dgm:t>
        <a:bodyPr/>
        <a:lstStyle/>
        <a:p>
          <a:endParaRPr lang="en-US"/>
        </a:p>
      </dgm:t>
    </dgm:pt>
    <dgm:pt modelId="{FB44049E-C818-49AB-AB34-8343BAEDB594}">
      <dgm:prSet/>
      <dgm:spPr/>
      <dgm:t>
        <a:bodyPr/>
        <a:lstStyle/>
        <a:p>
          <a:r>
            <a:rPr lang="en-GB" b="1"/>
            <a:t>Impact: </a:t>
          </a:r>
          <a:r>
            <a:rPr lang="en-GB"/>
            <a:t>Novel approach but challenges reproducibility due to dataset restrictions.</a:t>
          </a:r>
          <a:endParaRPr lang="en-US"/>
        </a:p>
      </dgm:t>
    </dgm:pt>
    <dgm:pt modelId="{EACE5A77-1C57-4D2D-B492-3971335CEC6D}" type="parTrans" cxnId="{42577D7A-1AC6-4380-A8D2-63135964B088}">
      <dgm:prSet/>
      <dgm:spPr/>
      <dgm:t>
        <a:bodyPr/>
        <a:lstStyle/>
        <a:p>
          <a:endParaRPr lang="en-US"/>
        </a:p>
      </dgm:t>
    </dgm:pt>
    <dgm:pt modelId="{AB85B06E-7180-4B22-BB72-BF48A683B8A0}" type="sibTrans" cxnId="{42577D7A-1AC6-4380-A8D2-63135964B088}">
      <dgm:prSet/>
      <dgm:spPr/>
      <dgm:t>
        <a:bodyPr/>
        <a:lstStyle/>
        <a:p>
          <a:endParaRPr lang="en-US"/>
        </a:p>
      </dgm:t>
    </dgm:pt>
    <dgm:pt modelId="{6EC36D7B-FCE0-422B-A64A-3E7B6B3F78D4}">
      <dgm:prSet/>
      <dgm:spPr/>
      <dgm:t>
        <a:bodyPr/>
        <a:lstStyle/>
        <a:p>
          <a:r>
            <a:rPr lang="en-GB" b="1"/>
            <a:t>Limitations: </a:t>
          </a:r>
          <a:r>
            <a:rPr lang="en-GB"/>
            <a:t>Strong contribution to predictive analytics but ignores ethical concerns related to patient data privacy.</a:t>
          </a:r>
          <a:endParaRPr lang="en-US"/>
        </a:p>
      </dgm:t>
    </dgm:pt>
    <dgm:pt modelId="{D8A78301-9D1C-47BD-9DB1-3914671962D8}" type="parTrans" cxnId="{1DD0AB43-6B7D-41D9-9898-E6F29684A7F7}">
      <dgm:prSet/>
      <dgm:spPr/>
      <dgm:t>
        <a:bodyPr/>
        <a:lstStyle/>
        <a:p>
          <a:endParaRPr lang="en-US"/>
        </a:p>
      </dgm:t>
    </dgm:pt>
    <dgm:pt modelId="{D229A96F-BE1E-49CF-B9E6-A8BF39021F58}" type="sibTrans" cxnId="{1DD0AB43-6B7D-41D9-9898-E6F29684A7F7}">
      <dgm:prSet/>
      <dgm:spPr/>
      <dgm:t>
        <a:bodyPr/>
        <a:lstStyle/>
        <a:p>
          <a:endParaRPr lang="en-US"/>
        </a:p>
      </dgm:t>
    </dgm:pt>
    <dgm:pt modelId="{2926C549-841A-420D-9CF0-1ECA6ACC911C}" type="pres">
      <dgm:prSet presAssocID="{11026CAF-9FDB-46AA-B667-2EFE92E051C8}" presName="linear" presStyleCnt="0">
        <dgm:presLayoutVars>
          <dgm:animLvl val="lvl"/>
          <dgm:resizeHandles val="exact"/>
        </dgm:presLayoutVars>
      </dgm:prSet>
      <dgm:spPr/>
    </dgm:pt>
    <dgm:pt modelId="{BA85BF76-0606-4F2A-A136-7FE8876E7BFB}" type="pres">
      <dgm:prSet presAssocID="{B34F13C4-37AD-494E-966D-9A4B9EA6BA38}" presName="parentText" presStyleLbl="node1" presStyleIdx="0" presStyleCnt="2">
        <dgm:presLayoutVars>
          <dgm:chMax val="0"/>
          <dgm:bulletEnabled val="1"/>
        </dgm:presLayoutVars>
      </dgm:prSet>
      <dgm:spPr/>
    </dgm:pt>
    <dgm:pt modelId="{4FD201B0-A620-437E-AC7B-09695C27D688}" type="pres">
      <dgm:prSet presAssocID="{B34F13C4-37AD-494E-966D-9A4B9EA6BA38}" presName="childText" presStyleLbl="revTx" presStyleIdx="0" presStyleCnt="2">
        <dgm:presLayoutVars>
          <dgm:bulletEnabled val="1"/>
        </dgm:presLayoutVars>
      </dgm:prSet>
      <dgm:spPr/>
    </dgm:pt>
    <dgm:pt modelId="{87286AC0-A123-402E-9E61-6A72254AD6A1}" type="pres">
      <dgm:prSet presAssocID="{51838A2F-676E-4908-9D87-47F5B9B62A61}" presName="parentText" presStyleLbl="node1" presStyleIdx="1" presStyleCnt="2">
        <dgm:presLayoutVars>
          <dgm:chMax val="0"/>
          <dgm:bulletEnabled val="1"/>
        </dgm:presLayoutVars>
      </dgm:prSet>
      <dgm:spPr/>
    </dgm:pt>
    <dgm:pt modelId="{3709E3DD-D687-4E8F-BFB7-45FCE69C5588}" type="pres">
      <dgm:prSet presAssocID="{51838A2F-676E-4908-9D87-47F5B9B62A61}" presName="childText" presStyleLbl="revTx" presStyleIdx="1" presStyleCnt="2">
        <dgm:presLayoutVars>
          <dgm:bulletEnabled val="1"/>
        </dgm:presLayoutVars>
      </dgm:prSet>
      <dgm:spPr/>
    </dgm:pt>
  </dgm:ptLst>
  <dgm:cxnLst>
    <dgm:cxn modelId="{09EB8116-A971-4508-A602-A993EA707CB8}" type="presOf" srcId="{6EC36D7B-FCE0-422B-A64A-3E7B6B3F78D4}" destId="{3709E3DD-D687-4E8F-BFB7-45FCE69C5588}" srcOrd="0" destOrd="4" presId="urn:microsoft.com/office/officeart/2005/8/layout/vList2"/>
    <dgm:cxn modelId="{C9782622-3C53-43F9-A394-AD238EBD3303}" type="presOf" srcId="{FB44049E-C818-49AB-AB34-8343BAEDB594}" destId="{3709E3DD-D687-4E8F-BFB7-45FCE69C5588}" srcOrd="0" destOrd="3" presId="urn:microsoft.com/office/officeart/2005/8/layout/vList2"/>
    <dgm:cxn modelId="{0C21E826-CF37-40F4-B529-00D24D9BCBCF}" type="presOf" srcId="{B34F13C4-37AD-494E-966D-9A4B9EA6BA38}" destId="{BA85BF76-0606-4F2A-A136-7FE8876E7BFB}" srcOrd="0" destOrd="0" presId="urn:microsoft.com/office/officeart/2005/8/layout/vList2"/>
    <dgm:cxn modelId="{13961B5F-EE2E-4E1A-ACC0-A28236173AB1}" srcId="{11026CAF-9FDB-46AA-B667-2EFE92E051C8}" destId="{51838A2F-676E-4908-9D87-47F5B9B62A61}" srcOrd="1" destOrd="0" parTransId="{4077C53A-1884-4CD2-A7BB-2AC88B7E3E25}" sibTransId="{6291694E-0A7C-4362-8D3D-082C3586EC57}"/>
    <dgm:cxn modelId="{1DD0AB43-6B7D-41D9-9898-E6F29684A7F7}" srcId="{51838A2F-676E-4908-9D87-47F5B9B62A61}" destId="{6EC36D7B-FCE0-422B-A64A-3E7B6B3F78D4}" srcOrd="4" destOrd="0" parTransId="{D8A78301-9D1C-47BD-9DB1-3914671962D8}" sibTransId="{D229A96F-BE1E-49CF-B9E6-A8BF39021F58}"/>
    <dgm:cxn modelId="{FDD4F569-7324-4979-86A5-2D75E395145D}" type="presOf" srcId="{474FF09D-9DE3-4FCA-B51F-136B23F91C91}" destId="{3709E3DD-D687-4E8F-BFB7-45FCE69C5588}" srcOrd="0" destOrd="0" presId="urn:microsoft.com/office/officeart/2005/8/layout/vList2"/>
    <dgm:cxn modelId="{2EEE6557-7BA1-462E-A1F0-032C35731103}" type="presOf" srcId="{11026CAF-9FDB-46AA-B667-2EFE92E051C8}" destId="{2926C549-841A-420D-9CF0-1ECA6ACC911C}" srcOrd="0" destOrd="0" presId="urn:microsoft.com/office/officeart/2005/8/layout/vList2"/>
    <dgm:cxn modelId="{42577D7A-1AC6-4380-A8D2-63135964B088}" srcId="{51838A2F-676E-4908-9D87-47F5B9B62A61}" destId="{FB44049E-C818-49AB-AB34-8343BAEDB594}" srcOrd="3" destOrd="0" parTransId="{EACE5A77-1C57-4D2D-B492-3971335CEC6D}" sibTransId="{AB85B06E-7180-4B22-BB72-BF48A683B8A0}"/>
    <dgm:cxn modelId="{70A60381-5B74-48F9-89B3-AF41929E18E3}" srcId="{51838A2F-676E-4908-9D87-47F5B9B62A61}" destId="{42914B1A-B844-4CF4-A7E4-48EB66E49891}" srcOrd="1" destOrd="0" parTransId="{AF512ACB-EC8D-4E89-8F05-10A055BA2645}" sibTransId="{A9CD8224-56E0-4C1B-B3C2-BB28D6CE3D09}"/>
    <dgm:cxn modelId="{773A0790-5A0E-4829-8C46-ADE8E9AE3EFA}" srcId="{51838A2F-676E-4908-9D87-47F5B9B62A61}" destId="{26A12B12-22F3-481D-9C14-33A72D5E67C4}" srcOrd="2" destOrd="0" parTransId="{3C55CDD4-7C60-4571-B33C-68D9D846B6C8}" sibTransId="{564C4BE6-43E2-4650-AEA7-7311EAB20A38}"/>
    <dgm:cxn modelId="{D1107B97-9FF5-4441-9360-47FEFC322B5E}" type="presOf" srcId="{51838A2F-676E-4908-9D87-47F5B9B62A61}" destId="{87286AC0-A123-402E-9E61-6A72254AD6A1}" srcOrd="0" destOrd="0" presId="urn:microsoft.com/office/officeart/2005/8/layout/vList2"/>
    <dgm:cxn modelId="{BE2B349C-3151-41D3-8320-7A849E9FBC8C}" srcId="{51838A2F-676E-4908-9D87-47F5B9B62A61}" destId="{474FF09D-9DE3-4FCA-B51F-136B23F91C91}" srcOrd="0" destOrd="0" parTransId="{F47DF250-8653-4100-9136-304A6C4B63DF}" sibTransId="{0518F87E-E217-46EA-8A7B-B93785AB4F5B}"/>
    <dgm:cxn modelId="{65195DAE-B65A-4DE1-8855-CCBF46650235}" type="presOf" srcId="{26A12B12-22F3-481D-9C14-33A72D5E67C4}" destId="{3709E3DD-D687-4E8F-BFB7-45FCE69C5588}" srcOrd="0" destOrd="2" presId="urn:microsoft.com/office/officeart/2005/8/layout/vList2"/>
    <dgm:cxn modelId="{BCB182BC-C5DE-4E73-9F77-BB4FF9FD22C6}" srcId="{B34F13C4-37AD-494E-966D-9A4B9EA6BA38}" destId="{A879E805-F924-4679-8D3D-13223A859A25}" srcOrd="0" destOrd="0" parTransId="{0A63CB86-C34E-4743-9E04-A92A9D20095C}" sibTransId="{2027301F-33B1-4E38-86A2-4AF22B205B9C}"/>
    <dgm:cxn modelId="{BE0264BD-A873-4F10-9EED-AA519E26D198}" srcId="{11026CAF-9FDB-46AA-B667-2EFE92E051C8}" destId="{B34F13C4-37AD-494E-966D-9A4B9EA6BA38}" srcOrd="0" destOrd="0" parTransId="{F6CCCC9C-4EA3-4768-83D9-E810F1154EF6}" sibTransId="{59FBC732-D506-4194-91DB-1A7110C388E0}"/>
    <dgm:cxn modelId="{CE3EB1DD-4314-4617-A5F1-27C290C2D653}" type="presOf" srcId="{A879E805-F924-4679-8D3D-13223A859A25}" destId="{4FD201B0-A620-437E-AC7B-09695C27D688}" srcOrd="0" destOrd="0" presId="urn:microsoft.com/office/officeart/2005/8/layout/vList2"/>
    <dgm:cxn modelId="{A58056E2-6A48-44DF-AA1A-608ED4C07E86}" srcId="{B34F13C4-37AD-494E-966D-9A4B9EA6BA38}" destId="{1AC75674-3282-4BEE-8129-F1CB10D8BB11}" srcOrd="1" destOrd="0" parTransId="{72331DF0-2355-46AD-96FE-1C24A66A1FB3}" sibTransId="{E92D353A-1C33-4F03-827A-B1FA07EECB02}"/>
    <dgm:cxn modelId="{9E0B02F0-1D0D-490D-9D74-782FE3E05C2C}" type="presOf" srcId="{1AC75674-3282-4BEE-8129-F1CB10D8BB11}" destId="{4FD201B0-A620-437E-AC7B-09695C27D688}" srcOrd="0" destOrd="1" presId="urn:microsoft.com/office/officeart/2005/8/layout/vList2"/>
    <dgm:cxn modelId="{63C97BFB-2647-41D4-A20E-093AADD522C0}" type="presOf" srcId="{42914B1A-B844-4CF4-A7E4-48EB66E49891}" destId="{3709E3DD-D687-4E8F-BFB7-45FCE69C5588}" srcOrd="0" destOrd="1" presId="urn:microsoft.com/office/officeart/2005/8/layout/vList2"/>
    <dgm:cxn modelId="{359D9BD8-CF2E-4A57-989A-E633F75AC395}" type="presParOf" srcId="{2926C549-841A-420D-9CF0-1ECA6ACC911C}" destId="{BA85BF76-0606-4F2A-A136-7FE8876E7BFB}" srcOrd="0" destOrd="0" presId="urn:microsoft.com/office/officeart/2005/8/layout/vList2"/>
    <dgm:cxn modelId="{09DE4836-3224-47D9-B528-639005BFE107}" type="presParOf" srcId="{2926C549-841A-420D-9CF0-1ECA6ACC911C}" destId="{4FD201B0-A620-437E-AC7B-09695C27D688}" srcOrd="1" destOrd="0" presId="urn:microsoft.com/office/officeart/2005/8/layout/vList2"/>
    <dgm:cxn modelId="{A9D5306B-65FA-47FA-9D49-3B00605BE1B5}" type="presParOf" srcId="{2926C549-841A-420D-9CF0-1ECA6ACC911C}" destId="{87286AC0-A123-402E-9E61-6A72254AD6A1}" srcOrd="2" destOrd="0" presId="urn:microsoft.com/office/officeart/2005/8/layout/vList2"/>
    <dgm:cxn modelId="{0C2AF687-F619-43C3-B6E7-DDA0406FC9A4}" type="presParOf" srcId="{2926C549-841A-420D-9CF0-1ECA6ACC911C}" destId="{3709E3DD-D687-4E8F-BFB7-45FCE69C558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ACA15-CF98-480F-9594-D9872B31B875}">
      <dsp:nvSpPr>
        <dsp:cNvPr id="0" name=""/>
        <dsp:cNvSpPr/>
      </dsp:nvSpPr>
      <dsp:spPr>
        <a:xfrm>
          <a:off x="0" y="0"/>
          <a:ext cx="6901718" cy="0"/>
        </a:xfrm>
        <a:prstGeom prst="line">
          <a:avLst/>
        </a:prstGeom>
        <a:solidFill>
          <a:schemeClr val="accent2">
            <a:hueOff val="0"/>
            <a:satOff val="0"/>
            <a:lumOff val="0"/>
            <a:alphaOff val="0"/>
          </a:schemeClr>
        </a:solidFill>
        <a:ln w="6350" cap="flat" cmpd="sng" algn="ctr">
          <a:solidFill>
            <a:schemeClr val="accent2">
              <a:hueOff val="0"/>
              <a:satOff val="0"/>
              <a:lumOff val="0"/>
              <a:alphaOff val="0"/>
            </a:schemeClr>
          </a:solidFill>
          <a:prstDash val="solid"/>
          <a:miter lim="800000"/>
        </a:ln>
        <a:effectLst>
          <a:reflection blurRad="6350" stA="50000" endA="300" endPos="55000" dir="5400000" sy="-100000" algn="bl" rotWithShape="0"/>
        </a:effectLst>
        <a:sp3d extrusionH="381000" contourW="38100" prstMaterial="matte">
          <a:contourClr>
            <a:schemeClr val="lt1"/>
          </a:contourClr>
        </a:sp3d>
      </dsp:spPr>
      <dsp:style>
        <a:lnRef idx="1">
          <a:scrgbClr r="0" g="0" b="0"/>
        </a:lnRef>
        <a:fillRef idx="1">
          <a:scrgbClr r="0" g="0" b="0"/>
        </a:fillRef>
        <a:effectRef idx="0">
          <a:scrgbClr r="0" g="0" b="0"/>
        </a:effectRef>
        <a:fontRef idx="minor">
          <a:schemeClr val="lt1"/>
        </a:fontRef>
      </dsp:style>
    </dsp:sp>
    <dsp:sp modelId="{33AB8E61-5646-469E-AB09-DA2A1321AC49}">
      <dsp:nvSpPr>
        <dsp:cNvPr id="0" name=""/>
        <dsp:cNvSpPr/>
      </dsp:nvSpPr>
      <dsp:spPr>
        <a:xfrm>
          <a:off x="0" y="0"/>
          <a:ext cx="1380343" cy="4572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7650" tIns="247650" rIns="247650" bIns="247650" numCol="1" spcCol="1270" anchor="t" anchorCtr="0">
          <a:noAutofit/>
        </a:bodyPr>
        <a:lstStyle/>
        <a:p>
          <a:pPr marL="0" lvl="0" indent="0" algn="l" defTabSz="2889250">
            <a:lnSpc>
              <a:spcPct val="90000"/>
            </a:lnSpc>
            <a:spcBef>
              <a:spcPct val="0"/>
            </a:spcBef>
            <a:spcAft>
              <a:spcPct val="35000"/>
            </a:spcAft>
            <a:buNone/>
          </a:pPr>
          <a:endParaRPr lang="en-US" sz="6500" kern="1200" dirty="0"/>
        </a:p>
      </dsp:txBody>
      <dsp:txXfrm>
        <a:off x="0" y="0"/>
        <a:ext cx="1380343" cy="4572000"/>
      </dsp:txXfrm>
    </dsp:sp>
    <dsp:sp modelId="{725362B6-1193-41D0-AF90-57713895FD4F}">
      <dsp:nvSpPr>
        <dsp:cNvPr id="0" name=""/>
        <dsp:cNvSpPr/>
      </dsp:nvSpPr>
      <dsp:spPr>
        <a:xfrm>
          <a:off x="1483869" y="43085"/>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-Narrative Review</a:t>
          </a:r>
        </a:p>
      </dsp:txBody>
      <dsp:txXfrm>
        <a:off x="1483869" y="43085"/>
        <a:ext cx="5417848" cy="861714"/>
      </dsp:txXfrm>
    </dsp:sp>
    <dsp:sp modelId="{EFF2050A-8C49-4B39-ABBB-25023A2F4FB9}">
      <dsp:nvSpPr>
        <dsp:cNvPr id="0" name=""/>
        <dsp:cNvSpPr/>
      </dsp:nvSpPr>
      <dsp:spPr>
        <a:xfrm>
          <a:off x="1380343" y="904800"/>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4C4B6F03-F280-4B28-8B46-79D101E345AA}">
      <dsp:nvSpPr>
        <dsp:cNvPr id="0" name=""/>
        <dsp:cNvSpPr/>
      </dsp:nvSpPr>
      <dsp:spPr>
        <a:xfrm>
          <a:off x="1483869" y="947886"/>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-Systematic Review</a:t>
          </a:r>
        </a:p>
      </dsp:txBody>
      <dsp:txXfrm>
        <a:off x="1483869" y="947886"/>
        <a:ext cx="5417848" cy="861714"/>
      </dsp:txXfrm>
    </dsp:sp>
    <dsp:sp modelId="{9387DB0C-42C3-4BF9-AF5B-0046C106C94B}">
      <dsp:nvSpPr>
        <dsp:cNvPr id="0" name=""/>
        <dsp:cNvSpPr/>
      </dsp:nvSpPr>
      <dsp:spPr>
        <a:xfrm>
          <a:off x="1380343" y="1809601"/>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8C7E7C8E-3A46-42AE-B84F-A5A1E7669274}">
      <dsp:nvSpPr>
        <dsp:cNvPr id="0" name=""/>
        <dsp:cNvSpPr/>
      </dsp:nvSpPr>
      <dsp:spPr>
        <a:xfrm>
          <a:off x="1483869" y="1852686"/>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-Scoping Review</a:t>
          </a:r>
        </a:p>
      </dsp:txBody>
      <dsp:txXfrm>
        <a:off x="1483869" y="1852686"/>
        <a:ext cx="5417848" cy="861714"/>
      </dsp:txXfrm>
    </dsp:sp>
    <dsp:sp modelId="{83383E09-0393-4A9A-8729-572F7E2CB1A5}">
      <dsp:nvSpPr>
        <dsp:cNvPr id="0" name=""/>
        <dsp:cNvSpPr/>
      </dsp:nvSpPr>
      <dsp:spPr>
        <a:xfrm>
          <a:off x="1380343" y="2714401"/>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A6509AFA-F6DB-429B-9959-CA1A5749E7A1}">
      <dsp:nvSpPr>
        <dsp:cNvPr id="0" name=""/>
        <dsp:cNvSpPr/>
      </dsp:nvSpPr>
      <dsp:spPr>
        <a:xfrm>
          <a:off x="1483869" y="2757487"/>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-Theoretical Review</a:t>
          </a:r>
        </a:p>
      </dsp:txBody>
      <dsp:txXfrm>
        <a:off x="1483869" y="2757487"/>
        <a:ext cx="5417848" cy="861714"/>
      </dsp:txXfrm>
    </dsp:sp>
    <dsp:sp modelId="{DA8B1FCA-49C8-41BC-A79D-5FFED8FECD4C}">
      <dsp:nvSpPr>
        <dsp:cNvPr id="0" name=""/>
        <dsp:cNvSpPr/>
      </dsp:nvSpPr>
      <dsp:spPr>
        <a:xfrm>
          <a:off x="1380343" y="3619202"/>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 modelId="{73D44B9F-36CA-4AAE-8928-5AE43B12FF4B}">
      <dsp:nvSpPr>
        <dsp:cNvPr id="0" name=""/>
        <dsp:cNvSpPr/>
      </dsp:nvSpPr>
      <dsp:spPr>
        <a:xfrm>
          <a:off x="1483869" y="3662288"/>
          <a:ext cx="5417848" cy="8617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dirty="0"/>
            <a:t>-Meta-Analysis</a:t>
          </a:r>
        </a:p>
      </dsp:txBody>
      <dsp:txXfrm>
        <a:off x="1483869" y="3662288"/>
        <a:ext cx="5417848" cy="861714"/>
      </dsp:txXfrm>
    </dsp:sp>
    <dsp:sp modelId="{6A537F8D-3478-40CD-A80B-2CB1F3994E83}">
      <dsp:nvSpPr>
        <dsp:cNvPr id="0" name=""/>
        <dsp:cNvSpPr/>
      </dsp:nvSpPr>
      <dsp:spPr>
        <a:xfrm>
          <a:off x="1380343" y="4524002"/>
          <a:ext cx="5521374"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a:sp3d z="127000" prstMaterial="matte"/>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26A5C-06AB-484B-9A28-DC4B955827E3}">
      <dsp:nvSpPr>
        <dsp:cNvPr id="0" name=""/>
        <dsp:cNvSpPr/>
      </dsp:nvSpPr>
      <dsp:spPr>
        <a:xfrm>
          <a:off x="0" y="2232"/>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592BFE-B34B-452A-AD88-1F2A591ABDD6}">
      <dsp:nvSpPr>
        <dsp:cNvPr id="0" name=""/>
        <dsp:cNvSpPr/>
      </dsp:nvSpPr>
      <dsp:spPr>
        <a:xfrm>
          <a:off x="0" y="2232"/>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dirty="0">
              <a:latin typeface="Aptos Display" panose="020B0004020202020204" pitchFamily="34" charset="0"/>
            </a:rPr>
            <a:t>Definition:</a:t>
          </a:r>
          <a:endParaRPr lang="en-US" sz="3200" kern="1200" dirty="0">
            <a:latin typeface="Aptos Display" panose="020B0004020202020204" pitchFamily="34" charset="0"/>
          </a:endParaRPr>
        </a:p>
      </dsp:txBody>
      <dsp:txXfrm>
        <a:off x="0" y="2232"/>
        <a:ext cx="2059305" cy="1522511"/>
      </dsp:txXfrm>
    </dsp:sp>
    <dsp:sp modelId="{2D627AC0-D0ED-4B60-B192-558954086C6A}">
      <dsp:nvSpPr>
        <dsp:cNvPr id="0" name=""/>
        <dsp:cNvSpPr/>
      </dsp:nvSpPr>
      <dsp:spPr>
        <a:xfrm>
          <a:off x="2213752" y="71369"/>
          <a:ext cx="8082772" cy="1382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A systematic approach to assessing the quality, relevance, and contribution of research literature.</a:t>
          </a:r>
          <a:endParaRPr lang="en-US" sz="2100" kern="1200" dirty="0">
            <a:latin typeface="Aptos Display" panose="020B0004020202020204" pitchFamily="34" charset="0"/>
          </a:endParaRPr>
        </a:p>
      </dsp:txBody>
      <dsp:txXfrm>
        <a:off x="2213752" y="71369"/>
        <a:ext cx="8082772" cy="1382749"/>
      </dsp:txXfrm>
    </dsp:sp>
    <dsp:sp modelId="{52E9C830-AE04-44AC-BC49-938D6D36E3FF}">
      <dsp:nvSpPr>
        <dsp:cNvPr id="0" name=""/>
        <dsp:cNvSpPr/>
      </dsp:nvSpPr>
      <dsp:spPr>
        <a:xfrm>
          <a:off x="2059305" y="1454119"/>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188A98-028F-4480-B830-0DD6A81E8EB1}">
      <dsp:nvSpPr>
        <dsp:cNvPr id="0" name=""/>
        <dsp:cNvSpPr/>
      </dsp:nvSpPr>
      <dsp:spPr>
        <a:xfrm>
          <a:off x="0" y="1524744"/>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896E23-2129-4950-BEFD-110DB9B5074C}">
      <dsp:nvSpPr>
        <dsp:cNvPr id="0" name=""/>
        <dsp:cNvSpPr/>
      </dsp:nvSpPr>
      <dsp:spPr>
        <a:xfrm>
          <a:off x="0" y="1524744"/>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dirty="0">
              <a:latin typeface="Aptos Display" panose="020B0004020202020204" pitchFamily="34" charset="0"/>
            </a:rPr>
            <a:t>Objective:</a:t>
          </a:r>
          <a:endParaRPr lang="en-US" sz="3200" kern="1200" dirty="0">
            <a:latin typeface="Aptos Display" panose="020B0004020202020204" pitchFamily="34" charset="0"/>
          </a:endParaRPr>
        </a:p>
      </dsp:txBody>
      <dsp:txXfrm>
        <a:off x="0" y="1524744"/>
        <a:ext cx="2059305" cy="1522511"/>
      </dsp:txXfrm>
    </dsp:sp>
    <dsp:sp modelId="{DDE5D10F-4592-4FB4-B7E1-4769CB733263}">
      <dsp:nvSpPr>
        <dsp:cNvPr id="0" name=""/>
        <dsp:cNvSpPr/>
      </dsp:nvSpPr>
      <dsp:spPr>
        <a:xfrm>
          <a:off x="2213752" y="1593881"/>
          <a:ext cx="8082772" cy="13827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Identify gaps, question validity, and ensure alignment with your research aims.</a:t>
          </a:r>
          <a:endParaRPr lang="en-US" sz="2100" kern="1200" dirty="0">
            <a:latin typeface="Aptos Display" panose="020B0004020202020204" pitchFamily="34" charset="0"/>
          </a:endParaRPr>
        </a:p>
      </dsp:txBody>
      <dsp:txXfrm>
        <a:off x="2213752" y="1593881"/>
        <a:ext cx="8082772" cy="1382749"/>
      </dsp:txXfrm>
    </dsp:sp>
    <dsp:sp modelId="{F47325A2-FB0B-4C34-A6F5-D058C758BF6B}">
      <dsp:nvSpPr>
        <dsp:cNvPr id="0" name=""/>
        <dsp:cNvSpPr/>
      </dsp:nvSpPr>
      <dsp:spPr>
        <a:xfrm>
          <a:off x="2059305" y="2976631"/>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5E9AE82-5C48-4C8E-BAEB-BE1B02184427}">
      <dsp:nvSpPr>
        <dsp:cNvPr id="0" name=""/>
        <dsp:cNvSpPr/>
      </dsp:nvSpPr>
      <dsp:spPr>
        <a:xfrm>
          <a:off x="0" y="3047255"/>
          <a:ext cx="1029652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4CDC1D-87C7-4CC1-AEF8-8473BF0F6D36}">
      <dsp:nvSpPr>
        <dsp:cNvPr id="0" name=""/>
        <dsp:cNvSpPr/>
      </dsp:nvSpPr>
      <dsp:spPr>
        <a:xfrm>
          <a:off x="0" y="3047255"/>
          <a:ext cx="2059305" cy="15225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0" kern="1200" baseline="0">
              <a:latin typeface="Aptos Display" panose="020B0004020202020204" pitchFamily="34" charset="0"/>
            </a:rPr>
            <a:t>Key Goals:</a:t>
          </a:r>
          <a:endParaRPr lang="en-US" sz="3200" kern="1200">
            <a:latin typeface="Aptos Display" panose="020B0004020202020204" pitchFamily="34" charset="0"/>
          </a:endParaRPr>
        </a:p>
      </dsp:txBody>
      <dsp:txXfrm>
        <a:off x="0" y="3047255"/>
        <a:ext cx="2059305" cy="1522511"/>
      </dsp:txXfrm>
    </dsp:sp>
    <dsp:sp modelId="{266D9E90-53DA-4ACC-B777-E083A53EAC35}">
      <dsp:nvSpPr>
        <dsp:cNvPr id="0" name=""/>
        <dsp:cNvSpPr/>
      </dsp:nvSpPr>
      <dsp:spPr>
        <a:xfrm>
          <a:off x="2213752" y="3071045"/>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Judge the </a:t>
          </a:r>
          <a:r>
            <a:rPr lang="en-US" sz="2100" b="1" i="0" kern="1200" baseline="0" dirty="0">
              <a:latin typeface="Aptos Display" panose="020B0004020202020204" pitchFamily="34" charset="0"/>
            </a:rPr>
            <a:t>soundness of methodologies</a:t>
          </a:r>
          <a:r>
            <a:rPr lang="en-US" sz="2100" b="0" i="0" kern="1200" baseline="0" dirty="0">
              <a:latin typeface="Aptos Display" panose="020B0004020202020204" pitchFamily="34" charset="0"/>
            </a:rPr>
            <a:t> used.</a:t>
          </a:r>
          <a:endParaRPr lang="en-US" sz="2100" kern="1200" dirty="0">
            <a:latin typeface="Aptos Display" panose="020B0004020202020204" pitchFamily="34" charset="0"/>
          </a:endParaRPr>
        </a:p>
      </dsp:txBody>
      <dsp:txXfrm>
        <a:off x="2213752" y="3071045"/>
        <a:ext cx="8082772" cy="475784"/>
      </dsp:txXfrm>
    </dsp:sp>
    <dsp:sp modelId="{52DBBC6D-8FB7-49EC-AEEC-2D6D7B98C758}">
      <dsp:nvSpPr>
        <dsp:cNvPr id="0" name=""/>
        <dsp:cNvSpPr/>
      </dsp:nvSpPr>
      <dsp:spPr>
        <a:xfrm>
          <a:off x="2059305" y="3546830"/>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0BB105-694F-4B22-A190-2BB8A52B927D}">
      <dsp:nvSpPr>
        <dsp:cNvPr id="0" name=""/>
        <dsp:cNvSpPr/>
      </dsp:nvSpPr>
      <dsp:spPr>
        <a:xfrm>
          <a:off x="2213752" y="3570619"/>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Analyze how the literature </a:t>
          </a:r>
          <a:r>
            <a:rPr lang="en-US" sz="2100" b="1" i="0" kern="1200" baseline="0" dirty="0">
              <a:latin typeface="Aptos Display" panose="020B0004020202020204" pitchFamily="34" charset="0"/>
            </a:rPr>
            <a:t>supports or contradicts</a:t>
          </a:r>
          <a:r>
            <a:rPr lang="en-US" sz="2100" b="0" i="0" kern="1200" baseline="0" dirty="0">
              <a:latin typeface="Aptos Display" panose="020B0004020202020204" pitchFamily="34" charset="0"/>
            </a:rPr>
            <a:t> existing theories.</a:t>
          </a:r>
          <a:endParaRPr lang="en-US" sz="2100" kern="1200" dirty="0">
            <a:latin typeface="Aptos Display" panose="020B0004020202020204" pitchFamily="34" charset="0"/>
          </a:endParaRPr>
        </a:p>
      </dsp:txBody>
      <dsp:txXfrm>
        <a:off x="2213752" y="3570619"/>
        <a:ext cx="8082772" cy="475784"/>
      </dsp:txXfrm>
    </dsp:sp>
    <dsp:sp modelId="{8DE2BE42-BC7F-4808-A382-5C93F76DF9C5}">
      <dsp:nvSpPr>
        <dsp:cNvPr id="0" name=""/>
        <dsp:cNvSpPr/>
      </dsp:nvSpPr>
      <dsp:spPr>
        <a:xfrm>
          <a:off x="2059305" y="4046404"/>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5863D0-0929-44BF-9BDE-558FC9B3DDB8}">
      <dsp:nvSpPr>
        <dsp:cNvPr id="0" name=""/>
        <dsp:cNvSpPr/>
      </dsp:nvSpPr>
      <dsp:spPr>
        <a:xfrm>
          <a:off x="2213752" y="4070193"/>
          <a:ext cx="8082772" cy="475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b="0" i="0" kern="1200" baseline="0" dirty="0">
              <a:latin typeface="Aptos Display" panose="020B0004020202020204" pitchFamily="34" charset="0"/>
            </a:rPr>
            <a:t>Establish a framework for your </a:t>
          </a:r>
          <a:r>
            <a:rPr lang="en-US" sz="2100" b="1" i="0" kern="1200" baseline="0" dirty="0">
              <a:latin typeface="Aptos Display" panose="020B0004020202020204" pitchFamily="34" charset="0"/>
            </a:rPr>
            <a:t>original contribution</a:t>
          </a:r>
          <a:r>
            <a:rPr lang="en-US" sz="2100" b="0" i="0" kern="1200" baseline="0" dirty="0">
              <a:latin typeface="Aptos Display" panose="020B0004020202020204" pitchFamily="34" charset="0"/>
            </a:rPr>
            <a:t> to the field.</a:t>
          </a:r>
          <a:endParaRPr lang="en-US" sz="2100" kern="1200" dirty="0">
            <a:latin typeface="Aptos Display" panose="020B0004020202020204" pitchFamily="34" charset="0"/>
          </a:endParaRPr>
        </a:p>
      </dsp:txBody>
      <dsp:txXfrm>
        <a:off x="2213752" y="4070193"/>
        <a:ext cx="8082772" cy="475784"/>
      </dsp:txXfrm>
    </dsp:sp>
    <dsp:sp modelId="{BCF3F75A-6171-4B12-A6D7-B3CEB889604E}">
      <dsp:nvSpPr>
        <dsp:cNvPr id="0" name=""/>
        <dsp:cNvSpPr/>
      </dsp:nvSpPr>
      <dsp:spPr>
        <a:xfrm>
          <a:off x="2059305" y="4545978"/>
          <a:ext cx="8237220"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85BF76-0606-4F2A-A136-7FE8876E7BFB}">
      <dsp:nvSpPr>
        <dsp:cNvPr id="0" name=""/>
        <dsp:cNvSpPr/>
      </dsp:nvSpPr>
      <dsp:spPr>
        <a:xfrm>
          <a:off x="0" y="42358"/>
          <a:ext cx="10515600" cy="62361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kern="1200"/>
            <a:t>Research Paper Example:</a:t>
          </a:r>
          <a:endParaRPr lang="en-US" sz="2600" kern="1200"/>
        </a:p>
      </dsp:txBody>
      <dsp:txXfrm>
        <a:off x="30442" y="72800"/>
        <a:ext cx="10454716" cy="562726"/>
      </dsp:txXfrm>
    </dsp:sp>
    <dsp:sp modelId="{4FD201B0-A620-437E-AC7B-09695C27D688}">
      <dsp:nvSpPr>
        <dsp:cNvPr id="0" name=""/>
        <dsp:cNvSpPr/>
      </dsp:nvSpPr>
      <dsp:spPr>
        <a:xfrm>
          <a:off x="0" y="665968"/>
          <a:ext cx="10515600" cy="6996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Title: </a:t>
          </a:r>
          <a:r>
            <a:rPr lang="en-GB" sz="2000" kern="1200"/>
            <a:t>"Machine Learning for Predictive Analytics in Healthcare“</a:t>
          </a:r>
          <a:endParaRPr lang="en-US" sz="2000" kern="1200"/>
        </a:p>
        <a:p>
          <a:pPr marL="228600" lvl="1" indent="-228600" algn="l" defTabSz="889000">
            <a:lnSpc>
              <a:spcPct val="90000"/>
            </a:lnSpc>
            <a:spcBef>
              <a:spcPct val="0"/>
            </a:spcBef>
            <a:spcAft>
              <a:spcPct val="20000"/>
            </a:spcAft>
            <a:buChar char="•"/>
          </a:pPr>
          <a:r>
            <a:rPr lang="en-GB" sz="2000" b="1" kern="1200"/>
            <a:t>Published in: </a:t>
          </a:r>
          <a:r>
            <a:rPr lang="en-GB" sz="2000" kern="1200"/>
            <a:t>High-impact journal, reputable authors.</a:t>
          </a:r>
          <a:endParaRPr lang="en-US" sz="2000" kern="1200"/>
        </a:p>
      </dsp:txBody>
      <dsp:txXfrm>
        <a:off x="0" y="665968"/>
        <a:ext cx="10515600" cy="699660"/>
      </dsp:txXfrm>
    </dsp:sp>
    <dsp:sp modelId="{87286AC0-A123-402E-9E61-6A72254AD6A1}">
      <dsp:nvSpPr>
        <dsp:cNvPr id="0" name=""/>
        <dsp:cNvSpPr/>
      </dsp:nvSpPr>
      <dsp:spPr>
        <a:xfrm>
          <a:off x="0" y="1365628"/>
          <a:ext cx="10515600" cy="62361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GB" sz="2600" b="1" kern="1200"/>
            <a:t>Advanced Evaluation:</a:t>
          </a:r>
          <a:endParaRPr lang="en-US" sz="2600" kern="1200"/>
        </a:p>
      </dsp:txBody>
      <dsp:txXfrm>
        <a:off x="30442" y="1396070"/>
        <a:ext cx="10454716" cy="562726"/>
      </dsp:txXfrm>
    </dsp:sp>
    <dsp:sp modelId="{3709E3DD-D687-4E8F-BFB7-45FCE69C5588}">
      <dsp:nvSpPr>
        <dsp:cNvPr id="0" name=""/>
        <dsp:cNvSpPr/>
      </dsp:nvSpPr>
      <dsp:spPr>
        <a:xfrm>
          <a:off x="0" y="1989238"/>
          <a:ext cx="10515600" cy="28524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GB" sz="2000" b="1" kern="1200"/>
            <a:t>Authorship &amp; Source: </a:t>
          </a:r>
          <a:r>
            <a:rPr lang="en-GB" sz="2000" kern="1200"/>
            <a:t>Published by experts in machine learning and health informatics, funded by a medical institution.</a:t>
          </a:r>
          <a:endParaRPr lang="en-US" sz="2000" kern="1200"/>
        </a:p>
        <a:p>
          <a:pPr marL="228600" lvl="1" indent="-228600" algn="l" defTabSz="889000">
            <a:lnSpc>
              <a:spcPct val="90000"/>
            </a:lnSpc>
            <a:spcBef>
              <a:spcPct val="0"/>
            </a:spcBef>
            <a:spcAft>
              <a:spcPct val="20000"/>
            </a:spcAft>
            <a:buChar char="•"/>
          </a:pPr>
          <a:r>
            <a:rPr lang="en-GB" sz="2000" b="1" kern="1200"/>
            <a:t>Theoretical Contribution: </a:t>
          </a:r>
          <a:r>
            <a:rPr lang="en-GB" sz="2000" kern="1200"/>
            <a:t>Advances the application of unsupervised learning in disease prediction but does not address interpretability issues.</a:t>
          </a:r>
          <a:endParaRPr lang="en-US" sz="2000" kern="1200"/>
        </a:p>
        <a:p>
          <a:pPr marL="228600" lvl="1" indent="-228600" algn="l" defTabSz="889000">
            <a:lnSpc>
              <a:spcPct val="90000"/>
            </a:lnSpc>
            <a:spcBef>
              <a:spcPct val="0"/>
            </a:spcBef>
            <a:spcAft>
              <a:spcPct val="20000"/>
            </a:spcAft>
            <a:buChar char="•"/>
          </a:pPr>
          <a:r>
            <a:rPr lang="en-GB" sz="2000" b="1" kern="1200"/>
            <a:t>Methodological Rigor: </a:t>
          </a:r>
          <a:r>
            <a:rPr lang="en-GB" sz="2000" kern="1200"/>
            <a:t>Uses deep learning but does not compare alternative models. Limited by proprietary datasets.</a:t>
          </a:r>
          <a:endParaRPr lang="en-US" sz="2000" kern="1200"/>
        </a:p>
        <a:p>
          <a:pPr marL="228600" lvl="1" indent="-228600" algn="l" defTabSz="889000">
            <a:lnSpc>
              <a:spcPct val="90000"/>
            </a:lnSpc>
            <a:spcBef>
              <a:spcPct val="0"/>
            </a:spcBef>
            <a:spcAft>
              <a:spcPct val="20000"/>
            </a:spcAft>
            <a:buChar char="•"/>
          </a:pPr>
          <a:r>
            <a:rPr lang="en-GB" sz="2000" b="1" kern="1200"/>
            <a:t>Impact: </a:t>
          </a:r>
          <a:r>
            <a:rPr lang="en-GB" sz="2000" kern="1200"/>
            <a:t>Novel approach but challenges reproducibility due to dataset restrictions.</a:t>
          </a:r>
          <a:endParaRPr lang="en-US" sz="2000" kern="1200"/>
        </a:p>
        <a:p>
          <a:pPr marL="228600" lvl="1" indent="-228600" algn="l" defTabSz="889000">
            <a:lnSpc>
              <a:spcPct val="90000"/>
            </a:lnSpc>
            <a:spcBef>
              <a:spcPct val="0"/>
            </a:spcBef>
            <a:spcAft>
              <a:spcPct val="20000"/>
            </a:spcAft>
            <a:buChar char="•"/>
          </a:pPr>
          <a:r>
            <a:rPr lang="en-GB" sz="2000" b="1" kern="1200"/>
            <a:t>Limitations: </a:t>
          </a:r>
          <a:r>
            <a:rPr lang="en-GB" sz="2000" kern="1200"/>
            <a:t>Strong contribution to predictive analytics but ignores ethical concerns related to patient data privacy.</a:t>
          </a:r>
          <a:endParaRPr lang="en-US" sz="2000" kern="1200"/>
        </a:p>
      </dsp:txBody>
      <dsp:txXfrm>
        <a:off x="0" y="1989238"/>
        <a:ext cx="10515600" cy="2852459"/>
      </dsp:txXfrm>
    </dsp:sp>
  </dsp:spTree>
</dsp:drawing>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3.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491AB1A-C669-4C56-AA7A-D7DE065A4843}" type="datetime1">
              <a:rPr lang="en-GB" smtClean="0"/>
              <a:t>18/10/2024</a:t>
            </a:fld>
            <a:endParaRPr lang="en-GB"/>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n-GB" smtClean="0"/>
              <a:t>‹#›</a:t>
            </a:fld>
            <a:endParaRPr lang="en-GB"/>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046ED-6F38-493D-8BA0-9E754A816323}" type="datetime1">
              <a:rPr lang="en-GB" smtClean="0"/>
              <a:pPr/>
              <a:t>18/10/2024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n-GB" noProof="0" smtClean="0"/>
              <a:t>‹#›</a:t>
            </a:fld>
            <a:endParaRPr lang="en-GB"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dirty="0"/>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1</a:t>
            </a:fld>
            <a:endParaRPr lang="en-GB"/>
          </a:p>
        </p:txBody>
      </p:sp>
    </p:spTree>
    <p:extLst>
      <p:ext uri="{BB962C8B-B14F-4D97-AF65-F5344CB8AC3E}">
        <p14:creationId xmlns:p14="http://schemas.microsoft.com/office/powerpoint/2010/main" val="364420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8530193B-564F-4854-8A52-728F3FB19C85}" type="slidenum">
              <a:rPr lang="en-GB" smtClean="0"/>
              <a:t>2</a:t>
            </a:fld>
            <a:endParaRPr lang="en-GB"/>
          </a:p>
        </p:txBody>
      </p:sp>
    </p:spTree>
    <p:extLst>
      <p:ext uri="{BB962C8B-B14F-4D97-AF65-F5344CB8AC3E}">
        <p14:creationId xmlns:p14="http://schemas.microsoft.com/office/powerpoint/2010/main" val="2507912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literature review is a scholarly overview of existing research on a specific topic. It involves thoroughly examining relevant publications, synthesizing key information, and critically evaluating the current state of knowledge. This process helps researchers identify trends, gaps, and debates in their field, providing context for new studies. Literature reviews serve to establish a theoretical foundation, showcase the author's expertise, and guide future research directions. They're essential in academic writing, offering a comprehensive yet concise summary of the existing body of work on a given subject.</a:t>
            </a:r>
            <a:endParaRPr kumimoji="1" lang="en-GB" altLang="ja-JP" dirty="0"/>
          </a:p>
        </p:txBody>
      </p:sp>
      <p:sp>
        <p:nvSpPr>
          <p:cNvPr id="4" name="Slide Number Placeholder 3"/>
          <p:cNvSpPr>
            <a:spLocks noGrp="1"/>
          </p:cNvSpPr>
          <p:nvPr>
            <p:ph type="sldNum" sz="quarter" idx="5"/>
          </p:nvPr>
        </p:nvSpPr>
        <p:spPr/>
        <p:txBody>
          <a:bodyPr/>
          <a:lstStyle/>
          <a:p>
            <a:pPr rtl="0"/>
            <a:fld id="{8530193B-564F-4854-8A52-728F3FB19C85}" type="slidenum">
              <a:rPr lang="en-GB" smtClean="0"/>
              <a:t>3</a:t>
            </a:fld>
            <a:endParaRPr lang="en-GB"/>
          </a:p>
        </p:txBody>
      </p:sp>
    </p:spTree>
    <p:extLst>
      <p:ext uri="{BB962C8B-B14F-4D97-AF65-F5344CB8AC3E}">
        <p14:creationId xmlns:p14="http://schemas.microsoft.com/office/powerpoint/2010/main" val="1024761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narrative review is often used when you want to explore a broad theme or story within the literature. For example, if you were studying the ethical implications of AI, a narrative review would allow you to summarize how various studies have tackled issues like privacy and bias. The narrative review is useful when your goal is to provide a thematic overview rather than answering a specific research question.</a:t>
            </a:r>
          </a:p>
          <a:p>
            <a:endParaRPr lang="en-US" dirty="0"/>
          </a:p>
          <a:p>
            <a:r>
              <a:rPr lang="en-US" dirty="0"/>
              <a:t>A narrative review provides a </a:t>
            </a:r>
            <a:r>
              <a:rPr lang="en-US" b="1" dirty="0"/>
              <a:t>holistic overview</a:t>
            </a:r>
            <a:r>
              <a:rPr lang="en-US" dirty="0"/>
              <a:t> of a broad topic without diving too deeply into methodological rigor. It’s often used early in research to capture the </a:t>
            </a:r>
            <a:r>
              <a:rPr lang="en-US" b="1" dirty="0"/>
              <a:t>big picture</a:t>
            </a:r>
            <a:r>
              <a:rPr lang="en-US" dirty="0"/>
              <a:t>. For instance, a researcher exploring AI in healthcare might begin with a narrative review to understand the wide array of applications (diagnostics, treatment plans, etc.). While helpful for an initial understanding, it lacks the systematic process that comes with other review types.</a:t>
            </a:r>
          </a:p>
          <a:p>
            <a:endParaRPr lang="en-US" dirty="0"/>
          </a:p>
          <a:p>
            <a:r>
              <a:rPr lang="en-US" dirty="0"/>
              <a:t>This type of review is more flexible and less structured than others, which makes it suitable for interpretivist or constructivist research where the goal is to explore and interpret the literature rather than quantify it.</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15</a:t>
            </a:fld>
            <a:endParaRPr lang="en-GB" noProof="0"/>
          </a:p>
        </p:txBody>
      </p:sp>
    </p:spTree>
    <p:extLst>
      <p:ext uri="{BB962C8B-B14F-4D97-AF65-F5344CB8AC3E}">
        <p14:creationId xmlns:p14="http://schemas.microsoft.com/office/powerpoint/2010/main" val="647853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systematic review is much more structured and rigorous. It’s often used when you have a specific research question and need to systematically evaluate all the studies that address this question. For example, if you’re comparing machine learning algorithms in terms of accuracy, a systematic review would follow strict inclusion criteria to analyze each algorithm's performance.</a:t>
            </a:r>
          </a:p>
          <a:p>
            <a:endParaRPr lang="en-US" dirty="0"/>
          </a:p>
          <a:p>
            <a:r>
              <a:rPr lang="en-US" dirty="0"/>
              <a:t>Systematic reviews follow a </a:t>
            </a:r>
            <a:r>
              <a:rPr lang="en-US" b="1" dirty="0"/>
              <a:t>rigid and transparent process</a:t>
            </a:r>
            <a:r>
              <a:rPr lang="en-US" dirty="0"/>
              <a:t> to ensure that no relevant study is overlooked. It’s best suited for fields requiring high precision and reproducibility, such as </a:t>
            </a:r>
            <a:r>
              <a:rPr lang="en-US" b="1" dirty="0"/>
              <a:t>cybersecurity</a:t>
            </a:r>
            <a:r>
              <a:rPr lang="en-US" dirty="0"/>
              <a:t> or </a:t>
            </a:r>
            <a:r>
              <a:rPr lang="en-US" b="1" dirty="0"/>
              <a:t>data science</a:t>
            </a:r>
            <a:r>
              <a:rPr lang="en-US" dirty="0"/>
              <a:t>. For example, when reviewing machine learning algorithms for real-time object detection, a systematic review ensures that all algorithms are evaluated using the same criteria, providing </a:t>
            </a:r>
            <a:r>
              <a:rPr lang="en-US" b="1" dirty="0"/>
              <a:t>objective</a:t>
            </a:r>
            <a:r>
              <a:rPr lang="en-US" dirty="0"/>
              <a:t> insights into their effectiveness.</a:t>
            </a:r>
          </a:p>
          <a:p>
            <a:endParaRPr lang="en-US" dirty="0"/>
          </a:p>
          <a:p>
            <a:r>
              <a:rPr lang="en-US" dirty="0"/>
              <a:t>Systematic reviews are most common in positivist research because they aim for replicable and measurable results. The transparency and rigor of this method make it the gold standard in quantitative research.</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16</a:t>
            </a:fld>
            <a:endParaRPr lang="en-GB" noProof="0"/>
          </a:p>
        </p:txBody>
      </p:sp>
    </p:spTree>
    <p:extLst>
      <p:ext uri="{BB962C8B-B14F-4D97-AF65-F5344CB8AC3E}">
        <p14:creationId xmlns:p14="http://schemas.microsoft.com/office/powerpoint/2010/main" val="994845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scoping review provides an overview of what’s out there without going too deep into any one area. It’s especially useful for exploratory research. For example, if you’re studying the applications of big data analytics in healthcare, a scoping review will map out what studies have been conducted and identify where the gaps are. Unlike systematic reviews, scoping reviews don’t necessarily evaluate the quality of the studies included.</a:t>
            </a:r>
          </a:p>
          <a:p>
            <a:endParaRPr lang="en-US" dirty="0"/>
          </a:p>
          <a:p>
            <a:r>
              <a:rPr lang="en-US" dirty="0"/>
              <a:t>A scoping review is valuable when </a:t>
            </a:r>
            <a:r>
              <a:rPr lang="en-US" b="1" dirty="0"/>
              <a:t>mapping out emerging fields</a:t>
            </a:r>
            <a:r>
              <a:rPr lang="en-US" dirty="0"/>
              <a:t> or when little is known about the topic. It helps researchers identify gaps and formulate more </a:t>
            </a:r>
            <a:r>
              <a:rPr lang="en-US" b="1" dirty="0"/>
              <a:t>specific research questions</a:t>
            </a:r>
            <a:r>
              <a:rPr lang="en-US" dirty="0"/>
              <a:t>. For example, in the emerging field of quantum computing for cryptography, a scoping review might map out what’s currently being researched, identify what’s underexplored, and highlight areas needing further investigation.</a:t>
            </a:r>
          </a:p>
          <a:p>
            <a:endParaRPr lang="en-US" dirty="0"/>
          </a:p>
          <a:p>
            <a:r>
              <a:rPr lang="en-US" dirty="0"/>
              <a:t>This type of review is commonly used in early-stage research or when the field is still emerging.</a:t>
            </a:r>
          </a:p>
          <a:p>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17</a:t>
            </a:fld>
            <a:endParaRPr lang="en-GB" noProof="0"/>
          </a:p>
        </p:txBody>
      </p:sp>
    </p:spTree>
    <p:extLst>
      <p:ext uri="{BB962C8B-B14F-4D97-AF65-F5344CB8AC3E}">
        <p14:creationId xmlns:p14="http://schemas.microsoft.com/office/powerpoint/2010/main" val="1941615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theoretical review focuses on comparing different theories and frameworks rather than analyzing specific data. For instance, if you’re looking at human-computer interaction, you could use a theoretical review to compare design theories and usability models to see which is most applicable to your area of interest.</a:t>
            </a:r>
          </a:p>
          <a:p>
            <a:endParaRPr lang="en-US" dirty="0"/>
          </a:p>
          <a:p>
            <a:r>
              <a:rPr lang="en-US" dirty="0"/>
              <a:t>A theoretical review is ideal for </a:t>
            </a:r>
            <a:r>
              <a:rPr lang="en-US" b="1" dirty="0"/>
              <a:t>refining or challenging</a:t>
            </a:r>
            <a:r>
              <a:rPr lang="en-US" dirty="0"/>
              <a:t> existing frameworks. This type of review helps deepen understanding of the </a:t>
            </a:r>
            <a:r>
              <a:rPr lang="en-US" b="1" dirty="0"/>
              <a:t>conceptual models</a:t>
            </a:r>
            <a:r>
              <a:rPr lang="en-US" dirty="0"/>
              <a:t> that drive research in fields such as </a:t>
            </a:r>
            <a:r>
              <a:rPr lang="en-US" b="1" dirty="0"/>
              <a:t>HCI</a:t>
            </a:r>
            <a:r>
              <a:rPr lang="en-US" dirty="0"/>
              <a:t> (Human-Computer Interaction) or </a:t>
            </a:r>
            <a:r>
              <a:rPr lang="en-US" b="1" dirty="0"/>
              <a:t>data visualization</a:t>
            </a:r>
            <a:r>
              <a:rPr lang="en-US" dirty="0"/>
              <a:t>. For example, reviewing multiple theories on user engagement in HCI can offer insights into how to design more intuitive interfaces or improve user experience.</a:t>
            </a:r>
          </a:p>
          <a:p>
            <a:endParaRPr lang="en-US" dirty="0"/>
          </a:p>
          <a:p>
            <a:r>
              <a:rPr lang="en-US" dirty="0"/>
              <a:t>Theoretical reviews are particularly useful when your research is grounded in critical theory or when you’re trying to challenge or refine existing frameworks.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18</a:t>
            </a:fld>
            <a:endParaRPr lang="en-GB" noProof="0"/>
          </a:p>
        </p:txBody>
      </p:sp>
    </p:spTree>
    <p:extLst>
      <p:ext uri="{BB962C8B-B14F-4D97-AF65-F5344CB8AC3E}">
        <p14:creationId xmlns:p14="http://schemas.microsoft.com/office/powerpoint/2010/main" val="4424611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meta-analysis is highly quantitative. It aggregates data from multiple studies to provide a statistical analysis. For example, you might look at studies on deep learning models for image recognition and combine the accuracy rates from each to draw more general conclusions.</a:t>
            </a:r>
          </a:p>
          <a:p>
            <a:endParaRPr lang="en-US" dirty="0"/>
          </a:p>
          <a:p>
            <a:r>
              <a:rPr lang="en-US" dirty="0"/>
              <a:t>A meta-analysis is a powerful tool when you need to aggregate </a:t>
            </a:r>
            <a:r>
              <a:rPr lang="en-US" b="1" dirty="0"/>
              <a:t>quantitative data</a:t>
            </a:r>
            <a:r>
              <a:rPr lang="en-US" dirty="0"/>
              <a:t> from several studies to find common trends. For example, in CS, a meta-analysis of deep learning algorithms for image recognition can determine which methods are the most robust across different datasets. However, the studies you’re combining need to be similar enough to allow for statistical synthesis.</a:t>
            </a:r>
          </a:p>
          <a:p>
            <a:endParaRPr lang="en-US" dirty="0"/>
          </a:p>
          <a:p>
            <a:r>
              <a:rPr lang="en-US" dirty="0"/>
              <a:t>This method is often used in fields like data analytics or cybersecurity, where statistical analysis is key. It’s best suited for post-positivist research where you’re looking to generalize findings across different studies.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19</a:t>
            </a:fld>
            <a:endParaRPr lang="en-GB" noProof="0"/>
          </a:p>
        </p:txBody>
      </p:sp>
    </p:spTree>
    <p:extLst>
      <p:ext uri="{BB962C8B-B14F-4D97-AF65-F5344CB8AC3E}">
        <p14:creationId xmlns:p14="http://schemas.microsoft.com/office/powerpoint/2010/main" val="321490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evaluation at the postgraduate level is more than just checking for reliability; it involves assessing the </a:t>
            </a:r>
            <a:r>
              <a:rPr lang="en-US" b="1" dirty="0"/>
              <a:t>philosophical underpinnings</a:t>
            </a:r>
            <a:r>
              <a:rPr lang="en-US" dirty="0"/>
              <a:t> of the research, the alignment of methods with the problem posed, and the </a:t>
            </a:r>
            <a:r>
              <a:rPr lang="en-US" b="1" dirty="0"/>
              <a:t>impact on the theoretical landscape</a:t>
            </a:r>
            <a:r>
              <a:rPr lang="en-US" dirty="0"/>
              <a:t>. For example, in cybersecurity, the </a:t>
            </a:r>
            <a:r>
              <a:rPr lang="en-US" b="1" dirty="0"/>
              <a:t>threat models</a:t>
            </a:r>
            <a:r>
              <a:rPr lang="en-US" dirty="0"/>
              <a:t> presented in literature might evolve, and your evaluation should account for changing paradigms.</a:t>
            </a:r>
            <a:endParaRPr lang="en-GB" dirty="0"/>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22</a:t>
            </a:fld>
            <a:endParaRPr lang="en-GB" noProof="0"/>
          </a:p>
        </p:txBody>
      </p:sp>
    </p:spTree>
    <p:extLst>
      <p:ext uri="{BB962C8B-B14F-4D97-AF65-F5344CB8AC3E}">
        <p14:creationId xmlns:p14="http://schemas.microsoft.com/office/powerpoint/2010/main" val="343137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more advanced – upper level distinction dissertations evaluation should also discuss theoretical contributions. For instance, in data analytics, evaluating whether a paper's findings can generalize across domains is critical. Additionally, questioning the philosophical orientation of a study—whether it aligns with positivism, interpretivism, etc. —is crucial in deciding how to position your own research within the broader academic conversation.</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23</a:t>
            </a:fld>
            <a:endParaRPr lang="en-GB" noProof="0"/>
          </a:p>
        </p:txBody>
      </p:sp>
    </p:spTree>
    <p:extLst>
      <p:ext uri="{BB962C8B-B14F-4D97-AF65-F5344CB8AC3E}">
        <p14:creationId xmlns:p14="http://schemas.microsoft.com/office/powerpoint/2010/main" val="3790514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contrived example demonstrates a higher-level evaluation of a machine learning study in healthcare. Beyond just assessing the methods, you should consider </a:t>
            </a:r>
            <a:r>
              <a:rPr lang="en-GB" b="1" dirty="0"/>
              <a:t>ethics</a:t>
            </a:r>
            <a:r>
              <a:rPr lang="en-GB" dirty="0"/>
              <a:t>, </a:t>
            </a:r>
            <a:r>
              <a:rPr lang="en-GB" b="1" dirty="0"/>
              <a:t>reproducibility</a:t>
            </a:r>
            <a:r>
              <a:rPr lang="en-GB" dirty="0"/>
              <a:t>, and the long-term </a:t>
            </a:r>
            <a:r>
              <a:rPr lang="en-GB" b="1" dirty="0"/>
              <a:t>impact on the field</a:t>
            </a:r>
            <a:r>
              <a:rPr lang="en-GB" dirty="0"/>
              <a:t>. In this case, the proprietary nature of the dataset may limit others from replicating the results, reducing the study's generalizability. Additionally, issues around patient data privacy introduce </a:t>
            </a:r>
            <a:r>
              <a:rPr lang="en-GB" b="1" dirty="0"/>
              <a:t>ethical dilemmas</a:t>
            </a:r>
            <a:r>
              <a:rPr lang="en-GB" dirty="0"/>
              <a:t> that should have been addressed.</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25</a:t>
            </a:fld>
            <a:endParaRPr lang="en-GB" noProof="0"/>
          </a:p>
        </p:txBody>
      </p:sp>
    </p:spTree>
    <p:extLst>
      <p:ext uri="{BB962C8B-B14F-4D97-AF65-F5344CB8AC3E}">
        <p14:creationId xmlns:p14="http://schemas.microsoft.com/office/powerpoint/2010/main" val="981183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engaging in critical evaluation at this level, it’s important to go beyond mere summaries. You </a:t>
            </a:r>
            <a:r>
              <a:rPr lang="en-GB" b="1" dirty="0"/>
              <a:t>must</a:t>
            </a:r>
            <a:r>
              <a:rPr lang="en-GB" dirty="0"/>
              <a:t> deeply engage with </a:t>
            </a:r>
            <a:r>
              <a:rPr lang="en-GB" b="1" dirty="0"/>
              <a:t>methodological</a:t>
            </a:r>
            <a:r>
              <a:rPr lang="en-GB" dirty="0"/>
              <a:t> and </a:t>
            </a:r>
            <a:r>
              <a:rPr lang="en-GB" b="1" dirty="0"/>
              <a:t>theoretical</a:t>
            </a:r>
            <a:r>
              <a:rPr lang="en-GB" dirty="0"/>
              <a:t> </a:t>
            </a:r>
            <a:r>
              <a:rPr lang="en-GB" b="1" dirty="0"/>
              <a:t>critiques</a:t>
            </a:r>
            <a:r>
              <a:rPr lang="en-GB" dirty="0"/>
              <a:t>. </a:t>
            </a:r>
          </a:p>
          <a:p>
            <a:endParaRPr lang="en-GB" dirty="0"/>
          </a:p>
          <a:p>
            <a:r>
              <a:rPr lang="en-GB" dirty="0"/>
              <a:t>For example, the failure to critically assess a research design could lead to incomplete findings. Moreover, ignoring the paradigmatic stance of a study can mislead your understanding of its implications and how it fits into the broader academic conversation.</a:t>
            </a:r>
          </a:p>
        </p:txBody>
      </p:sp>
      <p:sp>
        <p:nvSpPr>
          <p:cNvPr id="4" name="Slide Number Placeholder 3"/>
          <p:cNvSpPr>
            <a:spLocks noGrp="1"/>
          </p:cNvSpPr>
          <p:nvPr>
            <p:ph type="sldNum" sz="quarter" idx="5"/>
          </p:nvPr>
        </p:nvSpPr>
        <p:spPr/>
        <p:txBody>
          <a:bodyPr/>
          <a:lstStyle/>
          <a:p>
            <a:pPr rtl="0"/>
            <a:fld id="{8530193B-564F-4854-8A52-728F3FB19C85}" type="slidenum">
              <a:rPr lang="en-GB" noProof="0" smtClean="0"/>
              <a:t>26</a:t>
            </a:fld>
            <a:endParaRPr lang="en-GB" noProof="0"/>
          </a:p>
        </p:txBody>
      </p:sp>
    </p:spTree>
    <p:extLst>
      <p:ext uri="{BB962C8B-B14F-4D97-AF65-F5344CB8AC3E}">
        <p14:creationId xmlns:p14="http://schemas.microsoft.com/office/powerpoint/2010/main" val="3857721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en-GB" altLang="ja-JP"/>
          </a:p>
        </p:txBody>
      </p:sp>
      <p:sp>
        <p:nvSpPr>
          <p:cNvPr id="4" name="Slide Number Placeholder 3"/>
          <p:cNvSpPr>
            <a:spLocks noGrp="1"/>
          </p:cNvSpPr>
          <p:nvPr>
            <p:ph type="sldNum" sz="quarter" idx="5"/>
          </p:nvPr>
        </p:nvSpPr>
        <p:spPr/>
        <p:txBody>
          <a:bodyPr/>
          <a:lstStyle/>
          <a:p>
            <a:pPr rtl="0"/>
            <a:fld id="{8530193B-564F-4854-8A52-728F3FB19C85}" type="slidenum">
              <a:rPr lang="en-GB" smtClean="0"/>
              <a:t>30</a:t>
            </a:fld>
            <a:endParaRPr lang="en-GB"/>
          </a:p>
        </p:txBody>
      </p:sp>
    </p:spTree>
    <p:extLst>
      <p:ext uri="{BB962C8B-B14F-4D97-AF65-F5344CB8AC3E}">
        <p14:creationId xmlns:p14="http://schemas.microsoft.com/office/powerpoint/2010/main" val="4267604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oodle.bolton.ac.uk/course/view.php?id=23108"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3224"/>
            <a:ext cx="12192000" cy="6858000"/>
          </a:xfrm>
          <a:prstGeom prst="rect">
            <a:avLst/>
          </a:prstGeom>
        </p:spPr>
        <p:txBody>
          <a:bodyPr rtlCol="0"/>
          <a:lstStyle>
            <a:lvl1pPr>
              <a:defRPr>
                <a:latin typeface="Aptos Display" panose="020B0004020202020204" pitchFamily="34" charset="0"/>
              </a:defRPr>
            </a:lvl1pPr>
          </a:lstStyle>
          <a:p>
            <a:pPr rtl="0"/>
            <a:r>
              <a:rPr lang="en-US" noProof="0"/>
              <a:t>Click icon to add picture</a:t>
            </a:r>
            <a:endParaRPr lang="en-GB" noProof="0" dirty="0"/>
          </a:p>
        </p:txBody>
      </p:sp>
      <p:sp>
        <p:nvSpPr>
          <p:cNvPr id="6" name="Hexagon 5">
            <a:extLst>
              <a:ext uri="{FF2B5EF4-FFF2-40B4-BE49-F238E27FC236}">
                <a16:creationId xmlns:a16="http://schemas.microsoft.com/office/drawing/2014/main" id="{ED61BFD1-C421-442F-ACC0-868D35B02015}"/>
              </a:ext>
            </a:extLst>
          </p:cNvPr>
          <p:cNvSpPr/>
          <p:nvPr userDrawn="1"/>
        </p:nvSpPr>
        <p:spPr>
          <a:xfrm>
            <a:off x="3166402" y="903484"/>
            <a:ext cx="5859196" cy="5051033"/>
          </a:xfrm>
          <a:prstGeom prst="hexagon">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4" name="Hexagon 13">
            <a:extLst>
              <a:ext uri="{FF2B5EF4-FFF2-40B4-BE49-F238E27FC236}">
                <a16:creationId xmlns:a16="http://schemas.microsoft.com/office/drawing/2014/main" id="{89B16BC3-CBF9-4BF0-A37A-9F2BB89BED54}"/>
              </a:ext>
            </a:extLst>
          </p:cNvPr>
          <p:cNvSpPr/>
          <p:nvPr userDrawn="1"/>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6" name="Hexagon 15">
            <a:extLst>
              <a:ext uri="{FF2B5EF4-FFF2-40B4-BE49-F238E27FC236}">
                <a16:creationId xmlns:a16="http://schemas.microsoft.com/office/drawing/2014/main" id="{80EA9ECE-F57C-4B25-AD19-4F78933A61EC}"/>
              </a:ext>
            </a:extLst>
          </p:cNvPr>
          <p:cNvSpPr/>
          <p:nvPr userDrawn="1"/>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8" name="Hexagon 17">
            <a:extLst>
              <a:ext uri="{FF2B5EF4-FFF2-40B4-BE49-F238E27FC236}">
                <a16:creationId xmlns:a16="http://schemas.microsoft.com/office/drawing/2014/main" id="{DCBDF4EA-BFFB-460D-B9A8-45C097E920DA}"/>
              </a:ext>
            </a:extLst>
          </p:cNvPr>
          <p:cNvSpPr/>
          <p:nvPr userDrawn="1"/>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20" name="Hexagon 19">
            <a:extLst>
              <a:ext uri="{FF2B5EF4-FFF2-40B4-BE49-F238E27FC236}">
                <a16:creationId xmlns:a16="http://schemas.microsoft.com/office/drawing/2014/main" id="{AB15A15E-528E-4041-8E63-65C0D0398F3A}"/>
              </a:ext>
            </a:extLst>
          </p:cNvPr>
          <p:cNvSpPr/>
          <p:nvPr userDrawn="1"/>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2" name="Title 1">
            <a:extLst>
              <a:ext uri="{FF2B5EF4-FFF2-40B4-BE49-F238E27FC236}">
                <a16:creationId xmlns:a16="http://schemas.microsoft.com/office/drawing/2014/main" id="{A7A620BD-CFAD-4100-8C9F-494D15A0A900}"/>
              </a:ext>
            </a:extLst>
          </p:cNvPr>
          <p:cNvSpPr>
            <a:spLocks noGrp="1"/>
          </p:cNvSpPr>
          <p:nvPr>
            <p:ph type="title"/>
          </p:nvPr>
        </p:nvSpPr>
        <p:spPr>
          <a:xfrm>
            <a:off x="4096846" y="2576760"/>
            <a:ext cx="3924935" cy="1695637"/>
          </a:xfrm>
          <a:prstGeom prst="rect">
            <a:avLst/>
          </a:prstGeom>
        </p:spPr>
        <p:txBody>
          <a:bodyPr rtlCol="0"/>
          <a:lstStyle>
            <a:lvl1pPr>
              <a:spcBef>
                <a:spcPts val="1000"/>
              </a:spcBef>
              <a:defRPr sz="4800" b="1">
                <a:solidFill>
                  <a:schemeClr val="bg1"/>
                </a:solidFill>
                <a:latin typeface="Aptos Display" panose="020B0004020202020204" pitchFamily="34" charset="0"/>
              </a:defRPr>
            </a:lvl1pPr>
          </a:lstStyle>
          <a:p>
            <a:pPr rtl="0"/>
            <a:r>
              <a:rPr lang="en-US" noProof="0"/>
              <a:t>Click to edit Master title style</a:t>
            </a:r>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096848" y="1899514"/>
            <a:ext cx="3924934" cy="490538"/>
          </a:xfrm>
          <a:prstGeom prst="rect">
            <a:avLst/>
          </a:prstGeom>
        </p:spPr>
        <p:txBody>
          <a:bodyPr rtlCol="0"/>
          <a:lstStyle>
            <a:lvl1pPr>
              <a:buNone/>
              <a:defRPr lang="en-US" sz="2400" b="1" kern="1200" dirty="0" smtClean="0">
                <a:solidFill>
                  <a:schemeClr val="accent4"/>
                </a:solidFill>
                <a:latin typeface="Aptos Display" panose="020B000402020202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8" name="Text Placeholder 27">
            <a:extLst>
              <a:ext uri="{FF2B5EF4-FFF2-40B4-BE49-F238E27FC236}">
                <a16:creationId xmlns:a16="http://schemas.microsoft.com/office/drawing/2014/main" id="{E0A61465-6ECA-46DC-97DD-7BCFDB69EB89}"/>
              </a:ext>
            </a:extLst>
          </p:cNvPr>
          <p:cNvSpPr>
            <a:spLocks noGrp="1"/>
          </p:cNvSpPr>
          <p:nvPr>
            <p:ph type="body" sz="quarter" idx="13"/>
          </p:nvPr>
        </p:nvSpPr>
        <p:spPr>
          <a:xfrm>
            <a:off x="4484582" y="4459105"/>
            <a:ext cx="3222836" cy="1168530"/>
          </a:xfrm>
          <a:prstGeom prst="rect">
            <a:avLst/>
          </a:prstGeom>
        </p:spPr>
        <p:txBody>
          <a:bodyPr rtlCol="0" anchor="b"/>
          <a:lstStyle>
            <a:lvl1pPr algn="r">
              <a:buNone/>
              <a:defRPr lang="en-US" sz="1600" kern="1200" dirty="0" smtClean="0">
                <a:solidFill>
                  <a:schemeClr val="bg1"/>
                </a:solidFill>
                <a:latin typeface="Aptos Display" panose="020B0004020202020204" pitchFamily="34" charset="0"/>
                <a:ea typeface="+mn-ea"/>
                <a:cs typeface="+mn-cs"/>
              </a:defRPr>
            </a:lvl1pPr>
          </a:lstStyle>
          <a:p>
            <a:pPr lvl="0" rtl="0"/>
            <a:r>
              <a:rPr lang="en-US" noProof="0"/>
              <a:t>Click to edit Master text styles</a:t>
            </a:r>
          </a:p>
        </p:txBody>
      </p:sp>
      <p:sp>
        <p:nvSpPr>
          <p:cNvPr id="2" name="Footer Placeholder 4">
            <a:extLst>
              <a:ext uri="{FF2B5EF4-FFF2-40B4-BE49-F238E27FC236}">
                <a16:creationId xmlns:a16="http://schemas.microsoft.com/office/drawing/2014/main" id="{9ED35F2F-8C21-5F48-2B3B-23BBD44A2261}"/>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latin typeface="Aptos Display" panose="020B0004020202020204" pitchFamily="34" charset="0"/>
                <a:hlinkClick r:id="rId2">
                  <a:extLst>
                    <a:ext uri="{A12FA001-AC4F-418D-AE19-62706E023703}">
                      <ahyp:hlinkClr xmlns:ahyp="http://schemas.microsoft.com/office/drawing/2018/hyperlinkcolor" val="tx"/>
                    </a:ext>
                  </a:extLst>
                </a:hlinkClick>
              </a:rPr>
              <a:t>SWE7004</a:t>
            </a:r>
            <a:r>
              <a:rPr lang="en-GB" sz="1100" b="1" noProof="0">
                <a:solidFill>
                  <a:srgbClr val="9454C3"/>
                </a:solidFill>
                <a:latin typeface="Aptos Display" panose="020B0004020202020204" pitchFamily="34" charset="0"/>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Aptos Display" panose="020B0004020202020204" pitchFamily="34" charset="0"/>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Aptos Display" panose="020B0004020202020204" pitchFamily="34" charset="0"/>
            </a:endParaRPr>
          </a:p>
        </p:txBody>
      </p:sp>
      <p:pic>
        <p:nvPicPr>
          <p:cNvPr id="3" name="Picture 2">
            <a:hlinkClick r:id="rId2"/>
            <a:extLst>
              <a:ext uri="{FF2B5EF4-FFF2-40B4-BE49-F238E27FC236}">
                <a16:creationId xmlns:a16="http://schemas.microsoft.com/office/drawing/2014/main" id="{FD8C6198-408D-9AE3-605C-0D30B6501C7D}"/>
              </a:ext>
            </a:extLst>
          </p:cNvPr>
          <p:cNvPicPr>
            <a:picLocks noChangeAspect="1"/>
          </p:cNvPicPr>
          <p:nvPr userDrawn="1"/>
        </p:nvPicPr>
        <p:blipFill rotWithShape="1">
          <a:blip r:embed="rId3">
            <a:alphaModFix amt="35000"/>
          </a:blip>
          <a:srcRect r="39275" b="37247"/>
          <a:stretch/>
        </p:blipFill>
        <p:spPr>
          <a:xfrm>
            <a:off x="8414557" y="4493758"/>
            <a:ext cx="3655522" cy="2361018"/>
          </a:xfrm>
          <a:prstGeom prst="rect">
            <a:avLst/>
          </a:prstGeom>
        </p:spPr>
      </p:pic>
    </p:spTree>
    <p:extLst>
      <p:ext uri="{BB962C8B-B14F-4D97-AF65-F5344CB8AC3E}">
        <p14:creationId xmlns:p14="http://schemas.microsoft.com/office/powerpoint/2010/main" val="7814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rtlCol="0"/>
          <a:lstStyle/>
          <a:p>
            <a:pPr rtl="0"/>
            <a:r>
              <a:rPr lang="en-US" noProof="0"/>
              <a:t>Click icon to add picture</a:t>
            </a:r>
            <a:endParaRPr lang="en-GB" noProof="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rtlCol="0"/>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rtlCol="0"/>
          <a:lstStyle>
            <a:lvl1pPr>
              <a:spcBef>
                <a:spcPts val="1000"/>
              </a:spcBef>
              <a:defRPr sz="4800" b="1">
                <a:solidFill>
                  <a:schemeClr val="bg1"/>
                </a:solidFill>
                <a:latin typeface="Aptos Display" panose="020B0004020202020204" pitchFamily="34" charset="0"/>
              </a:defRPr>
            </a:lvl1pPr>
          </a:lstStyle>
          <a:p>
            <a:pPr rtl="0"/>
            <a:r>
              <a:rPr lang="en-US" noProof="0" dirty="0"/>
              <a:t>Click to edit Master title style</a:t>
            </a:r>
            <a:endParaRPr lang="en-GB" noProof="0" dirty="0"/>
          </a:p>
        </p:txBody>
      </p:sp>
      <p:sp>
        <p:nvSpPr>
          <p:cNvPr id="3" name="Footer Placeholder 4">
            <a:extLst>
              <a:ext uri="{FF2B5EF4-FFF2-40B4-BE49-F238E27FC236}">
                <a16:creationId xmlns:a16="http://schemas.microsoft.com/office/drawing/2014/main" id="{E820A320-06A7-7F4F-3C09-D207765810C4}"/>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hlinkClick r:id="rId2">
                  <a:extLst>
                    <a:ext uri="{A12FA001-AC4F-418D-AE19-62706E023703}">
                      <ahyp:hlinkClr xmlns:ahyp="http://schemas.microsoft.com/office/drawing/2018/hyperlinkcolor" val="tx"/>
                    </a:ext>
                  </a:extLst>
                </a:hlinkClick>
              </a:rPr>
              <a:t>SWE7004</a:t>
            </a:r>
            <a:r>
              <a:rPr lang="en-GB" sz="1100" b="1" noProof="0">
                <a:solidFill>
                  <a:srgbClr val="9454C3"/>
                </a:solidFill>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Helvetica Neue"/>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Helvetica Neue"/>
            </a:endParaRPr>
          </a:p>
        </p:txBody>
      </p:sp>
      <p:pic>
        <p:nvPicPr>
          <p:cNvPr id="4" name="Picture 3">
            <a:hlinkClick r:id="rId2"/>
            <a:extLst>
              <a:ext uri="{FF2B5EF4-FFF2-40B4-BE49-F238E27FC236}">
                <a16:creationId xmlns:a16="http://schemas.microsoft.com/office/drawing/2014/main" id="{6A69585D-99AE-FA50-823D-9FD3DB0FB474}"/>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143995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Custom Layout">
    <p:bg>
      <p:bgPr>
        <a:solidFill>
          <a:schemeClr val="accent3">
            <a:lumMod val="50000"/>
          </a:schemeClr>
        </a:solidFill>
        <a:effectLst/>
      </p:bgPr>
    </p:bg>
    <p:spTree>
      <p:nvGrpSpPr>
        <p:cNvPr id="1" name=""/>
        <p:cNvGrpSpPr/>
        <p:nvPr/>
      </p:nvGrpSpPr>
      <p:grpSpPr>
        <a:xfrm>
          <a:off x="0" y="0"/>
          <a:ext cx="0" cy="0"/>
          <a:chOff x="0" y="0"/>
          <a:chExt cx="0" cy="0"/>
        </a:xfrm>
      </p:grpSpPr>
      <p:sp>
        <p:nvSpPr>
          <p:cNvPr id="14" name="Picture Placeholder 21">
            <a:extLst>
              <a:ext uri="{FF2B5EF4-FFF2-40B4-BE49-F238E27FC236}">
                <a16:creationId xmlns:a16="http://schemas.microsoft.com/office/drawing/2014/main" id="{75D96571-69F8-475F-A910-ECC183425065}"/>
              </a:ext>
            </a:extLst>
          </p:cNvPr>
          <p:cNvSpPr>
            <a:spLocks noGrp="1"/>
          </p:cNvSpPr>
          <p:nvPr>
            <p:ph type="pic" sz="quarter" idx="10"/>
          </p:nvPr>
        </p:nvSpPr>
        <p:spPr>
          <a:xfrm>
            <a:off x="-5606" y="0"/>
            <a:ext cx="12192000" cy="6858000"/>
          </a:xfrm>
          <a:prstGeom prst="rect">
            <a:avLst/>
          </a:prstGeom>
        </p:spPr>
        <p:txBody>
          <a:bodyPr rtlCol="0"/>
          <a:lstStyle>
            <a:lvl1pPr>
              <a:defRPr>
                <a:latin typeface="Aptos Display" panose="020B0004020202020204" pitchFamily="34" charset="0"/>
              </a:defRPr>
            </a:lvl1pPr>
          </a:lstStyle>
          <a:p>
            <a:pPr rtl="0"/>
            <a:r>
              <a:rPr lang="en-US" noProof="0"/>
              <a:t>Click icon to add picture</a:t>
            </a:r>
            <a:endParaRPr lang="en-GB" noProof="0"/>
          </a:p>
        </p:txBody>
      </p:sp>
      <p:sp>
        <p:nvSpPr>
          <p:cNvPr id="3" name="Oval 2" descr="Tall office building looking up">
            <a:extLst>
              <a:ext uri="{FF2B5EF4-FFF2-40B4-BE49-F238E27FC236}">
                <a16:creationId xmlns:a16="http://schemas.microsoft.com/office/drawing/2014/main" id="{CD4C2457-AECB-4015-9FE4-CCBC516AA9EE}"/>
              </a:ext>
            </a:extLst>
          </p:cNvPr>
          <p:cNvSpPr/>
          <p:nvPr userDrawn="1"/>
        </p:nvSpPr>
        <p:spPr>
          <a:xfrm>
            <a:off x="3352800" y="685800"/>
            <a:ext cx="5486400" cy="5486400"/>
          </a:xfrm>
          <a:prstGeom prst="ellipse">
            <a:avLst/>
          </a:prstGeom>
          <a:solidFill>
            <a:srgbClr val="7030A0">
              <a:alpha val="40000"/>
            </a:srgb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9" name="Oval 8">
            <a:extLst>
              <a:ext uri="{FF2B5EF4-FFF2-40B4-BE49-F238E27FC236}">
                <a16:creationId xmlns:a16="http://schemas.microsoft.com/office/drawing/2014/main" id="{289A018F-D11C-4B07-9830-8336B27A18AD}"/>
              </a:ext>
            </a:extLst>
          </p:cNvPr>
          <p:cNvSpPr/>
          <p:nvPr userDrawn="1"/>
        </p:nvSpPr>
        <p:spPr>
          <a:xfrm>
            <a:off x="8138160" y="5669280"/>
            <a:ext cx="502920"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1" name="Oval 10">
            <a:extLst>
              <a:ext uri="{FF2B5EF4-FFF2-40B4-BE49-F238E27FC236}">
                <a16:creationId xmlns:a16="http://schemas.microsoft.com/office/drawing/2014/main" id="{E0209A32-FE17-4457-B02B-0A1DB9B8ADB1}"/>
              </a:ext>
            </a:extLst>
          </p:cNvPr>
          <p:cNvSpPr/>
          <p:nvPr userDrawn="1"/>
        </p:nvSpPr>
        <p:spPr>
          <a:xfrm>
            <a:off x="2915463" y="1295169"/>
            <a:ext cx="692878" cy="69287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3" name="Oval 12">
            <a:extLst>
              <a:ext uri="{FF2B5EF4-FFF2-40B4-BE49-F238E27FC236}">
                <a16:creationId xmlns:a16="http://schemas.microsoft.com/office/drawing/2014/main" id="{D585A541-0EDE-4213-AE62-4D909E8EB7F5}"/>
              </a:ext>
            </a:extLst>
          </p:cNvPr>
          <p:cNvSpPr/>
          <p:nvPr userDrawn="1"/>
        </p:nvSpPr>
        <p:spPr>
          <a:xfrm>
            <a:off x="3398520" y="904895"/>
            <a:ext cx="251460" cy="251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5" name="Text Placeholder 23">
            <a:extLst>
              <a:ext uri="{FF2B5EF4-FFF2-40B4-BE49-F238E27FC236}">
                <a16:creationId xmlns:a16="http://schemas.microsoft.com/office/drawing/2014/main" id="{CBFD020D-881A-48D8-BDA8-55C7B95C5996}"/>
              </a:ext>
            </a:extLst>
          </p:cNvPr>
          <p:cNvSpPr>
            <a:spLocks noGrp="1"/>
          </p:cNvSpPr>
          <p:nvPr>
            <p:ph type="body" sz="quarter" idx="11" hasCustomPrompt="1"/>
          </p:nvPr>
        </p:nvSpPr>
        <p:spPr>
          <a:xfrm>
            <a:off x="4127927" y="4609453"/>
            <a:ext cx="3924934" cy="490538"/>
          </a:xfrm>
          <a:prstGeom prst="rect">
            <a:avLst/>
          </a:prstGeom>
        </p:spPr>
        <p:txBody>
          <a:bodyPr rtlCol="0" anchor="b"/>
          <a:lstStyle>
            <a:lvl1pPr algn="ctr">
              <a:buNone/>
              <a:defRPr lang="en-US" sz="2000" b="1" kern="1200" dirty="0" smtClean="0">
                <a:solidFill>
                  <a:schemeClr val="accent4"/>
                </a:solidFill>
                <a:latin typeface="Aptos Display" panose="020B0004020202020204" pitchFamily="34" charset="0"/>
                <a:ea typeface="+mn-ea"/>
                <a:cs typeface="Calibri" panose="020F0502020204030204" pitchFamily="34" charset="0"/>
              </a:defRPr>
            </a:lvl1pPr>
            <a:lvl2pPr>
              <a:buNone/>
              <a:defRPr/>
            </a:lvl2pPr>
          </a:lstStyle>
          <a:p>
            <a:pPr lvl="0" rtl="0"/>
            <a:r>
              <a:rPr lang="en-GB" noProof="0"/>
              <a:t>Click to edit text</a:t>
            </a:r>
          </a:p>
        </p:txBody>
      </p:sp>
      <p:sp>
        <p:nvSpPr>
          <p:cNvPr id="2" name="Title 1">
            <a:extLst>
              <a:ext uri="{FF2B5EF4-FFF2-40B4-BE49-F238E27FC236}">
                <a16:creationId xmlns:a16="http://schemas.microsoft.com/office/drawing/2014/main" id="{CF9687A5-0BDD-45B2-A892-542449E31394}"/>
              </a:ext>
            </a:extLst>
          </p:cNvPr>
          <p:cNvSpPr>
            <a:spLocks noGrp="1"/>
          </p:cNvSpPr>
          <p:nvPr>
            <p:ph type="title"/>
          </p:nvPr>
        </p:nvSpPr>
        <p:spPr>
          <a:xfrm>
            <a:off x="4045678" y="1988047"/>
            <a:ext cx="4007183" cy="2374194"/>
          </a:xfrm>
          <a:prstGeom prst="rect">
            <a:avLst/>
          </a:prstGeom>
        </p:spPr>
        <p:txBody>
          <a:bodyPr rtlCol="0"/>
          <a:lstStyle>
            <a:lvl1pPr algn="ctr">
              <a:spcBef>
                <a:spcPts val="1000"/>
              </a:spcBef>
              <a:defRPr sz="2800">
                <a:solidFill>
                  <a:schemeClr val="bg1"/>
                </a:solidFill>
                <a:latin typeface="Aptos Display" panose="020B0004020202020204" pitchFamily="34" charset="0"/>
              </a:defRPr>
            </a:lvl1pPr>
          </a:lstStyle>
          <a:p>
            <a:pPr rtl="0"/>
            <a:r>
              <a:rPr lang="en-US" noProof="0"/>
              <a:t>Click to edit Master title style</a:t>
            </a:r>
            <a:endParaRPr lang="en-GB" noProof="0"/>
          </a:p>
        </p:txBody>
      </p:sp>
      <p:sp>
        <p:nvSpPr>
          <p:cNvPr id="4" name="Footer Placeholder 4">
            <a:extLst>
              <a:ext uri="{FF2B5EF4-FFF2-40B4-BE49-F238E27FC236}">
                <a16:creationId xmlns:a16="http://schemas.microsoft.com/office/drawing/2014/main" id="{DE603573-ED16-E955-1321-B6812B9EAA50}"/>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a:solidFill>
                  <a:schemeClr val="accent2"/>
                </a:solidFill>
                <a:latin typeface="Aptos Display" panose="020B0004020202020204" pitchFamily="34" charset="0"/>
                <a:hlinkClick r:id="rId2">
                  <a:extLst>
                    <a:ext uri="{A12FA001-AC4F-418D-AE19-62706E023703}">
                      <ahyp:hlinkClr xmlns:ahyp="http://schemas.microsoft.com/office/drawing/2018/hyperlinkcolor" val="tx"/>
                    </a:ext>
                  </a:extLst>
                </a:hlinkClick>
              </a:rPr>
              <a:t>SWE7004</a:t>
            </a:r>
            <a:r>
              <a:rPr lang="en-GB" sz="1100" b="1" noProof="0">
                <a:solidFill>
                  <a:srgbClr val="9454C3"/>
                </a:solidFill>
                <a:latin typeface="Aptos Display" panose="020B0004020202020204" pitchFamily="34" charset="0"/>
                <a:hlinkClick r:id="rId2">
                  <a:extLst>
                    <a:ext uri="{A12FA001-AC4F-418D-AE19-62706E023703}">
                      <ahyp:hlinkClr xmlns:ahyp="http://schemas.microsoft.com/office/drawing/2018/hyperlinkcolor" val="tx"/>
                    </a:ext>
                  </a:extLst>
                </a:hlinkClick>
              </a:rPr>
              <a:t> </a:t>
            </a:r>
            <a:r>
              <a:rPr lang="en-GB" sz="1100" b="1" i="0">
                <a:solidFill>
                  <a:schemeClr val="tx1">
                    <a:lumMod val="65000"/>
                    <a:lumOff val="35000"/>
                  </a:schemeClr>
                </a:solidFill>
                <a:effectLst/>
                <a:latin typeface="Aptos Display" panose="020B0004020202020204" pitchFamily="34" charset="0"/>
                <a:hlinkClick r:id="rId2">
                  <a:extLst>
                    <a:ext uri="{A12FA001-AC4F-418D-AE19-62706E023703}">
                      <ahyp:hlinkClr xmlns:ahyp="http://schemas.microsoft.com/office/drawing/2018/hyperlinkcolor" val="tx"/>
                    </a:ext>
                  </a:extLst>
                </a:hlinkClick>
              </a:rPr>
              <a:t>Research Methods</a:t>
            </a:r>
            <a:endParaRPr lang="en-GB" sz="1100" b="1" i="0">
              <a:solidFill>
                <a:schemeClr val="tx1">
                  <a:lumMod val="65000"/>
                  <a:lumOff val="35000"/>
                </a:schemeClr>
              </a:solidFill>
              <a:effectLst/>
              <a:latin typeface="Aptos Display" panose="020B0004020202020204" pitchFamily="34" charset="0"/>
            </a:endParaRPr>
          </a:p>
        </p:txBody>
      </p:sp>
      <p:pic>
        <p:nvPicPr>
          <p:cNvPr id="5" name="Picture 4">
            <a:hlinkClick r:id="rId2"/>
            <a:extLst>
              <a:ext uri="{FF2B5EF4-FFF2-40B4-BE49-F238E27FC236}">
                <a16:creationId xmlns:a16="http://schemas.microsoft.com/office/drawing/2014/main" id="{8AD4BB78-2FD8-FDAD-6CAC-E0E659AEE03E}"/>
              </a:ext>
            </a:extLst>
          </p:cNvPr>
          <p:cNvPicPr>
            <a:picLocks noChangeAspect="1"/>
          </p:cNvPicPr>
          <p:nvPr userDrawn="1"/>
        </p:nvPicPr>
        <p:blipFill rotWithShape="1">
          <a:blip r:embed="rId3">
            <a:alphaModFix amt="35000"/>
          </a:blip>
          <a:srcRect r="39275" b="37247"/>
          <a:stretch/>
        </p:blipFill>
        <p:spPr>
          <a:xfrm>
            <a:off x="8536478" y="4496982"/>
            <a:ext cx="3655522" cy="2361018"/>
          </a:xfrm>
          <a:prstGeom prst="rect">
            <a:avLst/>
          </a:prstGeom>
        </p:spPr>
      </p:pic>
    </p:spTree>
    <p:extLst>
      <p:ext uri="{BB962C8B-B14F-4D97-AF65-F5344CB8AC3E}">
        <p14:creationId xmlns:p14="http://schemas.microsoft.com/office/powerpoint/2010/main" val="368632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rtlCol="0"/>
          <a:lstStyle>
            <a:lvl1pPr>
              <a:buClr>
                <a:schemeClr val="accent4"/>
              </a:buClr>
              <a:buFont typeface="Wingdings" panose="05000000000000000000" pitchFamily="2" charset="2"/>
              <a:buChar char="§"/>
              <a:defRPr sz="2000">
                <a:solidFill>
                  <a:schemeClr val="tx1"/>
                </a:solidFill>
                <a:latin typeface="Aptos Display" panose="020B0004020202020204" pitchFamily="34" charset="0"/>
              </a:defRPr>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rtl="0"/>
            <a:r>
              <a:rPr lang="en-US" noProof="0"/>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94370068"/>
      </p:ext>
    </p:extLst>
  </p:cSld>
  <p:clrMapOvr>
    <a:masterClrMapping/>
  </p:clrMapOvr>
  <p:extLst>
    <p:ext uri="{DCECCB84-F9BA-43D5-87BE-67443E8EF086}">
      <p15:sldGuideLst xmlns:p15="http://schemas.microsoft.com/office/powerpoint/2012/main">
        <p15:guide id="1" orient="horz" pos="504" userDrawn="1">
          <p15:clr>
            <a:srgbClr val="FBAE40"/>
          </p15:clr>
        </p15:guide>
        <p15:guide id="2" pos="3840" userDrawn="1">
          <p15:clr>
            <a:srgbClr val="FBAE40"/>
          </p15:clr>
        </p15:guide>
        <p15:guide id="3" orient="horz" pos="141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rtlCol="0"/>
          <a:lstStyle>
            <a:lvl1pPr>
              <a:lnSpc>
                <a:spcPct val="150000"/>
              </a:lnSpc>
              <a:buClr>
                <a:schemeClr val="accent4"/>
              </a:buClr>
              <a:buFont typeface="Wingdings" panose="05000000000000000000" pitchFamily="2" charset="2"/>
              <a:buChar char="§"/>
              <a:defRPr sz="2000">
                <a:solidFill>
                  <a:schemeClr val="tx1"/>
                </a:solidFill>
                <a:latin typeface="Aptos Display" panose="020B0004020202020204" pitchFamily="34" charset="0"/>
              </a:defRPr>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rtl="0"/>
            <a:r>
              <a:rPr lang="en-US" noProof="0"/>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8449708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23CD802-D0A0-4EAC-8222-78FFDDD76A75}"/>
              </a:ext>
            </a:extLst>
          </p:cNvPr>
          <p:cNvSpPr>
            <a:spLocks noGrp="1"/>
          </p:cNvSpPr>
          <p:nvPr>
            <p:ph sz="quarter" idx="10"/>
          </p:nvPr>
        </p:nvSpPr>
        <p:spPr>
          <a:xfrm>
            <a:off x="838200" y="2039392"/>
            <a:ext cx="10515600" cy="4114800"/>
          </a:xfrm>
          <a:prstGeom prst="rect">
            <a:avLst/>
          </a:prstGeom>
        </p:spPr>
        <p:txBody>
          <a:bodyPr rtlCol="0"/>
          <a:lstStyle>
            <a:lvl1pPr>
              <a:defRPr>
                <a:latin typeface="Aptos Display" panose="020B0004020202020204" pitchFamily="34" charset="0"/>
              </a:defRPr>
            </a:lvl1pPr>
            <a:lvl2pPr>
              <a:defRPr>
                <a:latin typeface="Aptos Display" panose="020B0004020202020204" pitchFamily="34" charset="0"/>
              </a:defRPr>
            </a:lvl2pPr>
            <a:lvl3pPr>
              <a:defRPr>
                <a:latin typeface="Aptos Display" panose="020B0004020202020204" pitchFamily="34" charset="0"/>
              </a:defRPr>
            </a:lvl3pPr>
            <a:lvl4pPr>
              <a:defRPr>
                <a:latin typeface="Aptos Display" panose="020B0004020202020204" pitchFamily="34" charset="0"/>
              </a:defRPr>
            </a:lvl4pPr>
            <a:lvl5pPr>
              <a:defRPr>
                <a:latin typeface="Aptos Display" panose="020B0004020202020204" pitchFamily="34" charset="0"/>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2" name="Title 1">
            <a:extLst>
              <a:ext uri="{FF2B5EF4-FFF2-40B4-BE49-F238E27FC236}">
                <a16:creationId xmlns:a16="http://schemas.microsoft.com/office/drawing/2014/main" id="{87BCB8BF-DA17-4856-91E9-77C601F2B139}"/>
              </a:ext>
            </a:extLst>
          </p:cNvPr>
          <p:cNvSpPr>
            <a:spLocks noGrp="1"/>
          </p:cNvSpPr>
          <p:nvPr>
            <p:ph type="title"/>
          </p:nvPr>
        </p:nvSpPr>
        <p:spPr>
          <a:xfrm>
            <a:off x="838200" y="635000"/>
            <a:ext cx="10515600" cy="700115"/>
          </a:xfrm>
          <a:prstGeom prst="rect">
            <a:avLst/>
          </a:prstGeom>
        </p:spPr>
        <p:txBody>
          <a:bodyPr rtlCol="0" anchor="ctr"/>
          <a:lstStyle>
            <a:lvl1pPr algn="ct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65198913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rtlCol="0"/>
          <a:lstStyle>
            <a:lvl1pPr marL="0" indent="0">
              <a:buNone/>
              <a:defRPr sz="2000" b="1">
                <a:solidFill>
                  <a:schemeClr val="accent4"/>
                </a:solidFill>
                <a:latin typeface="Aptos Display" panose="020B0004020202020204" pitchFamily="34" charset="0"/>
              </a:defRPr>
            </a:lvl1pPr>
            <a:lvl2pPr>
              <a:buNone/>
              <a:defRPr sz="2000">
                <a:latin typeface="Aptos Display" panose="020B0004020202020204" pitchFamily="34" charset="0"/>
              </a:defRPr>
            </a:lvl2pPr>
          </a:lstStyle>
          <a:p>
            <a:pPr lvl="0" rtl="0"/>
            <a:r>
              <a:rPr lang="en-US" noProof="0"/>
              <a:t>Click to edit Master text styles</a:t>
            </a:r>
          </a:p>
          <a:p>
            <a:pPr lvl="1" rtl="0"/>
            <a:r>
              <a:rPr lang="en-US" noProof="0"/>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rtlCol="0"/>
          <a:lstStyle>
            <a:lvl1pPr>
              <a:defRPr sz="2800">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3603056595"/>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lvl1pPr>
              <a:defRPr>
                <a:latin typeface="Aptos Display" panose="020B0004020202020204" pitchFamily="34" charset="0"/>
              </a:defRPr>
            </a:lvl1pPr>
          </a:lstStyle>
          <a:p>
            <a:pPr algn="ctr" rtl="0"/>
            <a:r>
              <a:rPr lang="en-US" sz="4800" b="1" noProof="0">
                <a:solidFill>
                  <a:schemeClr val="tx1"/>
                </a:solidFill>
              </a:rPr>
              <a:t>Click to edit Master title style</a:t>
            </a:r>
            <a:endParaRPr lang="en-GB" sz="4800" b="1" noProof="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rtlCol="0"/>
          <a:lstStyle>
            <a:lvl1pPr marL="0" indent="0" algn="ctr">
              <a:buNone/>
              <a:defRPr lang="en-US" sz="2000" b="1" kern="1200" dirty="0" smtClean="0">
                <a:solidFill>
                  <a:schemeClr val="accent4"/>
                </a:solidFill>
                <a:latin typeface="Aptos Display" panose="020B0004020202020204" pitchFamily="34" charset="0"/>
                <a:ea typeface="+mn-ea"/>
                <a:cs typeface="+mn-cs"/>
              </a:defRPr>
            </a:lvl1pPr>
          </a:lstStyle>
          <a:p>
            <a:pPr lvl="0" rtl="0"/>
            <a:r>
              <a:rPr lang="en-US" noProof="0"/>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rtlCol="0"/>
          <a:lstStyle>
            <a:lvl1pPr marL="0" indent="0" algn="ctr">
              <a:buNone/>
              <a:defRPr lang="en-US" sz="1600" kern="1200" dirty="0" smtClean="0">
                <a:solidFill>
                  <a:schemeClr val="tx1"/>
                </a:solidFill>
                <a:latin typeface="Aptos Display" panose="020B0004020202020204" pitchFamily="34" charset="0"/>
                <a:ea typeface="+mn-ea"/>
                <a:cs typeface="+mn-cs"/>
              </a:defRPr>
            </a:lvl1pPr>
          </a:lstStyle>
          <a:p>
            <a:pPr lvl="0" rtl="0"/>
            <a:r>
              <a:rPr lang="en-US" noProof="0"/>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Tree>
    <p:extLst>
      <p:ext uri="{BB962C8B-B14F-4D97-AF65-F5344CB8AC3E}">
        <p14:creationId xmlns:p14="http://schemas.microsoft.com/office/powerpoint/2010/main" val="15058552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0" name="Content Placeholder 39">
            <a:extLst>
              <a:ext uri="{FF2B5EF4-FFF2-40B4-BE49-F238E27FC236}">
                <a16:creationId xmlns:a16="http://schemas.microsoft.com/office/drawing/2014/main" id="{6BB16225-AC51-4525-A1E8-438B8B0B7361}"/>
              </a:ext>
            </a:extLst>
          </p:cNvPr>
          <p:cNvSpPr>
            <a:spLocks noGrp="1"/>
          </p:cNvSpPr>
          <p:nvPr>
            <p:ph sz="quarter" idx="12"/>
          </p:nvPr>
        </p:nvSpPr>
        <p:spPr>
          <a:xfrm>
            <a:off x="173965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1" name="Content Placeholder 39">
            <a:extLst>
              <a:ext uri="{FF2B5EF4-FFF2-40B4-BE49-F238E27FC236}">
                <a16:creationId xmlns:a16="http://schemas.microsoft.com/office/drawing/2014/main" id="{6EC38F38-5935-49D5-AA85-4182E82D6FF2}"/>
              </a:ext>
            </a:extLst>
          </p:cNvPr>
          <p:cNvSpPr>
            <a:spLocks noGrp="1"/>
          </p:cNvSpPr>
          <p:nvPr>
            <p:ph sz="quarter" idx="13"/>
          </p:nvPr>
        </p:nvSpPr>
        <p:spPr>
          <a:xfrm>
            <a:off x="173965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2" name="Content Placeholder 39">
            <a:extLst>
              <a:ext uri="{FF2B5EF4-FFF2-40B4-BE49-F238E27FC236}">
                <a16:creationId xmlns:a16="http://schemas.microsoft.com/office/drawing/2014/main" id="{51C9D5ED-A19A-42A1-9200-C77E39E6F5C5}"/>
              </a:ext>
            </a:extLst>
          </p:cNvPr>
          <p:cNvSpPr>
            <a:spLocks noGrp="1"/>
          </p:cNvSpPr>
          <p:nvPr>
            <p:ph sz="quarter" idx="14"/>
          </p:nvPr>
        </p:nvSpPr>
        <p:spPr>
          <a:xfrm>
            <a:off x="173965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3" name="Content Placeholder 39">
            <a:extLst>
              <a:ext uri="{FF2B5EF4-FFF2-40B4-BE49-F238E27FC236}">
                <a16:creationId xmlns:a16="http://schemas.microsoft.com/office/drawing/2014/main" id="{47A95437-77F3-4E2C-8470-57587793A103}"/>
              </a:ext>
            </a:extLst>
          </p:cNvPr>
          <p:cNvSpPr>
            <a:spLocks noGrp="1"/>
          </p:cNvSpPr>
          <p:nvPr>
            <p:ph sz="quarter" idx="15"/>
          </p:nvPr>
        </p:nvSpPr>
        <p:spPr>
          <a:xfrm>
            <a:off x="7493865" y="2117897"/>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4" name="Content Placeholder 39">
            <a:extLst>
              <a:ext uri="{FF2B5EF4-FFF2-40B4-BE49-F238E27FC236}">
                <a16:creationId xmlns:a16="http://schemas.microsoft.com/office/drawing/2014/main" id="{CB1EA2BE-D294-486E-88F0-2AA9518A6E63}"/>
              </a:ext>
            </a:extLst>
          </p:cNvPr>
          <p:cNvSpPr>
            <a:spLocks noGrp="1"/>
          </p:cNvSpPr>
          <p:nvPr>
            <p:ph sz="quarter" idx="16"/>
          </p:nvPr>
        </p:nvSpPr>
        <p:spPr>
          <a:xfrm>
            <a:off x="7493865" y="4724146"/>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45" name="Content Placeholder 39">
            <a:extLst>
              <a:ext uri="{FF2B5EF4-FFF2-40B4-BE49-F238E27FC236}">
                <a16:creationId xmlns:a16="http://schemas.microsoft.com/office/drawing/2014/main" id="{108734A0-880E-44E2-858F-7AA6C6B0A5A3}"/>
              </a:ext>
            </a:extLst>
          </p:cNvPr>
          <p:cNvSpPr>
            <a:spLocks noGrp="1"/>
          </p:cNvSpPr>
          <p:nvPr>
            <p:ph sz="quarter" idx="17"/>
          </p:nvPr>
        </p:nvSpPr>
        <p:spPr>
          <a:xfrm>
            <a:off x="7493865" y="3420892"/>
            <a:ext cx="4208386" cy="912812"/>
          </a:xfrm>
          <a:prstGeom prst="rect">
            <a:avLst/>
          </a:prstGeom>
        </p:spPr>
        <p:txBody>
          <a:bodyPr rtlCol="0"/>
          <a:lstStyle>
            <a:lvl1pPr>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stStyle>
          <a:p>
            <a:pPr lvl="0" rtl="0"/>
            <a:r>
              <a:rPr lang="en-US" noProof="0"/>
              <a:t>Click to edit Master text styles</a:t>
            </a:r>
          </a:p>
          <a:p>
            <a:pPr lvl="1" rtl="0"/>
            <a:r>
              <a:rPr lang="en-US" noProof="0"/>
              <a:t>Second level</a:t>
            </a:r>
          </a:p>
        </p:txBody>
      </p:sp>
      <p:sp>
        <p:nvSpPr>
          <p:cNvPr id="10" name="Title 1">
            <a:extLst>
              <a:ext uri="{FF2B5EF4-FFF2-40B4-BE49-F238E27FC236}">
                <a16:creationId xmlns:a16="http://schemas.microsoft.com/office/drawing/2014/main" id="{63CED4CD-5348-488E-A883-0486DD5749A7}"/>
              </a:ext>
            </a:extLst>
          </p:cNvPr>
          <p:cNvSpPr>
            <a:spLocks noGrp="1"/>
          </p:cNvSpPr>
          <p:nvPr>
            <p:ph type="title"/>
          </p:nvPr>
        </p:nvSpPr>
        <p:spPr>
          <a:xfrm>
            <a:off x="660400" y="805213"/>
            <a:ext cx="10693400"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782706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rtlCol="0" anchor="ctr"/>
          <a:lstStyle>
            <a:lvl1pPr>
              <a:defRPr>
                <a:latin typeface="Aptos Display" panose="020B0004020202020204" pitchFamily="34" charset="0"/>
              </a:defRPr>
            </a:lvl1pPr>
          </a:lstStyle>
          <a:p>
            <a:pPr algn="ctr" rtl="0"/>
            <a:r>
              <a:rPr lang="en-US" sz="4800" b="1" noProof="0">
                <a:solidFill>
                  <a:schemeClr val="tx1"/>
                </a:solidFill>
              </a:rPr>
              <a:t>Click to edit Master title style</a:t>
            </a:r>
            <a:endParaRPr lang="en-GB" sz="4800" b="1" noProof="0">
              <a:solidFill>
                <a:schemeClr val="tx1"/>
              </a:solidFill>
            </a:endParaRPr>
          </a:p>
        </p:txBody>
      </p:sp>
    </p:spTree>
    <p:extLst>
      <p:ext uri="{BB962C8B-B14F-4D97-AF65-F5344CB8AC3E}">
        <p14:creationId xmlns:p14="http://schemas.microsoft.com/office/powerpoint/2010/main" val="12800613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Two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47700" y="2057818"/>
            <a:ext cx="508000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14" name="Oval 13">
            <a:extLst>
              <a:ext uri="{FF2B5EF4-FFF2-40B4-BE49-F238E27FC236}">
                <a16:creationId xmlns:a16="http://schemas.microsoft.com/office/drawing/2014/main" id="{CAACFBE9-8475-4CC0-8189-87BFC4059A86}"/>
              </a:ext>
            </a:extLst>
          </p:cNvPr>
          <p:cNvSpPr/>
          <p:nvPr userDrawn="1"/>
        </p:nvSpPr>
        <p:spPr>
          <a:xfrm>
            <a:off x="10385897" y="1443145"/>
            <a:ext cx="471170" cy="47117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0" name="Oval 19">
            <a:extLst>
              <a:ext uri="{FF2B5EF4-FFF2-40B4-BE49-F238E27FC236}">
                <a16:creationId xmlns:a16="http://schemas.microsoft.com/office/drawing/2014/main" id="{5F8C6FC8-D350-4A01-A7E0-5AEDAC96F358}"/>
              </a:ext>
            </a:extLst>
          </p:cNvPr>
          <p:cNvSpPr/>
          <p:nvPr userDrawn="1"/>
        </p:nvSpPr>
        <p:spPr>
          <a:xfrm>
            <a:off x="8910011" y="328773"/>
            <a:ext cx="317813" cy="317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4" name="Oval 23">
            <a:extLst>
              <a:ext uri="{FF2B5EF4-FFF2-40B4-BE49-F238E27FC236}">
                <a16:creationId xmlns:a16="http://schemas.microsoft.com/office/drawing/2014/main" id="{88F1038A-897D-4C38-B499-73FC76C716FA}"/>
              </a:ext>
            </a:extLst>
          </p:cNvPr>
          <p:cNvSpPr/>
          <p:nvPr userDrawn="1"/>
        </p:nvSpPr>
        <p:spPr>
          <a:xfrm flipH="1">
            <a:off x="8634932" y="623939"/>
            <a:ext cx="170406" cy="170406"/>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5"/>
              </a:solidFill>
              <a:latin typeface="Aptos Display" panose="020B0004020202020204" pitchFamily="34" charset="0"/>
            </a:endParaRP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73522"/>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6451600" y="2061363"/>
            <a:ext cx="508000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6464300" y="2677067"/>
            <a:ext cx="506730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13" name="Picture Placeholder 12">
            <a:extLst>
              <a:ext uri="{FF2B5EF4-FFF2-40B4-BE49-F238E27FC236}">
                <a16:creationId xmlns:a16="http://schemas.microsoft.com/office/drawing/2014/main" id="{357B52D4-8D50-4E16-B60E-688B084764F2}"/>
              </a:ext>
            </a:extLst>
          </p:cNvPr>
          <p:cNvSpPr>
            <a:spLocks noGrp="1"/>
          </p:cNvSpPr>
          <p:nvPr>
            <p:ph type="pic" sz="quarter" idx="17"/>
          </p:nvPr>
        </p:nvSpPr>
        <p:spPr>
          <a:xfrm>
            <a:off x="9261647" y="0"/>
            <a:ext cx="2930353" cy="1559882"/>
          </a:xfrm>
          <a:custGeom>
            <a:avLst/>
            <a:gdLst>
              <a:gd name="connsiteX0" fmla="*/ 562125 w 2930353"/>
              <a:gd name="connsiteY0" fmla="*/ 435632 h 1559882"/>
              <a:gd name="connsiteX1" fmla="*/ 1124250 w 2930353"/>
              <a:gd name="connsiteY1" fmla="*/ 997757 h 1559882"/>
              <a:gd name="connsiteX2" fmla="*/ 562125 w 2930353"/>
              <a:gd name="connsiteY2" fmla="*/ 1559882 h 1559882"/>
              <a:gd name="connsiteX3" fmla="*/ 0 w 2930353"/>
              <a:gd name="connsiteY3" fmla="*/ 997757 h 1559882"/>
              <a:gd name="connsiteX4" fmla="*/ 562125 w 2930353"/>
              <a:gd name="connsiteY4" fmla="*/ 435632 h 1559882"/>
              <a:gd name="connsiteX5" fmla="*/ 1475035 w 2930353"/>
              <a:gd name="connsiteY5" fmla="*/ 0 h 1559882"/>
              <a:gd name="connsiteX6" fmla="*/ 2930353 w 2930353"/>
              <a:gd name="connsiteY6" fmla="*/ 0 h 1559882"/>
              <a:gd name="connsiteX7" fmla="*/ 2930353 w 2930353"/>
              <a:gd name="connsiteY7" fmla="*/ 1239091 h 1559882"/>
              <a:gd name="connsiteX8" fmla="*/ 2822571 w 2930353"/>
              <a:gd name="connsiteY8" fmla="*/ 1328020 h 1559882"/>
              <a:gd name="connsiteX9" fmla="*/ 2282653 w 2930353"/>
              <a:gd name="connsiteY9" fmla="*/ 1492942 h 1559882"/>
              <a:gd name="connsiteX10" fmla="*/ 1316979 w 2930353"/>
              <a:gd name="connsiteY10" fmla="*/ 527268 h 1559882"/>
              <a:gd name="connsiteX11" fmla="*/ 1392867 w 2930353"/>
              <a:gd name="connsiteY11" fmla="*/ 151384 h 15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30353" h="1559882">
                <a:moveTo>
                  <a:pt x="562125" y="435632"/>
                </a:moveTo>
                <a:cubicBezTo>
                  <a:pt x="872578" y="435632"/>
                  <a:pt x="1124250" y="687304"/>
                  <a:pt x="1124250" y="997757"/>
                </a:cubicBezTo>
                <a:cubicBezTo>
                  <a:pt x="1124250" y="1308210"/>
                  <a:pt x="872578" y="1559882"/>
                  <a:pt x="562125" y="1559882"/>
                </a:cubicBezTo>
                <a:cubicBezTo>
                  <a:pt x="251672" y="1559882"/>
                  <a:pt x="0" y="1308210"/>
                  <a:pt x="0" y="997757"/>
                </a:cubicBezTo>
                <a:cubicBezTo>
                  <a:pt x="0" y="687304"/>
                  <a:pt x="251672" y="435632"/>
                  <a:pt x="562125" y="435632"/>
                </a:cubicBezTo>
                <a:close/>
                <a:moveTo>
                  <a:pt x="1475035" y="0"/>
                </a:moveTo>
                <a:lnTo>
                  <a:pt x="2930353" y="0"/>
                </a:lnTo>
                <a:lnTo>
                  <a:pt x="2930353" y="1239091"/>
                </a:lnTo>
                <a:lnTo>
                  <a:pt x="2822571" y="1328020"/>
                </a:lnTo>
                <a:cubicBezTo>
                  <a:pt x="2668448" y="1432143"/>
                  <a:pt x="2482651" y="1492942"/>
                  <a:pt x="2282653" y="1492942"/>
                </a:cubicBezTo>
                <a:cubicBezTo>
                  <a:pt x="1749326" y="1492942"/>
                  <a:pt x="1316979" y="1060595"/>
                  <a:pt x="1316979" y="527268"/>
                </a:cubicBezTo>
                <a:cubicBezTo>
                  <a:pt x="1316979" y="393936"/>
                  <a:pt x="1344001" y="266916"/>
                  <a:pt x="1392867" y="151384"/>
                </a:cubicBez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
        <p:nvSpPr>
          <p:cNvPr id="11" name="Title 1">
            <a:extLst>
              <a:ext uri="{FF2B5EF4-FFF2-40B4-BE49-F238E27FC236}">
                <a16:creationId xmlns:a16="http://schemas.microsoft.com/office/drawing/2014/main" id="{92F03355-C197-48C4-A4DF-B4133848335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565901999"/>
      </p:ext>
    </p:extLst>
  </p:cSld>
  <p:clrMapOvr>
    <a:masterClrMapping/>
  </p:clrMapOvr>
  <p:extLst>
    <p:ext uri="{DCECCB84-F9BA-43D5-87BE-67443E8EF086}">
      <p15:sldGuideLst xmlns:p15="http://schemas.microsoft.com/office/powerpoint/2012/main">
        <p15:guide id="1" orient="horz" pos="1272"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hree Column">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1E0F77B-E8C6-4A86-B521-8368A308A9A2}"/>
              </a:ext>
            </a:extLst>
          </p:cNvPr>
          <p:cNvSpPr>
            <a:spLocks noGrp="1"/>
          </p:cNvSpPr>
          <p:nvPr>
            <p:ph type="body" sz="quarter" idx="14"/>
          </p:nvPr>
        </p:nvSpPr>
        <p:spPr>
          <a:xfrm>
            <a:off x="660400" y="2037656"/>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26" name="Text Placeholder 25">
            <a:extLst>
              <a:ext uri="{FF2B5EF4-FFF2-40B4-BE49-F238E27FC236}">
                <a16:creationId xmlns:a16="http://schemas.microsoft.com/office/drawing/2014/main" id="{4A6E2374-7B5B-4947-8461-F294B56E70DE}"/>
              </a:ext>
            </a:extLst>
          </p:cNvPr>
          <p:cNvSpPr>
            <a:spLocks noGrp="1"/>
          </p:cNvSpPr>
          <p:nvPr>
            <p:ph type="body" sz="quarter" idx="13"/>
          </p:nvPr>
        </p:nvSpPr>
        <p:spPr>
          <a:xfrm>
            <a:off x="66040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29" name="Text Placeholder 27">
            <a:extLst>
              <a:ext uri="{FF2B5EF4-FFF2-40B4-BE49-F238E27FC236}">
                <a16:creationId xmlns:a16="http://schemas.microsoft.com/office/drawing/2014/main" id="{FB9159BE-CEED-461B-AF31-03BC124E2741}"/>
              </a:ext>
            </a:extLst>
          </p:cNvPr>
          <p:cNvSpPr>
            <a:spLocks noGrp="1"/>
          </p:cNvSpPr>
          <p:nvPr>
            <p:ph type="body" sz="quarter" idx="15"/>
          </p:nvPr>
        </p:nvSpPr>
        <p:spPr>
          <a:xfrm>
            <a:off x="8044180" y="2052478"/>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30" name="Text Placeholder 25">
            <a:extLst>
              <a:ext uri="{FF2B5EF4-FFF2-40B4-BE49-F238E27FC236}">
                <a16:creationId xmlns:a16="http://schemas.microsoft.com/office/drawing/2014/main" id="{2C15BD20-69D8-4EC1-8A33-A0C6EAFD30AA}"/>
              </a:ext>
            </a:extLst>
          </p:cNvPr>
          <p:cNvSpPr>
            <a:spLocks noGrp="1"/>
          </p:cNvSpPr>
          <p:nvPr>
            <p:ph type="body" sz="quarter" idx="16"/>
          </p:nvPr>
        </p:nvSpPr>
        <p:spPr>
          <a:xfrm>
            <a:off x="8056880" y="2668182"/>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11" name="Text Placeholder 27">
            <a:extLst>
              <a:ext uri="{FF2B5EF4-FFF2-40B4-BE49-F238E27FC236}">
                <a16:creationId xmlns:a16="http://schemas.microsoft.com/office/drawing/2014/main" id="{4FDB27CA-009D-4863-B119-0EC36837148A}"/>
              </a:ext>
            </a:extLst>
          </p:cNvPr>
          <p:cNvSpPr>
            <a:spLocks noGrp="1"/>
          </p:cNvSpPr>
          <p:nvPr>
            <p:ph type="body" sz="quarter" idx="17"/>
          </p:nvPr>
        </p:nvSpPr>
        <p:spPr>
          <a:xfrm>
            <a:off x="4352290" y="2048933"/>
            <a:ext cx="3474720" cy="438150"/>
          </a:xfrm>
          <a:prstGeom prst="rect">
            <a:avLst/>
          </a:prstGeom>
        </p:spPr>
        <p:txBody>
          <a:bodyPr rtlCol="0"/>
          <a:lstStyle>
            <a:lvl1pPr>
              <a:buNone/>
              <a:defRPr lang="en-US" sz="2400" b="1" kern="1200" dirty="0" smtClean="0">
                <a:solidFill>
                  <a:schemeClr val="tx1"/>
                </a:solidFill>
                <a:latin typeface="Aptos Display" panose="020B0004020202020204" pitchFamily="34" charset="0"/>
                <a:ea typeface="+mn-ea"/>
                <a:cs typeface="Biome Light" panose="020B0303030204020804" pitchFamily="34" charset="0"/>
              </a:defRPr>
            </a:lvl1pPr>
            <a:lvl2pPr>
              <a:buNone/>
              <a:defRPr/>
            </a:lvl2pPr>
          </a:lstStyle>
          <a:p>
            <a:pPr lvl="0" rtl="0"/>
            <a:r>
              <a:rPr lang="en-US" noProof="0"/>
              <a:t>Click to edit Master text styles</a:t>
            </a:r>
          </a:p>
        </p:txBody>
      </p:sp>
      <p:sp>
        <p:nvSpPr>
          <p:cNvPr id="12" name="Text Placeholder 25">
            <a:extLst>
              <a:ext uri="{FF2B5EF4-FFF2-40B4-BE49-F238E27FC236}">
                <a16:creationId xmlns:a16="http://schemas.microsoft.com/office/drawing/2014/main" id="{FD03E3EF-D812-4B98-959B-6800BBE59D1C}"/>
              </a:ext>
            </a:extLst>
          </p:cNvPr>
          <p:cNvSpPr>
            <a:spLocks noGrp="1"/>
          </p:cNvSpPr>
          <p:nvPr>
            <p:ph type="body" sz="quarter" idx="18"/>
          </p:nvPr>
        </p:nvSpPr>
        <p:spPr>
          <a:xfrm>
            <a:off x="4364990" y="2664637"/>
            <a:ext cx="3474720" cy="2935288"/>
          </a:xfrm>
          <a:prstGeom prst="rect">
            <a:avLst/>
          </a:prstGeom>
        </p:spPr>
        <p:txBody>
          <a:bodyPr rtlCol="0"/>
          <a:lstStyle>
            <a:lvl1pPr>
              <a:buClr>
                <a:schemeClr val="accent4"/>
              </a:buClr>
              <a:buFont typeface="Wingdings" panose="05000000000000000000" pitchFamily="2" charset="2"/>
              <a:buChar char="§"/>
              <a:defRPr lang="en-US" sz="2000" kern="1200" dirty="0" smtClean="0">
                <a:solidFill>
                  <a:schemeClr val="tx1"/>
                </a:solidFill>
                <a:latin typeface="Aptos Display" panose="020B0004020202020204" pitchFamily="34" charset="0"/>
                <a:ea typeface="+mn-ea"/>
                <a:cs typeface="Biome Light" panose="020B0303030204020804" pitchFamily="34" charset="0"/>
              </a:defRPr>
            </a:lvl1pPr>
          </a:lstStyle>
          <a:p>
            <a:pPr lvl="0" rtl="0"/>
            <a:r>
              <a:rPr lang="en-US" noProof="0"/>
              <a:t>Click to edit Master text styles</a:t>
            </a:r>
          </a:p>
        </p:txBody>
      </p:sp>
      <p:sp>
        <p:nvSpPr>
          <p:cNvPr id="3" name="Hexagon 2">
            <a:extLst>
              <a:ext uri="{FF2B5EF4-FFF2-40B4-BE49-F238E27FC236}">
                <a16:creationId xmlns:a16="http://schemas.microsoft.com/office/drawing/2014/main" id="{303FFB35-43AC-4A56-92D0-91038C098B3C}"/>
              </a:ext>
            </a:extLst>
          </p:cNvPr>
          <p:cNvSpPr/>
          <p:nvPr userDrawn="1"/>
        </p:nvSpPr>
        <p:spPr>
          <a:xfrm>
            <a:off x="10700126" y="788523"/>
            <a:ext cx="1155906" cy="996471"/>
          </a:xfrm>
          <a:prstGeom prst="hexagon">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latin typeface="Aptos Display" panose="020B0004020202020204" pitchFamily="34" charset="0"/>
            </a:endParaRPr>
          </a:p>
        </p:txBody>
      </p:sp>
      <p:sp>
        <p:nvSpPr>
          <p:cNvPr id="4" name="Hexagon 3">
            <a:extLst>
              <a:ext uri="{FF2B5EF4-FFF2-40B4-BE49-F238E27FC236}">
                <a16:creationId xmlns:a16="http://schemas.microsoft.com/office/drawing/2014/main" id="{AAF31DA0-707D-4A5D-BB7A-A5C90DB11A55}"/>
              </a:ext>
            </a:extLst>
          </p:cNvPr>
          <p:cNvSpPr/>
          <p:nvPr userDrawn="1"/>
        </p:nvSpPr>
        <p:spPr>
          <a:xfrm>
            <a:off x="11388427" y="1859136"/>
            <a:ext cx="315205" cy="271728"/>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latin typeface="Aptos Display" panose="020B0004020202020204" pitchFamily="34" charset="0"/>
            </a:endParaRPr>
          </a:p>
        </p:txBody>
      </p:sp>
      <p:sp>
        <p:nvSpPr>
          <p:cNvPr id="5" name="Hexagon 4">
            <a:extLst>
              <a:ext uri="{FF2B5EF4-FFF2-40B4-BE49-F238E27FC236}">
                <a16:creationId xmlns:a16="http://schemas.microsoft.com/office/drawing/2014/main" id="{539F452B-F55F-4D85-834B-A7EAF742647C}"/>
              </a:ext>
            </a:extLst>
          </p:cNvPr>
          <p:cNvSpPr/>
          <p:nvPr userDrawn="1"/>
        </p:nvSpPr>
        <p:spPr>
          <a:xfrm>
            <a:off x="9014155" y="740289"/>
            <a:ext cx="379060" cy="326776"/>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accent1"/>
              </a:solidFill>
              <a:latin typeface="Aptos Display" panose="020B0004020202020204" pitchFamily="34" charset="0"/>
            </a:endParaRPr>
          </a:p>
        </p:txBody>
      </p:sp>
      <p:sp>
        <p:nvSpPr>
          <p:cNvPr id="13" name="Title 1">
            <a:extLst>
              <a:ext uri="{FF2B5EF4-FFF2-40B4-BE49-F238E27FC236}">
                <a16:creationId xmlns:a16="http://schemas.microsoft.com/office/drawing/2014/main" id="{91D9F6BE-FB0B-42EE-8F02-95F5CC039B06}"/>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
        <p:nvSpPr>
          <p:cNvPr id="16" name="Picture Placeholder 15">
            <a:extLst>
              <a:ext uri="{FF2B5EF4-FFF2-40B4-BE49-F238E27FC236}">
                <a16:creationId xmlns:a16="http://schemas.microsoft.com/office/drawing/2014/main" id="{C67FFA0E-8AAA-4DEB-B97E-31969F57927D}"/>
              </a:ext>
            </a:extLst>
          </p:cNvPr>
          <p:cNvSpPr>
            <a:spLocks noGrp="1"/>
          </p:cNvSpPr>
          <p:nvPr>
            <p:ph type="pic" sz="quarter" idx="20"/>
          </p:nvPr>
        </p:nvSpPr>
        <p:spPr>
          <a:xfrm>
            <a:off x="9393238" y="2"/>
            <a:ext cx="2798762" cy="1354861"/>
          </a:xfrm>
          <a:custGeom>
            <a:avLst/>
            <a:gdLst>
              <a:gd name="connsiteX0" fmla="*/ 316595 w 2798762"/>
              <a:gd name="connsiteY0" fmla="*/ 88390 h 1354861"/>
              <a:gd name="connsiteX1" fmla="*/ 1152465 w 2798762"/>
              <a:gd name="connsiteY1" fmla="*/ 88390 h 1354861"/>
              <a:gd name="connsiteX2" fmla="*/ 1469083 w 2798762"/>
              <a:gd name="connsiteY2" fmla="*/ 721626 h 1354861"/>
              <a:gd name="connsiteX3" fmla="*/ 1152465 w 2798762"/>
              <a:gd name="connsiteY3" fmla="*/ 1354861 h 1354861"/>
              <a:gd name="connsiteX4" fmla="*/ 316595 w 2798762"/>
              <a:gd name="connsiteY4" fmla="*/ 1354861 h 1354861"/>
              <a:gd name="connsiteX5" fmla="*/ 0 w 2798762"/>
              <a:gd name="connsiteY5" fmla="*/ 721672 h 1354861"/>
              <a:gd name="connsiteX6" fmla="*/ 0 w 2798762"/>
              <a:gd name="connsiteY6" fmla="*/ 721580 h 1354861"/>
              <a:gd name="connsiteX7" fmla="*/ 1250372 w 2798762"/>
              <a:gd name="connsiteY7" fmla="*/ 0 h 1354861"/>
              <a:gd name="connsiteX8" fmla="*/ 2798762 w 2798762"/>
              <a:gd name="connsiteY8" fmla="*/ 0 h 1354861"/>
              <a:gd name="connsiteX9" fmla="*/ 2798762 w 2798762"/>
              <a:gd name="connsiteY9" fmla="*/ 505978 h 1354861"/>
              <a:gd name="connsiteX10" fmla="*/ 2719777 w 2798762"/>
              <a:gd name="connsiteY10" fmla="*/ 663948 h 1354861"/>
              <a:gd name="connsiteX11" fmla="*/ 1582346 w 2798762"/>
              <a:gd name="connsiteY11" fmla="*/ 663948 h 135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8762" h="1354861">
                <a:moveTo>
                  <a:pt x="316595" y="88390"/>
                </a:moveTo>
                <a:lnTo>
                  <a:pt x="1152465" y="88390"/>
                </a:lnTo>
                <a:lnTo>
                  <a:pt x="1469083" y="721626"/>
                </a:lnTo>
                <a:lnTo>
                  <a:pt x="1152465" y="1354861"/>
                </a:lnTo>
                <a:lnTo>
                  <a:pt x="316595" y="1354861"/>
                </a:lnTo>
                <a:lnTo>
                  <a:pt x="0" y="721672"/>
                </a:lnTo>
                <a:lnTo>
                  <a:pt x="0" y="721580"/>
                </a:lnTo>
                <a:close/>
                <a:moveTo>
                  <a:pt x="1250372" y="0"/>
                </a:moveTo>
                <a:lnTo>
                  <a:pt x="2798762" y="0"/>
                </a:lnTo>
                <a:lnTo>
                  <a:pt x="2798762" y="505978"/>
                </a:lnTo>
                <a:lnTo>
                  <a:pt x="2719777" y="663948"/>
                </a:lnTo>
                <a:lnTo>
                  <a:pt x="1582346" y="663948"/>
                </a:lnTo>
                <a:close/>
              </a:path>
            </a:pathLst>
          </a:custGeom>
        </p:spPr>
        <p:txBody>
          <a:bodyPr wrap="square" rtlCol="0" anchor="ctr">
            <a:noAutofit/>
          </a:bodyPr>
          <a:lstStyle>
            <a:lvl1pPr algn="ctr">
              <a:buNone/>
              <a:defRPr>
                <a:latin typeface="Aptos Display" panose="020B0004020202020204" pitchFamily="34" charset="0"/>
              </a:defRPr>
            </a:lvl1pPr>
          </a:lstStyle>
          <a:p>
            <a:pPr rtl="0"/>
            <a:r>
              <a:rPr lang="en-US" noProof="0"/>
              <a:t>Click icon to add picture</a:t>
            </a:r>
            <a:endParaRPr lang="en-GB" noProof="0"/>
          </a:p>
        </p:txBody>
      </p:sp>
    </p:spTree>
    <p:extLst>
      <p:ext uri="{BB962C8B-B14F-4D97-AF65-F5344CB8AC3E}">
        <p14:creationId xmlns:p14="http://schemas.microsoft.com/office/powerpoint/2010/main" val="4096559002"/>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5E74AFC3-1C60-42DE-ABAC-F53CA85AC6F1}"/>
              </a:ext>
            </a:extLst>
          </p:cNvPr>
          <p:cNvSpPr/>
          <p:nvPr userDrawn="1"/>
        </p:nvSpPr>
        <p:spPr>
          <a:xfrm>
            <a:off x="5897272" y="1457542"/>
            <a:ext cx="617218" cy="617218"/>
          </a:xfrm>
          <a:prstGeom prst="ellipse">
            <a:avLst/>
          </a:prstGeom>
          <a:solidFill>
            <a:srgbClr val="C25E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9" name="Oval 8">
            <a:extLst>
              <a:ext uri="{FF2B5EF4-FFF2-40B4-BE49-F238E27FC236}">
                <a16:creationId xmlns:a16="http://schemas.microsoft.com/office/drawing/2014/main" id="{5F133261-FFEB-4B3D-B085-14AEAE741F82}"/>
              </a:ext>
            </a:extLst>
          </p:cNvPr>
          <p:cNvSpPr/>
          <p:nvPr userDrawn="1"/>
        </p:nvSpPr>
        <p:spPr>
          <a:xfrm>
            <a:off x="9810348" y="5955461"/>
            <a:ext cx="394539" cy="39453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1" name="Oval 10">
            <a:extLst>
              <a:ext uri="{FF2B5EF4-FFF2-40B4-BE49-F238E27FC236}">
                <a16:creationId xmlns:a16="http://schemas.microsoft.com/office/drawing/2014/main" id="{653FE105-1D8E-48B0-AD9A-95AC9A165651}"/>
              </a:ext>
            </a:extLst>
          </p:cNvPr>
          <p:cNvSpPr/>
          <p:nvPr userDrawn="1"/>
        </p:nvSpPr>
        <p:spPr>
          <a:xfrm>
            <a:off x="6514490" y="946887"/>
            <a:ext cx="335852" cy="33585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solidFill>
                <a:schemeClr val="tx1"/>
              </a:solidFill>
              <a:latin typeface="Aptos Display" panose="020B0004020202020204" pitchFamily="34" charset="0"/>
            </a:endParaRPr>
          </a:p>
        </p:txBody>
      </p:sp>
      <p:sp>
        <p:nvSpPr>
          <p:cNvPr id="16" name="Text Placeholder 15">
            <a:extLst>
              <a:ext uri="{FF2B5EF4-FFF2-40B4-BE49-F238E27FC236}">
                <a16:creationId xmlns:a16="http://schemas.microsoft.com/office/drawing/2014/main" id="{AC4388F5-0DCA-4A09-A6E1-AE07F403093C}"/>
              </a:ext>
            </a:extLst>
          </p:cNvPr>
          <p:cNvSpPr>
            <a:spLocks noGrp="1"/>
          </p:cNvSpPr>
          <p:nvPr>
            <p:ph type="body" sz="quarter" idx="10"/>
          </p:nvPr>
        </p:nvSpPr>
        <p:spPr>
          <a:xfrm>
            <a:off x="647701" y="2042790"/>
            <a:ext cx="4143374" cy="2654301"/>
          </a:xfrm>
          <a:prstGeom prst="rect">
            <a:avLst/>
          </a:prstGeom>
        </p:spPr>
        <p:txBody>
          <a:bodyPr rtlCol="0"/>
          <a:lstStyle>
            <a:lvl1pPr marL="0" indent="0">
              <a:buNone/>
              <a:defRPr sz="2000">
                <a:solidFill>
                  <a:schemeClr val="tx1"/>
                </a:solidFill>
                <a:latin typeface="Aptos Display" panose="020B0004020202020204" pitchFamily="34" charset="0"/>
              </a:defRPr>
            </a:lvl1pPr>
            <a:lvl2pPr>
              <a:buNone/>
              <a:defRPr>
                <a:solidFill>
                  <a:schemeClr val="tx1"/>
                </a:solidFill>
                <a:latin typeface="Aptos Display" panose="020B0004020202020204" pitchFamily="34" charset="0"/>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7" name="Text Placeholder 15">
            <a:extLst>
              <a:ext uri="{FF2B5EF4-FFF2-40B4-BE49-F238E27FC236}">
                <a16:creationId xmlns:a16="http://schemas.microsoft.com/office/drawing/2014/main" id="{02C12FDC-BC11-43E8-B22A-3EC48E0344D9}"/>
              </a:ext>
            </a:extLst>
          </p:cNvPr>
          <p:cNvSpPr>
            <a:spLocks noGrp="1"/>
          </p:cNvSpPr>
          <p:nvPr>
            <p:ph type="body" sz="quarter" idx="11"/>
          </p:nvPr>
        </p:nvSpPr>
        <p:spPr>
          <a:xfrm>
            <a:off x="647699" y="4953919"/>
            <a:ext cx="4143375" cy="759470"/>
          </a:xfrm>
          <a:prstGeom prst="rect">
            <a:avLst/>
          </a:prstGeom>
        </p:spPr>
        <p:txBody>
          <a:bodyPr rtlCol="0"/>
          <a:lstStyle>
            <a:lvl1pPr marL="0" indent="0">
              <a:buNone/>
              <a:defRPr sz="2000" b="1">
                <a:solidFill>
                  <a:schemeClr val="tx1"/>
                </a:solidFill>
                <a:latin typeface="Aptos Display" panose="020B0004020202020204" pitchFamily="34" charset="0"/>
              </a:defRPr>
            </a:lvl1pPr>
            <a:lvl2pPr>
              <a:buNone/>
              <a:defRPr sz="2000">
                <a:solidFill>
                  <a:schemeClr val="tx1"/>
                </a:solidFill>
                <a:latin typeface="Aptos Display" panose="020B0004020202020204" pitchFamily="34" charset="0"/>
              </a:defRPr>
            </a:lvl2pPr>
            <a:lvl3pPr>
              <a:buNone/>
              <a:defRPr/>
            </a:lvl3pPr>
            <a:lvl4pPr>
              <a:buNone/>
              <a:defRPr/>
            </a:lvl4pPr>
            <a:lvl5pPr>
              <a:buNone/>
              <a:defRPr/>
            </a:lvl5pPr>
          </a:lstStyle>
          <a:p>
            <a:pPr lvl="0" rtl="0"/>
            <a:r>
              <a:rPr lang="en-US" noProof="0"/>
              <a:t>Click to edit Master text styles</a:t>
            </a:r>
          </a:p>
          <a:p>
            <a:pPr lvl="1" rtl="0"/>
            <a:r>
              <a:rPr lang="en-US" noProof="0"/>
              <a:t>Second level</a:t>
            </a:r>
          </a:p>
        </p:txBody>
      </p:sp>
      <p:sp>
        <p:nvSpPr>
          <p:cNvPr id="12" name="Picture Placeholder 11">
            <a:extLst>
              <a:ext uri="{FF2B5EF4-FFF2-40B4-BE49-F238E27FC236}">
                <a16:creationId xmlns:a16="http://schemas.microsoft.com/office/drawing/2014/main" id="{3D43F412-F2C7-4D38-BDD0-9663029081D5}"/>
              </a:ext>
            </a:extLst>
          </p:cNvPr>
          <p:cNvSpPr>
            <a:spLocks noGrp="1"/>
          </p:cNvSpPr>
          <p:nvPr>
            <p:ph type="pic" sz="quarter" idx="13"/>
          </p:nvPr>
        </p:nvSpPr>
        <p:spPr>
          <a:xfrm>
            <a:off x="5887402" y="533063"/>
            <a:ext cx="5542598" cy="5611666"/>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p:spPr>
        <p:txBody>
          <a:bodyPr wrap="square" rtlCol="0" anchor="ctr">
            <a:noAutofit/>
          </a:bodyPr>
          <a:lstStyle>
            <a:lvl1pPr algn="ctr">
              <a:buNone/>
              <a:defRPr>
                <a:solidFill>
                  <a:schemeClr val="tx1"/>
                </a:solidFill>
                <a:latin typeface="Aptos Display" panose="020B0004020202020204" pitchFamily="34" charset="0"/>
              </a:defRPr>
            </a:lvl1pPr>
          </a:lstStyle>
          <a:p>
            <a:pPr rtl="0"/>
            <a:r>
              <a:rPr lang="en-US" noProof="0"/>
              <a:t>Click icon to add picture</a:t>
            </a:r>
            <a:endParaRPr lang="en-GB" noProof="0"/>
          </a:p>
        </p:txBody>
      </p:sp>
      <p:sp>
        <p:nvSpPr>
          <p:cNvPr id="13" name="Title 1">
            <a:extLst>
              <a:ext uri="{FF2B5EF4-FFF2-40B4-BE49-F238E27FC236}">
                <a16:creationId xmlns:a16="http://schemas.microsoft.com/office/drawing/2014/main" id="{11176083-2CE5-4707-A564-46805454AF1A}"/>
              </a:ext>
            </a:extLst>
          </p:cNvPr>
          <p:cNvSpPr>
            <a:spLocks noGrp="1"/>
          </p:cNvSpPr>
          <p:nvPr>
            <p:ph type="title"/>
          </p:nvPr>
        </p:nvSpPr>
        <p:spPr>
          <a:xfrm>
            <a:off x="660400" y="805213"/>
            <a:ext cx="4275138" cy="830997"/>
          </a:xfrm>
          <a:prstGeom prst="rect">
            <a:avLst/>
          </a:prstGeom>
        </p:spPr>
        <p:txBody>
          <a:bodyPr rtlCol="0"/>
          <a:lstStyle>
            <a:lvl1pPr>
              <a:defRPr sz="4800" b="1">
                <a:solidFill>
                  <a:schemeClr val="tx1"/>
                </a:solidFill>
                <a:latin typeface="Aptos Display" panose="020B0004020202020204" pitchFamily="34" charset="0"/>
              </a:defRPr>
            </a:lvl1pPr>
          </a:lstStyle>
          <a:p>
            <a:pPr rtl="0"/>
            <a:r>
              <a:rPr lang="en-US" noProof="0"/>
              <a:t>Click to edit Master title style</a:t>
            </a:r>
            <a:endParaRPr lang="en-GB" noProof="0"/>
          </a:p>
        </p:txBody>
      </p:sp>
    </p:spTree>
    <p:extLst>
      <p:ext uri="{BB962C8B-B14F-4D97-AF65-F5344CB8AC3E}">
        <p14:creationId xmlns:p14="http://schemas.microsoft.com/office/powerpoint/2010/main" val="1316186999"/>
      </p:ext>
    </p:extLst>
  </p:cSld>
  <p:clrMapOvr>
    <a:masterClrMapping/>
  </p:clrMapOvr>
  <p:extLst>
    <p:ext uri="{DCECCB84-F9BA-43D5-87BE-67443E8EF086}">
      <p15:sldGuideLst xmlns:p15="http://schemas.microsoft.com/office/powerpoint/2012/main">
        <p15:guide id="1" orient="horz" pos="12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userDrawn="1">
  <p:cSld name="Title Only">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947033" y="715533"/>
            <a:ext cx="10298000" cy="641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atin typeface="Aptos Display" panose="020B0004020202020204" pitchFamily="34" charset="0"/>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3" name="Content Placeholder 2">
            <a:extLst>
              <a:ext uri="{FF2B5EF4-FFF2-40B4-BE49-F238E27FC236}">
                <a16:creationId xmlns:a16="http://schemas.microsoft.com/office/drawing/2014/main" id="{EDEFC066-C637-93ED-E2A6-A9F813B6F42C}"/>
              </a:ext>
            </a:extLst>
          </p:cNvPr>
          <p:cNvSpPr>
            <a:spLocks noGrp="1"/>
          </p:cNvSpPr>
          <p:nvPr>
            <p:ph sz="quarter" idx="10"/>
          </p:nvPr>
        </p:nvSpPr>
        <p:spPr>
          <a:xfrm>
            <a:off x="947738" y="1654175"/>
            <a:ext cx="10296525" cy="4572000"/>
          </a:xfrm>
          <a:prstGeom prst="rect">
            <a:avLst/>
          </a:prstGeom>
        </p:spPr>
        <p:txBody>
          <a:bodyPr/>
          <a:lstStyle>
            <a:lvl1pPr>
              <a:defRPr>
                <a:latin typeface="Aptos Display" panose="020B0004020202020204" pitchFamily="34" charset="0"/>
              </a:defRPr>
            </a:lvl1pPr>
            <a:lvl2pPr>
              <a:defRPr>
                <a:latin typeface="Aptos Display" panose="020B0004020202020204" pitchFamily="34" charset="0"/>
              </a:defRPr>
            </a:lvl2pPr>
            <a:lvl3pPr>
              <a:defRPr>
                <a:latin typeface="Aptos Display" panose="020B0004020202020204" pitchFamily="34" charset="0"/>
              </a:defRPr>
            </a:lvl3pPr>
            <a:lvl4pPr>
              <a:defRPr>
                <a:latin typeface="Aptos Display" panose="020B0004020202020204" pitchFamily="34" charset="0"/>
              </a:defRPr>
            </a:lvl4pPr>
            <a:lvl5pPr>
              <a:defRPr>
                <a:latin typeface="Aptos Display"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569442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64BC-01BF-B4A6-FCD0-9336213A606B}"/>
              </a:ext>
            </a:extLst>
          </p:cNvPr>
          <p:cNvSpPr>
            <a:spLocks noGrp="1"/>
          </p:cNvSpPr>
          <p:nvPr>
            <p:ph type="title"/>
          </p:nvPr>
        </p:nvSpPr>
        <p:spPr>
          <a:xfrm>
            <a:off x="838200" y="365126"/>
            <a:ext cx="10515600" cy="784406"/>
          </a:xfrm>
          <a:prstGeom prst="rect">
            <a:avLst/>
          </a:prstGeom>
        </p:spPr>
        <p:txBody>
          <a:bodyPr/>
          <a:lstStyle>
            <a:lvl1pPr>
              <a:defRPr>
                <a:latin typeface="Aptos Display" panose="020B000402020202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1870160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hyperlink" Target="https://moodle.bolton.ac.uk/course/view.php?id=23108" TargetMode="Externa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93E0959-6855-4447-BAEC-D32B47712F07}"/>
              </a:ext>
            </a:extLst>
          </p:cNvPr>
          <p:cNvSpPr txBox="1">
            <a:spLocks/>
          </p:cNvSpPr>
          <p:nvPr userDrawn="1"/>
        </p:nvSpPr>
        <p:spPr>
          <a:xfrm>
            <a:off x="215242" y="6389628"/>
            <a:ext cx="4114800" cy="365125"/>
          </a:xfrm>
          <a:prstGeom prst="rect">
            <a:avLst/>
          </a:prstGeom>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b="1" noProof="0" dirty="0">
                <a:solidFill>
                  <a:schemeClr val="accent2"/>
                </a:solidFill>
              </a:rPr>
              <a:t>COM7411</a:t>
            </a:r>
            <a:r>
              <a:rPr lang="en-GB" sz="1100" b="1" noProof="0" dirty="0">
                <a:solidFill>
                  <a:srgbClr val="9454C3"/>
                </a:solidFill>
              </a:rPr>
              <a:t> </a:t>
            </a:r>
            <a:r>
              <a:rPr lang="en-GB" sz="1100" b="1" i="0" dirty="0">
                <a:solidFill>
                  <a:schemeClr val="tx1">
                    <a:lumMod val="65000"/>
                    <a:lumOff val="35000"/>
                  </a:schemeClr>
                </a:solidFill>
                <a:effectLst/>
                <a:latin typeface="Helvetica Neue"/>
                <a:hlinkClick r:id="rId17">
                  <a:extLst>
                    <a:ext uri="{A12FA001-AC4F-418D-AE19-62706E023703}">
                      <ahyp:hlinkClr xmlns:ahyp="http://schemas.microsoft.com/office/drawing/2018/hyperlinkcolor" val="tx"/>
                    </a:ext>
                  </a:extLst>
                </a:hlinkClick>
              </a:rPr>
              <a:t>Research Methods</a:t>
            </a:r>
            <a:endParaRPr lang="en-GB" sz="1100" b="1" i="0" dirty="0">
              <a:solidFill>
                <a:schemeClr val="tx1">
                  <a:lumMod val="65000"/>
                  <a:lumOff val="35000"/>
                </a:schemeClr>
              </a:solidFill>
              <a:effectLst/>
              <a:latin typeface="Helvetica Neue"/>
            </a:endParaRPr>
          </a:p>
        </p:txBody>
      </p:sp>
      <p:pic>
        <p:nvPicPr>
          <p:cNvPr id="6" name="Picture 5">
            <a:hlinkClick r:id="rId17"/>
            <a:extLst>
              <a:ext uri="{FF2B5EF4-FFF2-40B4-BE49-F238E27FC236}">
                <a16:creationId xmlns:a16="http://schemas.microsoft.com/office/drawing/2014/main" id="{8E68A7DE-B583-DD36-413D-10F7AA7F3877}"/>
              </a:ext>
            </a:extLst>
          </p:cNvPr>
          <p:cNvPicPr>
            <a:picLocks noChangeAspect="1"/>
          </p:cNvPicPr>
          <p:nvPr userDrawn="1"/>
        </p:nvPicPr>
        <p:blipFill rotWithShape="1">
          <a:blip r:embed="rId18">
            <a:alphaModFix amt="35000"/>
          </a:blip>
          <a:srcRect r="39275" b="37247"/>
          <a:stretch/>
        </p:blipFill>
        <p:spPr>
          <a:xfrm>
            <a:off x="8077200" y="4200345"/>
            <a:ext cx="4114800" cy="2657655"/>
          </a:xfrm>
          <a:prstGeom prst="rect">
            <a:avLst/>
          </a:prstGeom>
        </p:spPr>
      </p:pic>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88" r:id="rId3"/>
    <p:sldLayoutId id="2147483681" r:id="rId4"/>
    <p:sldLayoutId id="2147483680" r:id="rId5"/>
    <p:sldLayoutId id="2147483682" r:id="rId6"/>
    <p:sldLayoutId id="2147483677" r:id="rId7"/>
    <p:sldLayoutId id="2147483654" r:id="rId8"/>
    <p:sldLayoutId id="2147483685" r:id="rId9"/>
    <p:sldLayoutId id="2147483684" r:id="rId10"/>
    <p:sldLayoutId id="2147483686" r:id="rId11"/>
    <p:sldLayoutId id="2147483687" r:id="rId12"/>
    <p:sldLayoutId id="2147483675" r:id="rId13"/>
    <p:sldLayoutId id="2147483703" r:id="rId14"/>
    <p:sldLayoutId id="2147483704" r:id="rId15"/>
  </p:sldLayoutIdLst>
  <p:hf hdr="0" ftr="0" dt="0"/>
  <p:txStyles>
    <p:titleStyle>
      <a:lvl1pPr algn="l" defTabSz="914400" rtl="0" eaLnBrk="1" latinLnBrk="0" hangingPunct="1">
        <a:lnSpc>
          <a:spcPct val="90000"/>
        </a:lnSpc>
        <a:spcBef>
          <a:spcPct val="0"/>
        </a:spcBef>
        <a:buNone/>
        <a:defRPr sz="3200" kern="120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hyperlink" Target="https://modules.bolton.ac.uk/COM7302/2024-2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hyperlink" Target="https://commons.wikimedia.org/wiki/File:Pile_of_books.jp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https://www.makemyassignments.com/blog/how-to-write-the-best-literature-revie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diagramData" Target="../diagrams/data3.xml"/><Relationship Id="rId3" Type="http://schemas.openxmlformats.org/officeDocument/2006/relationships/diagramLayout" Target="../diagrams/layout3.xml"/><Relationship Id="rId4" Type="http://schemas.openxmlformats.org/officeDocument/2006/relationships/diagramQuickStyle" Target="../diagrams/quickStyle3.xml"/><Relationship Id="rId5" Type="http://schemas.openxmlformats.org/officeDocument/2006/relationships/diagramColors" Target="../diagrams/colors3.xml"/><Relationship Id="rId6" Type="http://schemas.microsoft.com/office/2007/relationships/diagramDrawing" Target="../diagrams/drawing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hyperlink" Target="https://97unique.com/narrative-literature-review/"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5.jpg"/><Relationship Id="rId4" Type="http://schemas.openxmlformats.org/officeDocument/2006/relationships/hyperlink" Target="https://www.youtube.com/watch?v=WUErib-fXV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hyperlink" Target="https://monday.com/blog/project-management/scope-of-work/"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hyperlink" Target="https://kshitijtiwari.com/all-resources/academic-research/literature-review/"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8.jpg"/><Relationship Id="rId4" Type="http://schemas.openxmlformats.org/officeDocument/2006/relationships/hyperlink" Target="https://www.unthsc.edu/school-of-public-health/research-methods/research-synthesis-meta-analysis-and-integrative-data-analysi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diagramData" Target="../diagrams/data5.xml"/><Relationship Id="rId4" Type="http://schemas.openxmlformats.org/officeDocument/2006/relationships/diagramLayout" Target="../diagrams/layout5.xml"/><Relationship Id="rId5" Type="http://schemas.openxmlformats.org/officeDocument/2006/relationships/diagramQuickStyle" Target="../diagrams/quickStyle5.xml"/><Relationship Id="rId6" Type="http://schemas.openxmlformats.org/officeDocument/2006/relationships/diagramColors" Target="../diagrams/colors5.xml"/><Relationship Id="rId7" Type="http://schemas.microsoft.com/office/2007/relationships/diagramDrawing" Target="../diagrams/drawing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diagramData" Target="../diagrams/data7.xml"/><Relationship Id="rId4" Type="http://schemas.openxmlformats.org/officeDocument/2006/relationships/diagramLayout" Target="../diagrams/layout7.xml"/><Relationship Id="rId5" Type="http://schemas.openxmlformats.org/officeDocument/2006/relationships/diagramQuickStyle" Target="../diagrams/quickStyle7.xml"/><Relationship Id="rId6" Type="http://schemas.openxmlformats.org/officeDocument/2006/relationships/diagramColors" Target="../diagrams/colors7.xml"/><Relationship Id="rId7" Type="http://schemas.microsoft.com/office/2007/relationships/diagramDrawing" Target="../diagrams/drawing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4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jpg"/><Relationship Id="rId3" Type="http://schemas.openxmlformats.org/officeDocument/2006/relationships/hyperlink" Target="https://wallpaperaccess.com/funny-science" TargetMode="External"/><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4.jpg"/><Relationship Id="rId4" Type="http://schemas.openxmlformats.org/officeDocument/2006/relationships/hyperlink" Target="http://culturefit.com/developing-2016-trends-computer-sciences-bradley-universit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 name="Picture Placeholder 12" descr="Blue glass building">
            <a:extLst>
              <a:ext uri="{FF2B5EF4-FFF2-40B4-BE49-F238E27FC236}">
                <a16:creationId xmlns:a16="http://schemas.microsoft.com/office/drawing/2014/main" id="{E6A5B61D-69C0-4661-AD66-3D72D9A6E86F}"/>
              </a:ext>
            </a:extLst>
          </p:cNvPr>
          <p:cNvPicPr>
            <a:picLocks noGrp="1" noChangeAspect="1"/>
          </p:cNvPicPr>
          <p:nvPr>
            <p:ph type="pic" sz="quarter" idx="10"/>
          </p:nvPr>
        </p:nvPicPr>
        <p:blipFill>
          <a:blip r:embed="rId3">
            <a:alphaModFix amt="80000"/>
          </a:blip>
          <a:srcRect t="7802" b="7802"/>
          <a:stretch/>
        </p:blipFill>
        <p:spPr>
          <a:xfrm>
            <a:off x="0" y="0"/>
            <a:ext cx="12192000" cy="6858000"/>
          </a:xfrm>
          <a:blipFill dpi="0" rotWithShape="1">
            <a:blip r:embed="rId3">
              <a:alphaModFix amt="80000"/>
              <a:extLst>
                <a:ext uri="{28A0092B-C50C-407E-A947-70E740481C1C}">
                  <a14:useLocalDpi xmlns:a14="http://schemas.microsoft.com/office/drawing/2010/main" val="0"/>
                </a:ext>
              </a:extLst>
            </a:blip>
            <a:srcRect/>
            <a:stretch>
              <a:fillRect/>
            </a:stretch>
          </a:blipFill>
        </p:spPr>
      </p:pic>
      <p:sp>
        <p:nvSpPr>
          <p:cNvPr id="6" name="Hexagon 5">
            <a:extLst>
              <a:ext uri="{FF2B5EF4-FFF2-40B4-BE49-F238E27FC236}">
                <a16:creationId xmlns:a16="http://schemas.microsoft.com/office/drawing/2014/main" id="{38AF5374-EA50-4722-BB45-6C182E5A16AE}"/>
              </a:ext>
              <a:ext uri="{C183D7F6-B498-43B3-948B-1728B52AA6E4}">
                <adec:decorative xmlns:adec="http://schemas.microsoft.com/office/drawing/2017/decorative" val="1"/>
              </a:ext>
            </a:extLst>
          </p:cNvPr>
          <p:cNvSpPr/>
          <p:nvPr/>
        </p:nvSpPr>
        <p:spPr>
          <a:xfrm>
            <a:off x="3041067" y="1135403"/>
            <a:ext cx="5859196" cy="5051033"/>
          </a:xfrm>
          <a:prstGeom prst="hexagon">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7" name="Title 6">
            <a:extLst>
              <a:ext uri="{FF2B5EF4-FFF2-40B4-BE49-F238E27FC236}">
                <a16:creationId xmlns:a16="http://schemas.microsoft.com/office/drawing/2014/main" id="{BD837CEB-1A69-4F72-95D4-054D82F09696}"/>
              </a:ext>
            </a:extLst>
          </p:cNvPr>
          <p:cNvSpPr>
            <a:spLocks noGrp="1"/>
          </p:cNvSpPr>
          <p:nvPr>
            <p:ph type="title"/>
          </p:nvPr>
        </p:nvSpPr>
        <p:spPr>
          <a:xfrm>
            <a:off x="3434576" y="2975573"/>
            <a:ext cx="4979981" cy="1695637"/>
          </a:xfrm>
        </p:spPr>
        <p:txBody>
          <a:bodyPr rtlCol="0"/>
          <a:lstStyle/>
          <a:p>
            <a:pPr rtl="0"/>
            <a:r>
              <a:rPr lang="en-GB" sz="3400" dirty="0"/>
              <a:t>Literature Reviews</a:t>
            </a:r>
            <a:br>
              <a:rPr lang="en-GB" sz="4800" dirty="0"/>
            </a:br>
            <a:r>
              <a:rPr lang="en-GB" sz="2600" dirty="0"/>
              <a:t>and Critical Appraisal</a:t>
            </a:r>
            <a:endParaRPr lang="en-GB" dirty="0"/>
          </a:p>
        </p:txBody>
      </p:sp>
      <p:sp>
        <p:nvSpPr>
          <p:cNvPr id="8" name="Text Placeholder 7">
            <a:extLst>
              <a:ext uri="{FF2B5EF4-FFF2-40B4-BE49-F238E27FC236}">
                <a16:creationId xmlns:a16="http://schemas.microsoft.com/office/drawing/2014/main" id="{9FFAF4E3-C8A2-4861-A67E-040D885F84F1}"/>
              </a:ext>
            </a:extLst>
          </p:cNvPr>
          <p:cNvSpPr>
            <a:spLocks noGrp="1"/>
          </p:cNvSpPr>
          <p:nvPr>
            <p:ph type="body" sz="quarter" idx="11"/>
          </p:nvPr>
        </p:nvSpPr>
        <p:spPr>
          <a:xfrm>
            <a:off x="3850348" y="2356205"/>
            <a:ext cx="4317709" cy="490538"/>
          </a:xfrm>
        </p:spPr>
        <p:txBody>
          <a:bodyPr rtlCol="0"/>
          <a:lstStyle/>
          <a:p>
            <a:pPr rtl="0"/>
            <a:r>
              <a:rPr lang="en-GB" dirty="0" sz="1300">
                <a:hlinkClick r:id="rId4">
                  <a:extLst>
                    <a:ext uri="{A12FA001-AC4F-418D-AE19-62706E023703}">
                      <ahyp:hlinkClr xmlns:ahyp="http://schemas.microsoft.com/office/drawing/2018/hyperlinkcolor" val="tx"/>
                    </a:ext>
                  </a:extLst>
                </a:hlinkClick>
              </a:rPr>
              <a:t>COM7411 Research Methods</a:t>
            </a:r>
            <a:endParaRPr lang="en-GB" dirty="0"/>
          </a:p>
        </p:txBody>
      </p:sp>
      <p:sp>
        <p:nvSpPr>
          <p:cNvPr id="21" name="Hexagon 20">
            <a:extLst>
              <a:ext uri="{FF2B5EF4-FFF2-40B4-BE49-F238E27FC236}">
                <a16:creationId xmlns:a16="http://schemas.microsoft.com/office/drawing/2014/main" id="{35FAA64B-9D7A-4109-97E0-B0BAA29C475F}"/>
              </a:ext>
              <a:ext uri="{C183D7F6-B498-43B3-948B-1728B52AA6E4}">
                <adec:decorative xmlns:adec="http://schemas.microsoft.com/office/drawing/2017/decorative" val="1"/>
              </a:ext>
            </a:extLst>
          </p:cNvPr>
          <p:cNvSpPr/>
          <p:nvPr/>
        </p:nvSpPr>
        <p:spPr>
          <a:xfrm>
            <a:off x="7974278" y="5753530"/>
            <a:ext cx="651613" cy="561736"/>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6" name="Hexagon 15">
            <a:extLst>
              <a:ext uri="{FF2B5EF4-FFF2-40B4-BE49-F238E27FC236}">
                <a16:creationId xmlns:a16="http://schemas.microsoft.com/office/drawing/2014/main" id="{00A0E61B-8139-47E5-862B-C6D87AFF35A2}"/>
              </a:ext>
              <a:ext uri="{C183D7F6-B498-43B3-948B-1728B52AA6E4}">
                <adec:decorative xmlns:adec="http://schemas.microsoft.com/office/drawing/2017/decorative" val="1"/>
              </a:ext>
            </a:extLst>
          </p:cNvPr>
          <p:cNvSpPr/>
          <p:nvPr/>
        </p:nvSpPr>
        <p:spPr>
          <a:xfrm>
            <a:off x="2255521" y="2751804"/>
            <a:ext cx="785546" cy="67719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18" name="Hexagon 17">
            <a:extLst>
              <a:ext uri="{FF2B5EF4-FFF2-40B4-BE49-F238E27FC236}">
                <a16:creationId xmlns:a16="http://schemas.microsoft.com/office/drawing/2014/main" id="{B06F39E4-24A5-44F2-BD9A-7E8C8AF2773B}"/>
              </a:ext>
              <a:ext uri="{C183D7F6-B498-43B3-948B-1728B52AA6E4}">
                <adec:decorative xmlns:adec="http://schemas.microsoft.com/office/drawing/2017/decorative" val="1"/>
              </a:ext>
            </a:extLst>
          </p:cNvPr>
          <p:cNvSpPr/>
          <p:nvPr/>
        </p:nvSpPr>
        <p:spPr>
          <a:xfrm>
            <a:off x="8021783" y="671564"/>
            <a:ext cx="392774" cy="33859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
        <p:nvSpPr>
          <p:cNvPr id="2" name="Hexagon 1">
            <a:extLst>
              <a:ext uri="{FF2B5EF4-FFF2-40B4-BE49-F238E27FC236}">
                <a16:creationId xmlns:a16="http://schemas.microsoft.com/office/drawing/2014/main" id="{62F7433A-0BB9-4B38-A96F-AB1B77772B59}"/>
              </a:ext>
              <a:ext uri="{C183D7F6-B498-43B3-948B-1728B52AA6E4}">
                <adec:decorative xmlns:adec="http://schemas.microsoft.com/office/drawing/2017/decorative" val="1"/>
              </a:ext>
            </a:extLst>
          </p:cNvPr>
          <p:cNvSpPr/>
          <p:nvPr/>
        </p:nvSpPr>
        <p:spPr>
          <a:xfrm>
            <a:off x="2035398" y="3344350"/>
            <a:ext cx="196388" cy="169300"/>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a:p>
        </p:txBody>
      </p:sp>
    </p:spTree>
    <p:extLst>
      <p:ext uri="{BB962C8B-B14F-4D97-AF65-F5344CB8AC3E}">
        <p14:creationId xmlns:p14="http://schemas.microsoft.com/office/powerpoint/2010/main" val="366599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43169" y="529526"/>
            <a:ext cx="4784436" cy="830997"/>
          </a:xfrm>
        </p:spPr>
        <p:txBody>
          <a:bodyPr rtlCol="0"/>
          <a:lstStyle/>
          <a:p>
            <a:pPr rtl="0"/>
            <a:r>
              <a:rPr lang="en-GB" dirty="0" sz="1800"/>
              <a:t>By the end of the session, you should be able to…</a:t>
            </a:r>
          </a:p>
        </p:txBody>
      </p:sp>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543169" y="2695047"/>
            <a:ext cx="6164349" cy="3560763"/>
          </a:xfrm>
        </p:spPr>
        <p:txBody>
          <a:bodyPr rtlCol="0">
            <a:normAutofit/>
          </a:bodyPr>
          <a:lstStyle/>
          <a:p>
            <a:r>
              <a:rPr lang="en-US" sz="1800" dirty="0"/>
              <a:t>Distinguish the main types of literature review and when to use each</a:t>
            </a:r>
          </a:p>
          <a:p>
            <a:r>
              <a:rPr lang="en-US" sz="1800" dirty="0"/>
              <a:t>Evaluate a source critically rather than just summarising it</a:t>
            </a:r>
          </a:p>
          <a:p>
            <a:r>
              <a:rPr lang="en-US" sz="1800"/>
              <a:t>Judge a study by its own stance, then ask whether that stance suits your question</a:t>
            </a:r>
            <a:endParaRPr lang="en-GB" sz="1600" dirty="0"/>
          </a:p>
          <a:p>
            <a:r>
              <a:rPr lang="en-US" sz="1800"/>
              <a:t>Begin your Critical Literature Review section</a:t>
            </a:r>
            <a:endParaRPr lang="en-GB" sz="1600" dirty="0"/>
          </a:p>
        </p:txBody>
      </p:sp>
      <p:pic>
        <p:nvPicPr>
          <p:cNvPr id="11" name="Picture Placeholder 10">
            <a:extLst>
              <a:ext uri="{FF2B5EF4-FFF2-40B4-BE49-F238E27FC236}">
                <a16:creationId xmlns:a16="http://schemas.microsoft.com/office/drawing/2014/main" id="{1CE2008D-DBCE-465F-90DA-B28A4E525131}"/>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5345" r="15345"/>
          <a:stretch/>
        </p:blipFill>
        <p:spPr/>
      </p:pic>
    </p:spTree>
    <p:extLst>
      <p:ext uri="{BB962C8B-B14F-4D97-AF65-F5344CB8AC3E}">
        <p14:creationId xmlns:p14="http://schemas.microsoft.com/office/powerpoint/2010/main" val="134190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EF53E3-F88C-4203-A489-8C9D57513DF6}"/>
              </a:ext>
            </a:extLst>
          </p:cNvPr>
          <p:cNvSpPr>
            <a:spLocks noGrp="1"/>
          </p:cNvSpPr>
          <p:nvPr>
            <p:ph type="title"/>
          </p:nvPr>
        </p:nvSpPr>
        <p:spPr>
          <a:xfrm>
            <a:off x="285798" y="263284"/>
            <a:ext cx="6804429" cy="830997"/>
          </a:xfrm>
        </p:spPr>
        <p:txBody>
          <a:bodyPr rtlCol="0"/>
          <a:lstStyle/>
          <a:p>
            <a:pPr rtl="0"/>
            <a:r>
              <a:rPr lang="en-GB" dirty="0"/>
              <a:t>What’s it all about</a:t>
            </a:r>
          </a:p>
        </p:txBody>
      </p:sp>
      <p:sp>
        <p:nvSpPr>
          <p:cNvPr id="8" name="Text Placeholder 7">
            <a:extLst>
              <a:ext uri="{FF2B5EF4-FFF2-40B4-BE49-F238E27FC236}">
                <a16:creationId xmlns:a16="http://schemas.microsoft.com/office/drawing/2014/main" id="{6F03AADD-A4FE-4CE8-944C-3F9C9777F0AB}"/>
              </a:ext>
            </a:extLst>
          </p:cNvPr>
          <p:cNvSpPr>
            <a:spLocks noGrp="1"/>
          </p:cNvSpPr>
          <p:nvPr>
            <p:ph type="body" sz="quarter" idx="12"/>
          </p:nvPr>
        </p:nvSpPr>
        <p:spPr>
          <a:xfrm>
            <a:off x="547055" y="1754155"/>
            <a:ext cx="6422912" cy="5206481"/>
          </a:xfrm>
        </p:spPr>
        <p:txBody>
          <a:bodyPr rtlCol="0">
            <a:normAutofit/>
          </a:bodyPr>
          <a:lstStyle/>
          <a:p>
            <a:r>
              <a:rPr lang="en-US" dirty="0"/>
              <a:t>A literature review is a </a:t>
            </a:r>
            <a:r>
              <a:rPr lang="en-US" b="1" dirty="0"/>
              <a:t>comprehensive summary and analysis of existing research </a:t>
            </a:r>
            <a:r>
              <a:rPr lang="en-US" dirty="0"/>
              <a:t>and scholarly works on a specific topic or research question. It typically:</a:t>
            </a:r>
          </a:p>
          <a:p>
            <a:endParaRPr lang="en-US" dirty="0"/>
          </a:p>
          <a:p>
            <a:pPr lvl="1">
              <a:buFont typeface="+mj-lt"/>
              <a:buAutoNum type="arabicPeriod"/>
            </a:pPr>
            <a:r>
              <a:rPr lang="en-US" sz="2000" b="1" dirty="0">
                <a:effectLst>
                  <a:outerShdw blurRad="38100" dist="38100" dir="2700000" algn="tl">
                    <a:srgbClr val="000000">
                      <a:alpha val="43137"/>
                    </a:srgbClr>
                  </a:outerShdw>
                </a:effectLst>
              </a:rPr>
              <a:t>Surveys relevant publications</a:t>
            </a:r>
            <a:r>
              <a:rPr lang="en-US" sz="2000" dirty="0"/>
              <a:t>, such as academic journals, books, and other sources</a:t>
            </a:r>
          </a:p>
          <a:p>
            <a:pPr lvl="1">
              <a:buFont typeface="+mj-lt"/>
              <a:buAutoNum type="arabicPeriod"/>
            </a:pPr>
            <a:r>
              <a:rPr lang="en-US" sz="2000" b="1" dirty="0">
                <a:effectLst>
                  <a:outerShdw blurRad="38100" dist="38100" dir="2700000" algn="tl">
                    <a:srgbClr val="000000">
                      <a:alpha val="43137"/>
                    </a:srgbClr>
                  </a:outerShdw>
                </a:effectLst>
              </a:rPr>
              <a:t>Synthesizes the information </a:t>
            </a:r>
            <a:r>
              <a:rPr lang="en-US" sz="2000" dirty="0"/>
              <a:t>from these sources</a:t>
            </a:r>
          </a:p>
          <a:p>
            <a:pPr lvl="1">
              <a:buFont typeface="+mj-lt"/>
              <a:buAutoNum type="arabicPeriod"/>
            </a:pPr>
            <a:r>
              <a:rPr lang="en-US" sz="2000" b="1" dirty="0">
                <a:effectLst>
                  <a:outerShdw blurRad="38100" dist="38100" dir="2700000" algn="tl">
                    <a:srgbClr val="000000">
                      <a:alpha val="43137"/>
                    </a:srgbClr>
                  </a:outerShdw>
                </a:effectLst>
              </a:rPr>
              <a:t>Identifies key themes</a:t>
            </a:r>
            <a:r>
              <a:rPr lang="en-US" sz="2000" dirty="0"/>
              <a:t>, debates, and gaps in the current knowledge</a:t>
            </a:r>
          </a:p>
          <a:p>
            <a:pPr lvl="1">
              <a:buFont typeface="+mj-lt"/>
              <a:buAutoNum type="arabicPeriod"/>
            </a:pPr>
            <a:r>
              <a:rPr lang="en-US" sz="2000" b="1" dirty="0">
                <a:effectLst>
                  <a:outerShdw blurRad="38100" dist="38100" dir="2700000" algn="tl">
                    <a:srgbClr val="000000">
                      <a:alpha val="43137"/>
                    </a:srgbClr>
                  </a:outerShdw>
                </a:effectLst>
              </a:rPr>
              <a:t>Provides a critical evaluation </a:t>
            </a:r>
            <a:r>
              <a:rPr lang="en-US" sz="2000" dirty="0"/>
              <a:t>of the existing research</a:t>
            </a:r>
          </a:p>
          <a:p>
            <a:pPr marL="266700" lvl="1" indent="0">
              <a:buNone/>
            </a:pPr>
            <a:endParaRPr lang="en-US" dirty="0"/>
          </a:p>
          <a:p>
            <a:pPr marL="0" indent="0">
              <a:buNone/>
            </a:pPr>
            <a:r>
              <a:rPr lang="en-US" u="sng" dirty="0"/>
              <a:t>The purpose of a literature review is to establish a theoretical framework for your research, demonstrate your knowledge of the field, and help identify areas where further study is needed.</a:t>
            </a:r>
          </a:p>
          <a:p>
            <a:pPr marL="0" indent="0" rtl="0">
              <a:buNone/>
            </a:pPr>
            <a:endParaRPr lang="en-GB" dirty="0"/>
          </a:p>
        </p:txBody>
      </p:sp>
      <p:pic>
        <p:nvPicPr>
          <p:cNvPr id="4" name="Picture Placeholder 3">
            <a:extLst>
              <a:ext uri="{FF2B5EF4-FFF2-40B4-BE49-F238E27FC236}">
                <a16:creationId xmlns:a16="http://schemas.microsoft.com/office/drawing/2014/main" id="{5EAB7860-C105-46A8-8B51-C886DCFAB528}"/>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12456" t="3688" r="9083" b="3688"/>
          <a:stretch/>
        </p:blipFill>
        <p:spPr>
          <a:xfrm>
            <a:off x="7090227" y="732482"/>
            <a:ext cx="4441372" cy="5393036"/>
          </a:xfrm>
        </p:spPr>
      </p:pic>
    </p:spTree>
    <p:extLst>
      <p:ext uri="{BB962C8B-B14F-4D97-AF65-F5344CB8AC3E}">
        <p14:creationId xmlns:p14="http://schemas.microsoft.com/office/powerpoint/2010/main" val="369677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B1925A-C702-1D9A-D8A3-41900E0305BC}"/>
              </a:ext>
            </a:extLst>
          </p:cNvPr>
          <p:cNvSpPr>
            <a:spLocks noGrp="1"/>
          </p:cNvSpPr>
          <p:nvPr>
            <p:ph type="title"/>
          </p:nvPr>
        </p:nvSpPr>
        <p:spPr>
          <a:xfrm>
            <a:off x="546341" y="425432"/>
            <a:ext cx="10298000" cy="641600"/>
          </a:xfrm>
        </p:spPr>
        <p:txBody>
          <a:bodyPr spcFirstLastPara="1" wrap="square" lIns="91425" tIns="91425" rIns="91425" bIns="91425" anchor="ctr" anchorCtr="0">
            <a:normAutofit fontScale="90000"/>
          </a:bodyPr>
          <a:lstStyle/>
          <a:p>
            <a:r>
              <a:rPr lang="en-US" sz="3600" dirty="0">
                <a:solidFill>
                  <a:schemeClr val="tx1"/>
                </a:solidFill>
              </a:rPr>
              <a:t>Overview of Literature Review Types</a:t>
            </a:r>
            <a:endParaRPr lang="en-GB" sz="3600" dirty="0">
              <a:solidFill>
                <a:schemeClr val="tx1"/>
              </a:solidFill>
            </a:endParaRPr>
          </a:p>
        </p:txBody>
      </p:sp>
      <p:graphicFrame>
        <p:nvGraphicFramePr>
          <p:cNvPr id="9" name="TextBox 6">
            <a:extLst>
              <a:ext uri="{FF2B5EF4-FFF2-40B4-BE49-F238E27FC236}">
                <a16:creationId xmlns:a16="http://schemas.microsoft.com/office/drawing/2014/main" id="{3D46CF07-EBD2-A8CF-5526-553A67ECFDFD}"/>
              </a:ext>
            </a:extLst>
          </p:cNvPr>
          <p:cNvGraphicFramePr/>
          <p:nvPr>
            <p:extLst>
              <p:ext uri="{D42A27DB-BD31-4B8C-83A1-F6EECF244321}">
                <p14:modId xmlns:p14="http://schemas.microsoft.com/office/powerpoint/2010/main" val="3956277342"/>
              </p:ext>
            </p:extLst>
          </p:nvPr>
        </p:nvGraphicFramePr>
        <p:xfrm>
          <a:off x="4251460" y="1765676"/>
          <a:ext cx="6901718"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1218BD38-88FB-63BE-E3F9-03D974A0B167}"/>
              </a:ext>
            </a:extLst>
          </p:cNvPr>
          <p:cNvSpPr txBox="1"/>
          <p:nvPr/>
        </p:nvSpPr>
        <p:spPr>
          <a:xfrm>
            <a:off x="1121694" y="2363526"/>
            <a:ext cx="3711540" cy="2677656"/>
          </a:xfrm>
          <a:prstGeom prst="rect">
            <a:avLst/>
          </a:prstGeom>
          <a:noFill/>
        </p:spPr>
        <p:txBody>
          <a:bodyPr wrap="square">
            <a:spAutoFit/>
          </a:bodyPr>
          <a:lstStyle/>
          <a:p>
            <a:pPr lvl="0"/>
            <a:r>
              <a:rPr lang="en-US" sz="2800" dirty="0"/>
              <a:t>There are several types of literature reviews, each suited to different research goals and epistemological approaches</a:t>
            </a:r>
          </a:p>
        </p:txBody>
      </p:sp>
    </p:spTree>
    <p:extLst>
      <p:ext uri="{BB962C8B-B14F-4D97-AF65-F5344CB8AC3E}">
        <p14:creationId xmlns:p14="http://schemas.microsoft.com/office/powerpoint/2010/main" val="3083029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41901" y="1376738"/>
            <a:ext cx="7332895" cy="4657974"/>
          </a:xfrm>
          <a:solidFill>
            <a:srgbClr val="F2F2F2"/>
          </a:solidFill>
        </p:spPr>
        <p:txBody>
          <a:bodyPr>
            <a:normAutofit fontScale="92500" lnSpcReduction="20000"/>
          </a:bodyPr>
          <a:lstStyle/>
          <a:p>
            <a:pPr marL="0" indent="0">
              <a:buNone/>
            </a:pPr>
            <a:r>
              <a:rPr lang="en-US" sz="1600" dirty="0">
                <a:solidFill>
                  <a:schemeClr val="tx1"/>
                </a:solidFill>
              </a:rPr>
              <a:t>Broad and qualitative, synthesizing the literature into a cohesive story or theme. </a:t>
            </a:r>
            <a:r>
              <a:rPr lang="en-US" sz="1600" dirty="0"/>
              <a:t>Summarizes the existing knowledge on a broad topic, not structured or exhaustive. </a:t>
            </a:r>
          </a:p>
          <a:p>
            <a:pPr>
              <a:buFont typeface="Arial" panose="020B0604020202020204" pitchFamily="34" charset="0"/>
              <a:buChar char="•"/>
            </a:pPr>
            <a:r>
              <a:rPr lang="en-US" sz="1600" dirty="0"/>
              <a:t>Strengths: Flexible, easier to cover various themes or perspectives.</a:t>
            </a:r>
          </a:p>
          <a:p>
            <a:pPr>
              <a:buFont typeface="Arial" panose="020B0604020202020204" pitchFamily="34" charset="0"/>
              <a:buChar char="•"/>
            </a:pPr>
            <a:r>
              <a:rPr lang="en-US" sz="1600" dirty="0"/>
              <a:t>Weaknesses: May lack rigor, prone to bias.</a:t>
            </a:r>
          </a:p>
          <a:p>
            <a:pPr marL="0" indent="0">
              <a:buNone/>
            </a:pPr>
            <a:r>
              <a:rPr lang="en-US" sz="1600" b="1" dirty="0">
                <a:solidFill>
                  <a:schemeClr val="tx1"/>
                </a:solidFill>
              </a:rPr>
              <a:t>Example in CS/DA/CY:</a:t>
            </a:r>
            <a:endParaRPr lang="en-US" sz="1600" dirty="0">
              <a:solidFill>
                <a:schemeClr val="tx1"/>
              </a:solidFill>
            </a:endParaRP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CS:</a:t>
            </a:r>
            <a:r>
              <a:rPr lang="en-US" sz="1800" dirty="0">
                <a:solidFill>
                  <a:schemeClr val="tx1"/>
                </a:solidFill>
                <a:latin typeface="Aptos Display" panose="020B0004020202020204" pitchFamily="34" charset="0"/>
              </a:rPr>
              <a:t>A narrative review can explore the </a:t>
            </a:r>
            <a:r>
              <a:rPr lang="en-US" sz="1800" b="1" dirty="0">
                <a:solidFill>
                  <a:schemeClr val="tx1"/>
                </a:solidFill>
                <a:latin typeface="Aptos Display" panose="020B0004020202020204" pitchFamily="34" charset="0"/>
              </a:rPr>
              <a:t>ethical implications</a:t>
            </a:r>
            <a:r>
              <a:rPr lang="en-US" sz="1800" dirty="0">
                <a:solidFill>
                  <a:schemeClr val="tx1"/>
                </a:solidFill>
                <a:latin typeface="Aptos Display" panose="020B0004020202020204" pitchFamily="34" charset="0"/>
              </a:rPr>
              <a:t> of AI by summarizing diverse viewpoints on privacy, bias, and decision-making.</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CY: </a:t>
            </a:r>
            <a:r>
              <a:rPr lang="en-US" sz="1800" dirty="0">
                <a:solidFill>
                  <a:schemeClr val="tx1"/>
                </a:solidFill>
                <a:latin typeface="Aptos Display" panose="020B0004020202020204" pitchFamily="34" charset="0"/>
              </a:rPr>
              <a:t>A narrative review might explore the evolving threats in cybersecurity and how different technologies have addressed them over time.</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DA:</a:t>
            </a:r>
            <a:r>
              <a:rPr lang="en-US" sz="1800" dirty="0">
                <a:solidFill>
                  <a:schemeClr val="tx1"/>
                </a:solidFill>
                <a:latin typeface="Aptos Display" panose="020B0004020202020204" pitchFamily="34" charset="0"/>
              </a:rPr>
              <a:t> A narrative review might add to the discussion by </a:t>
            </a:r>
            <a:r>
              <a:rPr lang="en-GB" sz="1800" dirty="0">
                <a:solidFill>
                  <a:schemeClr val="tx1"/>
                </a:solidFill>
                <a:latin typeface="Aptos Display" panose="020B0004020202020204" pitchFamily="34" charset="0"/>
              </a:rPr>
              <a:t>exploration</a:t>
            </a:r>
            <a:r>
              <a:rPr lang="en-US" sz="1800" dirty="0">
                <a:solidFill>
                  <a:schemeClr val="tx1"/>
                </a:solidFill>
                <a:latin typeface="Aptos Display" panose="020B0004020202020204" pitchFamily="34" charset="0"/>
              </a:rPr>
              <a:t> of ethical issues in data mining practices.</a:t>
            </a:r>
            <a:endParaRPr lang="en-US" sz="1800" b="1" dirty="0">
              <a:solidFill>
                <a:schemeClr val="tx1"/>
              </a:solidFill>
              <a:latin typeface="Aptos Display" panose="020B0004020202020204" pitchFamily="34" charset="0"/>
            </a:endParaRP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Less structured than systematic reviews.</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Summarizes and synthesizes existing knowledge.</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Best for exploring broad themes rather than specific research questions.</a:t>
            </a:r>
            <a:br>
              <a:rPr lang="en-US" sz="1800" dirty="0">
                <a:solidFill>
                  <a:schemeClr val="tx1"/>
                </a:solidFill>
                <a:latin typeface="Aptos Display" panose="020B0004020202020204" pitchFamily="34" charset="0"/>
              </a:rPr>
            </a:br>
            <a:endParaRPr lang="en-US" sz="1800" dirty="0">
              <a:solidFill>
                <a:schemeClr val="tx1"/>
              </a:solidFill>
              <a:latin typeface="Aptos Display" panose="020B0004020202020204" pitchFamily="34" charset="0"/>
            </a:endParaRPr>
          </a:p>
          <a:p>
            <a:pPr marL="0" indent="0">
              <a:buNone/>
            </a:pPr>
            <a:r>
              <a:rPr kumimoji="0" lang="en-US" altLang="en-US" sz="16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Useful for interpretivist research where subjective interpretation of existing studies is key.</a:t>
            </a:r>
          </a:p>
          <a:p>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rotWithShape="1">
          <a:blip r:embed="rId3">
            <a:extLst>
              <a:ext uri="{837473B0-CC2E-450A-ABE3-18F120FF3D39}">
                <a1611:picAttrSrcUrl xmlns:a1611="http://schemas.microsoft.com/office/drawing/2016/11/main" r:id="rId4"/>
              </a:ext>
            </a:extLst>
          </a:blip>
          <a:srcRect l="56344" t="-5563" r="8356" b="5563"/>
          <a:stretch/>
        </p:blipFill>
        <p:spPr>
          <a:xfrm>
            <a:off x="7859730" y="641975"/>
            <a:ext cx="4072562"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Narrative Review</a:t>
            </a:r>
          </a:p>
        </p:txBody>
      </p:sp>
    </p:spTree>
    <p:extLst>
      <p:ext uri="{BB962C8B-B14F-4D97-AF65-F5344CB8AC3E}">
        <p14:creationId xmlns:p14="http://schemas.microsoft.com/office/powerpoint/2010/main" val="1696925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42B86A5-28A4-5951-E49A-C97AF52A3A72}"/>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36970" t="196" r="4540" b="-196"/>
          <a:stretch/>
        </p:blipFill>
        <p:spPr>
          <a:xfrm>
            <a:off x="6002446" y="613214"/>
            <a:ext cx="5855754" cy="5631571"/>
          </a:xfrm>
        </p:spPr>
      </p:pic>
      <p:sp>
        <p:nvSpPr>
          <p:cNvPr id="8" name="Rectangle 2">
            <a:extLst>
              <a:ext uri="{FF2B5EF4-FFF2-40B4-BE49-F238E27FC236}">
                <a16:creationId xmlns:a16="http://schemas.microsoft.com/office/drawing/2014/main" id="{D10714DE-5BB6-F41E-6094-00FB632E0D99}"/>
              </a:ext>
            </a:extLst>
          </p:cNvPr>
          <p:cNvSpPr>
            <a:spLocks noGrp="1" noChangeArrowheads="1"/>
          </p:cNvSpPr>
          <p:nvPr>
            <p:ph type="body" sz="quarter" idx="12"/>
          </p:nvPr>
        </p:nvSpPr>
        <p:spPr bwMode="auto">
          <a:xfrm>
            <a:off x="364788" y="1294687"/>
            <a:ext cx="6570268" cy="4950098"/>
          </a:xfrm>
          <a:prstGeom prst="rect">
            <a:avLst/>
          </a:prstGeom>
          <a:solidFill>
            <a:srgbClr val="F2F2F2"/>
          </a:solidFill>
          <a:ln>
            <a:noFill/>
          </a:ln>
          <a:effectLst/>
        </p:spPr>
        <p:txBody>
          <a:bodyPr vert="horz" wrap="square" lIns="91440" tIns="45720" rIns="91440" bIns="45720" numCol="1" anchor="ctr" anchorCtr="0" compatLnSpc="1">
            <a:prstTxWarp prst="textNoShape">
              <a:avLst/>
            </a:prstTxWarp>
            <a:normAutofit fontScale="77500" lnSpcReduction="20000"/>
          </a:bodyPr>
          <a:lstStyle/>
          <a:p>
            <a:pPr marL="0" marR="0" lvl="0" indent="0" algn="l" defTabSz="914400" rtl="0" eaLnBrk="0" fontAlgn="base" latinLnBrk="0" hangingPunct="0">
              <a:lnSpc>
                <a:spcPct val="110000"/>
              </a:lnSpc>
              <a:spcBef>
                <a:spcPct val="0"/>
              </a:spcBef>
              <a:spcAft>
                <a:spcPct val="0"/>
              </a:spcAft>
              <a:buSzTx/>
              <a:buNone/>
              <a:tabLst/>
            </a:pPr>
            <a:r>
              <a:rPr kumimoji="0" lang="en-US" altLang="en-US" sz="1800" b="0" i="0" u="none" strike="noStrike" cap="none" normalizeH="0" baseline="0" dirty="0">
                <a:ln>
                  <a:noFill/>
                </a:ln>
                <a:solidFill>
                  <a:schemeClr val="tx1"/>
                </a:solidFill>
                <a:effectLst/>
              </a:rPr>
              <a:t>Structured and rigorous, focused on answering a specific </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research question by methodically evaluating all relevant studies.</a:t>
            </a:r>
            <a:r>
              <a:rPr lang="en-US" sz="1600" dirty="0"/>
              <a:t> Follows a clear protocol to minimize bias</a:t>
            </a:r>
          </a:p>
          <a:p>
            <a:pPr marL="0" marR="0" lvl="0" indent="0" algn="l" defTabSz="914400" rtl="0" eaLnBrk="0" fontAlgn="base" latinLnBrk="0" hangingPunct="0">
              <a:lnSpc>
                <a:spcPct val="110000"/>
              </a:lnSpc>
              <a:spcBef>
                <a:spcPct val="0"/>
              </a:spcBef>
              <a:spcAft>
                <a:spcPct val="0"/>
              </a:spcAft>
              <a:buSzTx/>
              <a:buNone/>
              <a:tabLst/>
            </a:pPr>
            <a:endParaRPr lang="en-US" sz="1600" dirty="0"/>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Strengths: Comprehensive, reproducible, minimizes bias.</a:t>
            </a: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Weaknesses: Time-consuming, requires strict inclusion/exclusion criteria.</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Example in CS/DA/CY:</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CS:</a:t>
            </a:r>
            <a:r>
              <a:rPr kumimoji="0" lang="en-US" altLang="en-US" sz="1800" b="0" i="0" u="none" strike="noStrike" cap="none" normalizeH="0" baseline="0" dirty="0">
                <a:ln>
                  <a:noFill/>
                </a:ln>
                <a:solidFill>
                  <a:schemeClr val="tx1"/>
                </a:solidFill>
                <a:effectLst/>
              </a:rPr>
              <a:t> A systematic review could evaluate different algorithms used in image classification by comparing their accuracy, performance, and scalability across multiple studies.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CY: </a:t>
            </a:r>
            <a:r>
              <a:rPr kumimoji="0" lang="en-US" altLang="en-US" sz="1800" b="0" i="0" u="none" strike="noStrike" cap="none" normalizeH="0" baseline="0" dirty="0">
                <a:ln>
                  <a:noFill/>
                </a:ln>
                <a:solidFill>
                  <a:schemeClr val="tx1"/>
                </a:solidFill>
                <a:effectLst/>
              </a:rPr>
              <a:t>A systematic review could compare the performance of machine learning models in detecting intrusions across a variety of datasets.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DA: </a:t>
            </a:r>
            <a:r>
              <a:rPr kumimoji="0" lang="en-US" altLang="en-US" sz="1800" i="0" u="none" strike="noStrike" cap="none" normalizeH="0" baseline="0" dirty="0">
                <a:ln>
                  <a:noFill/>
                </a:ln>
                <a:solidFill>
                  <a:schemeClr val="tx1"/>
                </a:solidFill>
                <a:effectLst/>
              </a:rPr>
              <a:t>A systematic review could be a comprehensive analysis of time-series forecasting methods in financial markets.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Follows strict inclusion/exclusion criteria.</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Often used in quantitative research.</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Results can be replicated due to the transparency of the methodology.</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Often associated with (not fixed):</a:t>
            </a:r>
            <a:r>
              <a:rPr kumimoji="0" lang="en-US" altLang="en-US" sz="1800" b="0" i="0" u="none" strike="noStrike" cap="none" normalizeH="0" baseline="0" dirty="0">
                <a:ln>
                  <a:noFill/>
                </a:ln>
                <a:solidFill>
                  <a:schemeClr val="tx1"/>
                </a:solidFill>
                <a:effectLst/>
              </a:rPr>
              <a:t> Best for </a:t>
            </a:r>
            <a:r>
              <a:rPr kumimoji="0" lang="en-US" altLang="en-US" sz="1800" b="0" i="0" u="none" strike="noStrike" cap="none" normalizeH="0" baseline="0" dirty="0" err="1">
                <a:ln>
                  <a:noFill/>
                </a:ln>
                <a:solidFill>
                  <a:schemeClr val="tx1"/>
                </a:solidFill>
                <a:effectLst/>
              </a:rPr>
              <a:t>quantative</a:t>
            </a:r>
            <a:r>
              <a:rPr kumimoji="0" lang="en-US" altLang="en-US" sz="1800" b="0" i="0" u="none" strike="noStrike" cap="none" normalizeH="0" baseline="0" dirty="0">
                <a:ln>
                  <a:noFill/>
                </a:ln>
                <a:solidFill>
                  <a:schemeClr val="tx1"/>
                </a:solidFill>
                <a:effectLst/>
              </a:rPr>
              <a:t> positivist research where precise, measurable outcomes are essential. The focus is on gathering data that can be generalized or tested.</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endParaRPr>
          </a:p>
        </p:txBody>
      </p:sp>
      <p:sp>
        <p:nvSpPr>
          <p:cNvPr id="5" name="Title 4">
            <a:extLst>
              <a:ext uri="{FF2B5EF4-FFF2-40B4-BE49-F238E27FC236}">
                <a16:creationId xmlns:a16="http://schemas.microsoft.com/office/drawing/2014/main" id="{BDB6FDC8-FF22-D77A-D085-DA353F98EC5C}"/>
              </a:ext>
            </a:extLst>
          </p:cNvPr>
          <p:cNvSpPr>
            <a:spLocks noGrp="1"/>
          </p:cNvSpPr>
          <p:nvPr>
            <p:ph type="title"/>
          </p:nvPr>
        </p:nvSpPr>
        <p:spPr>
          <a:xfrm>
            <a:off x="146692" y="281231"/>
            <a:ext cx="5855754" cy="830997"/>
          </a:xfrm>
        </p:spPr>
        <p:txBody>
          <a:bodyPr/>
          <a:lstStyle/>
          <a:p>
            <a:r>
              <a:rPr lang="en-GB" dirty="0"/>
              <a:t>Systematic Review</a:t>
            </a:r>
          </a:p>
        </p:txBody>
      </p:sp>
    </p:spTree>
    <p:extLst>
      <p:ext uri="{BB962C8B-B14F-4D97-AF65-F5344CB8AC3E}">
        <p14:creationId xmlns:p14="http://schemas.microsoft.com/office/powerpoint/2010/main" val="62776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35570" y="1339421"/>
            <a:ext cx="7010453" cy="4927814"/>
          </a:xfrm>
        </p:spPr>
        <p:txBody>
          <a:bodyPr>
            <a:normAutofit fontScale="92500" lnSpcReduction="20000"/>
          </a:bodyPr>
          <a:lstStyle/>
          <a:p>
            <a:pPr marL="0" indent="0">
              <a:buNone/>
            </a:pPr>
            <a:r>
              <a:rPr lang="en-US" sz="1600" dirty="0">
                <a:solidFill>
                  <a:schemeClr val="tx1"/>
                </a:solidFill>
              </a:rPr>
              <a:t>Provides an overview of the existing literature without going in-depth into the analysis. Best for exploratory studies.</a:t>
            </a:r>
          </a:p>
          <a:p>
            <a:r>
              <a:rPr lang="en-US" sz="1600" dirty="0"/>
              <a:t>Strengths: Identifies gaps, clarifies definitions, helps refine research questions.</a:t>
            </a:r>
          </a:p>
          <a:p>
            <a:r>
              <a:rPr lang="en-US" sz="1600" dirty="0"/>
              <a:t>Weaknesses: Lacks depth compared to systematic reviews.</a:t>
            </a:r>
          </a:p>
          <a:p>
            <a:pPr marL="0" indent="0">
              <a:buNone/>
            </a:pPr>
            <a:r>
              <a:rPr lang="en-US" sz="1600" b="1" dirty="0">
                <a:solidFill>
                  <a:schemeClr val="tx1"/>
                </a:solidFill>
              </a:rPr>
              <a:t>Example in CS/DA/CY:</a:t>
            </a:r>
            <a:endParaRPr lang="en-US" sz="1600" dirty="0">
              <a:solidFill>
                <a:schemeClr val="tx1"/>
              </a:solidFill>
            </a:endParaRP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DA: </a:t>
            </a:r>
            <a:r>
              <a:rPr lang="en-US" sz="1800" dirty="0">
                <a:solidFill>
                  <a:schemeClr val="tx1"/>
                </a:solidFill>
                <a:latin typeface="Aptos Display" panose="020B0004020202020204" pitchFamily="34" charset="0"/>
              </a:rPr>
              <a:t>A scoping review could map out the various applications of big data analytics in healthcare, identifying areas that need further research.</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CY: </a:t>
            </a:r>
            <a:r>
              <a:rPr lang="en-US" sz="1800" dirty="0">
                <a:solidFill>
                  <a:schemeClr val="tx1"/>
                </a:solidFill>
                <a:latin typeface="Aptos Display" panose="020B0004020202020204" pitchFamily="34" charset="0"/>
              </a:rPr>
              <a:t>A scoping review could explore how blockchain is being applied to enhance security measures across different industries. </a:t>
            </a:r>
          </a:p>
          <a:p>
            <a:pPr marL="466725" indent="-285750">
              <a:buFont typeface="Arial" panose="020B0604020202020204" pitchFamily="34" charset="0"/>
              <a:buChar char="•"/>
            </a:pPr>
            <a:r>
              <a:rPr lang="en-US" sz="1800" b="1" dirty="0">
                <a:solidFill>
                  <a:schemeClr val="tx1"/>
                </a:solidFill>
                <a:latin typeface="Aptos Display" panose="020B0004020202020204" pitchFamily="34" charset="0"/>
              </a:rPr>
              <a:t>CS: </a:t>
            </a:r>
            <a:r>
              <a:rPr lang="en-US" sz="1800" dirty="0">
                <a:solidFill>
                  <a:schemeClr val="tx1"/>
                </a:solidFill>
                <a:latin typeface="Aptos Display" panose="020B0004020202020204" pitchFamily="34" charset="0"/>
              </a:rPr>
              <a:t>Overview of real-time data streaming analytics in IoT devices.</a:t>
            </a: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Focuses on breadth rather than depth.</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Useful when the literature is sparse or emerging.</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Can help identify gaps in knowledge or areas that need more investigation.</a:t>
            </a:r>
          </a:p>
          <a:p>
            <a:pPr marL="180975" indent="0">
              <a:buNone/>
            </a:pPr>
            <a:r>
              <a:rPr kumimoji="0" lang="en-US" altLang="en-US" sz="15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5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Suited for exploratory, interpretivist, or constructivist approaches where the goal is to broadly understand the field without a focus on specific outcomes.</a:t>
            </a:r>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29408" r="29408"/>
          <a:stretch/>
        </p:blipFill>
        <p:spPr>
          <a:xfrm>
            <a:off x="7657156" y="655633"/>
            <a:ext cx="4441825"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Scoping Review</a:t>
            </a:r>
          </a:p>
        </p:txBody>
      </p:sp>
    </p:spTree>
    <p:extLst>
      <p:ext uri="{BB962C8B-B14F-4D97-AF65-F5344CB8AC3E}">
        <p14:creationId xmlns:p14="http://schemas.microsoft.com/office/powerpoint/2010/main" val="592840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D42B86A5-28A4-5951-E49A-C97AF52A3A72}"/>
              </a:ext>
            </a:extLst>
          </p:cNvPr>
          <p:cNvPicPr>
            <a:picLocks noGrp="1" noChangeAspect="1"/>
          </p:cNvPicPr>
          <p:nvPr>
            <p:ph type="pic" sz="quarter" idx="10"/>
          </p:nvPr>
        </p:nvPicPr>
        <p:blipFill rotWithShape="1">
          <a:blip r:embed="rId3">
            <a:extLst>
              <a:ext uri="{837473B0-CC2E-450A-ABE3-18F120FF3D39}">
                <a1611:picAttrSrcUrl xmlns:a1611="http://schemas.microsoft.com/office/drawing/2016/11/main" r:id="rId4"/>
              </a:ext>
            </a:extLst>
          </a:blip>
          <a:srcRect l="51200" t="10890" r="746" b="1082"/>
          <a:stretch/>
        </p:blipFill>
        <p:spPr>
          <a:xfrm>
            <a:off x="-220487" y="696729"/>
            <a:ext cx="5855754" cy="5631571"/>
          </a:xfrm>
        </p:spPr>
      </p:pic>
      <p:sp>
        <p:nvSpPr>
          <p:cNvPr id="8" name="Rectangle 2">
            <a:extLst>
              <a:ext uri="{FF2B5EF4-FFF2-40B4-BE49-F238E27FC236}">
                <a16:creationId xmlns:a16="http://schemas.microsoft.com/office/drawing/2014/main" id="{D10714DE-5BB6-F41E-6094-00FB632E0D99}"/>
              </a:ext>
            </a:extLst>
          </p:cNvPr>
          <p:cNvSpPr>
            <a:spLocks noGrp="1" noChangeArrowheads="1"/>
          </p:cNvSpPr>
          <p:nvPr>
            <p:ph type="body" sz="quarter" idx="12"/>
          </p:nvPr>
        </p:nvSpPr>
        <p:spPr bwMode="auto">
          <a:xfrm>
            <a:off x="5879441" y="945198"/>
            <a:ext cx="5659239" cy="5074877"/>
          </a:xfrm>
          <a:prstGeom prst="rect">
            <a:avLst/>
          </a:prstGeom>
          <a:solidFill>
            <a:srgbClr val="F2F2F2"/>
          </a:solidFill>
          <a:ln>
            <a:noFill/>
          </a:ln>
          <a:effectLst/>
        </p:spPr>
        <p:txBody>
          <a:bodyPr vert="horz" wrap="square" lIns="91440" tIns="45720" rIns="91440" bIns="45720" numCol="1" anchor="ctr" anchorCtr="0" compatLnSpc="1">
            <a:prstTxWarp prst="textNoShape">
              <a:avLst/>
            </a:prstTxWarp>
            <a:normAutofit fontScale="77500" lnSpcReduction="20000"/>
          </a:bodyPr>
          <a:lstStyle/>
          <a:p>
            <a:pPr marL="0" marR="0" lvl="0" indent="0" algn="l" defTabSz="914400" rtl="0" eaLnBrk="0" fontAlgn="base" latinLnBrk="0" hangingPunct="0">
              <a:lnSpc>
                <a:spcPct val="110000"/>
              </a:lnSpc>
              <a:spcBef>
                <a:spcPct val="0"/>
              </a:spcBef>
              <a:spcAft>
                <a:spcPct val="0"/>
              </a:spcAft>
              <a:buSzTx/>
              <a:buNone/>
              <a:tabLst/>
            </a:pPr>
            <a:r>
              <a:rPr kumimoji="0" lang="en-US" altLang="en-US" sz="1800" b="0" i="0" u="none" strike="noStrike" cap="none" normalizeH="0" baseline="0" dirty="0">
                <a:ln>
                  <a:noFill/>
                </a:ln>
                <a:solidFill>
                  <a:schemeClr val="tx1"/>
                </a:solidFill>
                <a:effectLst/>
              </a:rPr>
              <a:t>Compares and analyzes existing theories, conceptual frameworks, </a:t>
            </a:r>
            <a:r>
              <a:rPr lang="en-US" sz="1600" dirty="0"/>
              <a:t>and models to analyze how they explain a particular phenomenon. Suitable for </a:t>
            </a:r>
            <a:r>
              <a:rPr lang="en-US" sz="1600" b="1" dirty="0"/>
              <a:t>theoretical research</a:t>
            </a:r>
            <a:r>
              <a:rPr lang="en-US" sz="1600" dirty="0"/>
              <a:t> or </a:t>
            </a:r>
            <a:r>
              <a:rPr lang="en-US" sz="1600" b="1" dirty="0"/>
              <a:t>critical theory</a:t>
            </a:r>
            <a:r>
              <a:rPr lang="en-US" sz="1600" dirty="0"/>
              <a:t> approaches.</a:t>
            </a:r>
            <a:endParaRPr lang="en-US" sz="1800" dirty="0"/>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Strengths: Helps to refine or challenge existing theories, deepens theoretical understanding.</a:t>
            </a:r>
          </a:p>
          <a:p>
            <a:pPr eaLnBrk="0" fontAlgn="base" hangingPunct="0">
              <a:lnSpc>
                <a:spcPct val="110000"/>
              </a:lnSpc>
              <a:spcBef>
                <a:spcPct val="0"/>
              </a:spcBef>
              <a:spcAft>
                <a:spcPct val="0"/>
              </a:spcAft>
            </a:pPr>
            <a:r>
              <a:rPr kumimoji="0" lang="en-US" altLang="en-US" sz="1800" b="0" i="0" u="none" strike="noStrike" cap="none" normalizeH="0" baseline="0" dirty="0">
                <a:ln>
                  <a:noFill/>
                </a:ln>
                <a:solidFill>
                  <a:schemeClr val="tx1"/>
                </a:solidFill>
                <a:effectLst/>
              </a:rPr>
              <a:t>Weaknesses: Limited practical applicability, can become abstract.</a:t>
            </a:r>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Example in CS/DA/CY:</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CS: </a:t>
            </a:r>
            <a:r>
              <a:rPr kumimoji="0" lang="en-US" altLang="en-US" sz="1800" i="0" u="none" strike="noStrike" cap="none" normalizeH="0" baseline="0" dirty="0">
                <a:ln>
                  <a:noFill/>
                </a:ln>
                <a:solidFill>
                  <a:schemeClr val="tx1"/>
                </a:solidFill>
                <a:effectLst/>
              </a:rPr>
              <a:t>A theoretical review could compare the usability and design theories that guide HCI development, identifying which ones are most applicable in AI-driven interfaces.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1" i="0" u="none" strike="noStrike" cap="none" normalizeH="0" baseline="0" dirty="0">
                <a:ln>
                  <a:noFill/>
                </a:ln>
                <a:solidFill>
                  <a:schemeClr val="tx1"/>
                </a:solidFill>
                <a:effectLst/>
              </a:rPr>
              <a:t>CY:</a:t>
            </a:r>
            <a:r>
              <a:rPr kumimoji="0" lang="en-US" altLang="en-US" sz="1800" i="0" u="none" strike="noStrike" cap="none" normalizeH="0" baseline="0" dirty="0">
                <a:ln>
                  <a:noFill/>
                </a:ln>
                <a:solidFill>
                  <a:schemeClr val="tx1"/>
                </a:solidFill>
                <a:effectLst/>
              </a:rPr>
              <a:t>A theoretical review could explore different frameworks on privacy (e.g., privacy calculus theory) and their application in modern cybersecurity policies.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r>
              <a:rPr lang="en-US" sz="1600" b="1" dirty="0"/>
              <a:t>DA:</a:t>
            </a:r>
            <a:r>
              <a:rPr lang="en-US" sz="1600" dirty="0"/>
              <a:t> Frameworks for data visualization and decision-making in big data contexts.</a:t>
            </a:r>
          </a:p>
          <a:p>
            <a:pPr marL="0" marR="0" lvl="0" indent="0" algn="l" defTabSz="914400" rtl="0" eaLnBrk="0" fontAlgn="base" latinLnBrk="0" hangingPunct="0">
              <a:lnSpc>
                <a:spcPct val="110000"/>
              </a:lnSpc>
              <a:spcBef>
                <a:spcPct val="0"/>
              </a:spcBef>
              <a:spcAft>
                <a:spcPct val="0"/>
              </a:spcAft>
              <a:buSz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Key Features:</a:t>
            </a:r>
            <a:endParaRPr kumimoji="0" lang="en-US" altLang="en-US" sz="1800" b="0" i="0" u="none" strike="noStrike" cap="none" normalizeH="0" baseline="0" dirty="0">
              <a:ln>
                <a:noFill/>
              </a:ln>
              <a:solidFill>
                <a:schemeClr val="tx1"/>
              </a:solidFill>
              <a:effectLst/>
            </a:endParaRP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Focuses on theoretical frameworks.</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Provides critical analysis of which theories best explain phenomena.</a:t>
            </a:r>
          </a:p>
          <a:p>
            <a:pPr eaLnBrk="0" fontAlgn="base" hangingPunct="0">
              <a:lnSpc>
                <a:spcPct val="11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rPr>
              <a:t>Often used to challenge or refine existing theories.</a:t>
            </a:r>
          </a:p>
          <a:p>
            <a:pPr marR="0" lvl="0" algn="l" defTabSz="914400" rtl="0" eaLnBrk="0" fontAlgn="base" latinLnBrk="0" hangingPunct="0">
              <a:lnSpc>
                <a:spcPct val="110000"/>
              </a:lnSpc>
              <a:spcBef>
                <a:spcPct val="0"/>
              </a:spcBef>
              <a:spcAft>
                <a:spcPct val="0"/>
              </a:spcAft>
              <a:buSzTx/>
              <a:buFont typeface="Arial" panose="020B0604020202020204" pitchFamily="34" charset="0"/>
              <a:buChar char="•"/>
              <a:tabLst/>
            </a:pPr>
            <a:endParaRPr kumimoji="0" lang="en-US" altLang="en-US" sz="1800" b="1" i="0" u="none" strike="noStrike" cap="none" normalizeH="0" baseline="0" dirty="0">
              <a:ln>
                <a:noFill/>
              </a:ln>
              <a:solidFill>
                <a:schemeClr val="tx1"/>
              </a:solidFill>
              <a:effectLst/>
            </a:endParaRPr>
          </a:p>
          <a:p>
            <a:pPr marL="0" marR="0" lvl="0" indent="0" algn="l" defTabSz="914400" rtl="0" eaLnBrk="0" fontAlgn="base" latinLnBrk="0" hangingPunct="0">
              <a:lnSpc>
                <a:spcPct val="110000"/>
              </a:lnSpc>
              <a:spcBef>
                <a:spcPct val="0"/>
              </a:spcBef>
              <a:spcAft>
                <a:spcPct val="0"/>
              </a:spcAft>
              <a:buSzTx/>
              <a:buNone/>
              <a:tabLst/>
            </a:pPr>
            <a:r>
              <a:rPr kumimoji="0" lang="en-US" altLang="en-US" sz="1800" b="1" i="0" u="none" strike="noStrike" cap="none" normalizeH="0" baseline="0" dirty="0">
                <a:ln>
                  <a:noFill/>
                </a:ln>
                <a:solidFill>
                  <a:schemeClr val="tx1"/>
                </a:solidFill>
                <a:effectLst/>
              </a:rPr>
              <a:t>Often associated with (not fixed):</a:t>
            </a:r>
            <a:r>
              <a:rPr kumimoji="0" lang="en-US" altLang="en-US" sz="1800" b="0" i="0" u="none" strike="noStrike" cap="none" normalizeH="0" baseline="0" dirty="0">
                <a:ln>
                  <a:noFill/>
                </a:ln>
                <a:solidFill>
                  <a:schemeClr val="tx1"/>
                </a:solidFill>
                <a:effectLst/>
              </a:rPr>
              <a:t> Ideal for critical theory or constructivist research where challenging existing assumptions and frameworks is central.</a:t>
            </a:r>
          </a:p>
        </p:txBody>
      </p:sp>
      <p:sp>
        <p:nvSpPr>
          <p:cNvPr id="5" name="Title 4">
            <a:extLst>
              <a:ext uri="{FF2B5EF4-FFF2-40B4-BE49-F238E27FC236}">
                <a16:creationId xmlns:a16="http://schemas.microsoft.com/office/drawing/2014/main" id="{BDB6FDC8-FF22-D77A-D085-DA353F98EC5C}"/>
              </a:ext>
            </a:extLst>
          </p:cNvPr>
          <p:cNvSpPr>
            <a:spLocks noGrp="1"/>
          </p:cNvSpPr>
          <p:nvPr>
            <p:ph type="title"/>
          </p:nvPr>
        </p:nvSpPr>
        <p:spPr>
          <a:xfrm>
            <a:off x="5726131" y="114201"/>
            <a:ext cx="5945312" cy="830997"/>
          </a:xfrm>
        </p:spPr>
        <p:txBody>
          <a:bodyPr/>
          <a:lstStyle/>
          <a:p>
            <a:r>
              <a:rPr lang="en-GB" dirty="0"/>
              <a:t>Theoretical Review</a:t>
            </a:r>
          </a:p>
        </p:txBody>
      </p:sp>
    </p:spTree>
    <p:extLst>
      <p:ext uri="{BB962C8B-B14F-4D97-AF65-F5344CB8AC3E}">
        <p14:creationId xmlns:p14="http://schemas.microsoft.com/office/powerpoint/2010/main" val="2345802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822506-6EF0-5511-1CD6-1692BE596BC0}"/>
              </a:ext>
            </a:extLst>
          </p:cNvPr>
          <p:cNvSpPr>
            <a:spLocks noGrp="1"/>
          </p:cNvSpPr>
          <p:nvPr>
            <p:ph type="body" sz="quarter" idx="12"/>
          </p:nvPr>
        </p:nvSpPr>
        <p:spPr>
          <a:xfrm>
            <a:off x="315021" y="1164761"/>
            <a:ext cx="6675955" cy="4927814"/>
          </a:xfrm>
        </p:spPr>
        <p:txBody>
          <a:bodyPr>
            <a:normAutofit lnSpcReduction="10000"/>
          </a:bodyPr>
          <a:lstStyle/>
          <a:p>
            <a:pPr marL="0" indent="0">
              <a:buNone/>
            </a:pPr>
            <a:r>
              <a:rPr lang="en-US" sz="1600" dirty="0">
                <a:solidFill>
                  <a:schemeClr val="tx1"/>
                </a:solidFill>
              </a:rPr>
              <a:t>Combines statistical data from multiple studies to generate a quantitative synthesis of research in order to draw broader conclusions. </a:t>
            </a:r>
          </a:p>
          <a:p>
            <a:pPr marL="0" indent="0">
              <a:buNone/>
            </a:pPr>
            <a:r>
              <a:rPr lang="en-US" sz="1600" b="1" dirty="0">
                <a:solidFill>
                  <a:schemeClr val="tx1"/>
                </a:solidFill>
              </a:rPr>
              <a:t>Example in CS/DA/CY:</a:t>
            </a:r>
          </a:p>
          <a:p>
            <a:r>
              <a:rPr lang="en-US" sz="1600" b="1" dirty="0">
                <a:solidFill>
                  <a:schemeClr val="tx1"/>
                </a:solidFill>
              </a:rPr>
              <a:t>CS: </a:t>
            </a:r>
            <a:r>
              <a:rPr lang="en-US" sz="1600" dirty="0">
                <a:solidFill>
                  <a:schemeClr val="tx1"/>
                </a:solidFill>
              </a:rPr>
              <a:t>A meta-analysis could aggregate accuracy rates from multiple studies to determine which deep learning models perform best across various datasets.</a:t>
            </a:r>
          </a:p>
          <a:p>
            <a:r>
              <a:rPr lang="en-US" sz="1600" b="1" dirty="0">
                <a:solidFill>
                  <a:schemeClr val="tx1"/>
                </a:solidFill>
              </a:rPr>
              <a:t>CY: </a:t>
            </a:r>
            <a:r>
              <a:rPr lang="en-US" sz="1600" dirty="0">
                <a:solidFill>
                  <a:schemeClr val="tx1"/>
                </a:solidFill>
              </a:rPr>
              <a:t>A meta-analysis could statistically analyze the effectiveness of different risk assessment models in reducing vulnerabilities across industries.</a:t>
            </a:r>
          </a:p>
          <a:p>
            <a:r>
              <a:rPr lang="en-US" sz="1600" b="1" dirty="0"/>
              <a:t>DA: </a:t>
            </a:r>
            <a:r>
              <a:rPr lang="en-US" sz="1600" dirty="0"/>
              <a:t>Meta-analysis of  the various predictive models for customer churn across industries.</a:t>
            </a:r>
            <a:endParaRPr lang="en-US" sz="1600" dirty="0">
              <a:solidFill>
                <a:schemeClr val="tx1"/>
              </a:solidFill>
            </a:endParaRPr>
          </a:p>
          <a:p>
            <a:pPr marL="0" indent="0">
              <a:buNone/>
            </a:pPr>
            <a:r>
              <a:rPr lang="en-US" sz="1600" b="1" dirty="0">
                <a:solidFill>
                  <a:schemeClr val="tx1"/>
                </a:solidFill>
              </a:rPr>
              <a:t>Key Features:</a:t>
            </a:r>
            <a:endParaRPr lang="en-US" sz="1600" dirty="0">
              <a:solidFill>
                <a:schemeClr val="tx1"/>
              </a:solidFill>
            </a:endParaRP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Focuses on quantitative research.</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Provides a comprehensive and statistical synthesis.</a:t>
            </a:r>
          </a:p>
          <a:p>
            <a:pPr marL="466725" indent="-285750">
              <a:buFont typeface="Arial" panose="020B0604020202020204" pitchFamily="34" charset="0"/>
              <a:buChar char="•"/>
            </a:pPr>
            <a:r>
              <a:rPr lang="en-US" sz="1800" dirty="0">
                <a:solidFill>
                  <a:schemeClr val="tx1"/>
                </a:solidFill>
                <a:latin typeface="Aptos Display" panose="020B0004020202020204" pitchFamily="34" charset="0"/>
              </a:rPr>
              <a:t>Helps identify overarching trends across large datasets.</a:t>
            </a:r>
            <a:br>
              <a:rPr lang="en-US" sz="1800" dirty="0">
                <a:solidFill>
                  <a:schemeClr val="tx1"/>
                </a:solidFill>
                <a:latin typeface="Aptos Display" panose="020B0004020202020204" pitchFamily="34" charset="0"/>
              </a:rPr>
            </a:br>
            <a:endParaRPr lang="en-US" sz="1800" dirty="0">
              <a:solidFill>
                <a:schemeClr val="tx1"/>
              </a:solidFill>
              <a:latin typeface="Aptos Display" panose="020B0004020202020204" pitchFamily="34" charset="0"/>
            </a:endParaRPr>
          </a:p>
          <a:p>
            <a:pPr marL="180975" indent="0">
              <a:buNone/>
            </a:pPr>
            <a:r>
              <a:rPr kumimoji="0" lang="en-US" altLang="en-US" sz="1600" b="1" i="0" u="none" strike="noStrike" cap="none" normalizeH="0" baseline="0" dirty="0">
                <a:ln>
                  <a:noFill/>
                </a:ln>
                <a:solidFill>
                  <a:schemeClr val="tx1"/>
                </a:solidFill>
                <a:effectLst/>
                <a:latin typeface="Arial" panose="020B0604020202020204" pitchFamily="34" charset="0"/>
              </a:rPr>
              <a:t>Often associated with (not fixed):</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sz="1600" dirty="0">
                <a:solidFill>
                  <a:schemeClr val="tx1"/>
                </a:solidFill>
                <a:latin typeface="Aptos Display" panose="020B0004020202020204" pitchFamily="34" charset="0"/>
              </a:rPr>
              <a:t>Common in post-positivist research where statistical generalization and synthesis of multiple studies are key.</a:t>
            </a:r>
            <a:endParaRPr lang="en-GB" sz="1600" dirty="0">
              <a:solidFill>
                <a:schemeClr val="tx1"/>
              </a:solidFill>
            </a:endParaRPr>
          </a:p>
        </p:txBody>
      </p:sp>
      <p:pic>
        <p:nvPicPr>
          <p:cNvPr id="5" name="Picture Placeholder 4">
            <a:extLst>
              <a:ext uri="{FF2B5EF4-FFF2-40B4-BE49-F238E27FC236}">
                <a16:creationId xmlns:a16="http://schemas.microsoft.com/office/drawing/2014/main" id="{ABDF766E-CFB2-899B-83FE-DEE5E7793DFC}"/>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8817" r="8817"/>
          <a:stretch/>
        </p:blipFill>
        <p:spPr>
          <a:xfrm>
            <a:off x="7089775" y="785813"/>
            <a:ext cx="4441825" cy="5392737"/>
          </a:xfrm>
        </p:spPr>
      </p:pic>
      <p:sp>
        <p:nvSpPr>
          <p:cNvPr id="2" name="Title 1">
            <a:extLst>
              <a:ext uri="{FF2B5EF4-FFF2-40B4-BE49-F238E27FC236}">
                <a16:creationId xmlns:a16="http://schemas.microsoft.com/office/drawing/2014/main" id="{B8ABB563-8692-3AC9-8433-A90F842C7FFA}"/>
              </a:ext>
            </a:extLst>
          </p:cNvPr>
          <p:cNvSpPr>
            <a:spLocks noGrp="1"/>
          </p:cNvSpPr>
          <p:nvPr>
            <p:ph type="title"/>
          </p:nvPr>
        </p:nvSpPr>
        <p:spPr>
          <a:xfrm>
            <a:off x="259708" y="240135"/>
            <a:ext cx="4275138" cy="830997"/>
          </a:xfrm>
        </p:spPr>
        <p:txBody>
          <a:bodyPr>
            <a:normAutofit/>
          </a:bodyPr>
          <a:lstStyle/>
          <a:p>
            <a:r>
              <a:rPr lang="en-GB" sz="4400" dirty="0"/>
              <a:t>Meta-Analysis</a:t>
            </a:r>
          </a:p>
        </p:txBody>
      </p:sp>
    </p:spTree>
    <p:extLst>
      <p:ext uri="{BB962C8B-B14F-4D97-AF65-F5344CB8AC3E}">
        <p14:creationId xmlns:p14="http://schemas.microsoft.com/office/powerpoint/2010/main" val="3102471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2635DF4-9BDB-9913-90C7-27DF6E93719B}"/>
              </a:ext>
            </a:extLst>
          </p:cNvPr>
          <p:cNvSpPr>
            <a:spLocks noGrp="1"/>
          </p:cNvSpPr>
          <p:nvPr>
            <p:ph type="title"/>
          </p:nvPr>
        </p:nvSpPr>
        <p:spPr>
          <a:xfrm>
            <a:off x="947033" y="715533"/>
            <a:ext cx="10298000" cy="641600"/>
          </a:xfrm>
        </p:spPr>
        <p:txBody>
          <a:bodyPr wrap="square" anchor="ctr">
            <a:normAutofit/>
          </a:bodyPr>
          <a:lstStyle/>
          <a:p>
            <a:r>
              <a:rPr lang="en-GB" dirty="0"/>
              <a:t>What is Critical Evaluation of the literature?</a:t>
            </a:r>
          </a:p>
        </p:txBody>
      </p:sp>
      <p:graphicFrame>
        <p:nvGraphicFramePr>
          <p:cNvPr id="9" name="Rectangle 1">
            <a:extLst>
              <a:ext uri="{FF2B5EF4-FFF2-40B4-BE49-F238E27FC236}">
                <a16:creationId xmlns:a16="http://schemas.microsoft.com/office/drawing/2014/main" id="{83ED9244-7FE5-6923-0B3A-4095CB61709D}"/>
              </a:ext>
            </a:extLst>
          </p:cNvPr>
          <p:cNvGraphicFramePr>
            <a:graphicFrameLocks noGrp="1"/>
          </p:cNvGraphicFramePr>
          <p:nvPr>
            <p:ph sz="quarter" idx="10"/>
            <p:extLst>
              <p:ext uri="{D42A27DB-BD31-4B8C-83A1-F6EECF244321}">
                <p14:modId xmlns:p14="http://schemas.microsoft.com/office/powerpoint/2010/main" val="2487541815"/>
              </p:ext>
            </p:extLst>
          </p:nvPr>
        </p:nvGraphicFramePr>
        <p:xfrm>
          <a:off x="947738" y="1654175"/>
          <a:ext cx="10296525"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72295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D86DFE1-06EB-3A4D-F8EB-CE9E5B4C36D1}"/>
              </a:ext>
            </a:extLst>
          </p:cNvPr>
          <p:cNvSpPr>
            <a:spLocks noGrp="1"/>
          </p:cNvSpPr>
          <p:nvPr>
            <p:ph sz="quarter" idx="13"/>
          </p:nvPr>
        </p:nvSpPr>
        <p:spPr>
          <a:xfrm>
            <a:off x="611646" y="4394960"/>
            <a:ext cx="4208386" cy="912812"/>
          </a:xfrm>
        </p:spPr>
        <p: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Theoretical Contribution: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the research </a:t>
            </a:r>
            <a:r>
              <a:rPr kumimoji="0" lang="en-US" altLang="en-US" sz="1800" b="1" i="0" u="none" strike="noStrike" cap="none" normalizeH="0" baseline="0" dirty="0">
                <a:ln>
                  <a:noFill/>
                </a:ln>
                <a:solidFill>
                  <a:schemeClr val="tx1"/>
                </a:solidFill>
                <a:effectLst/>
                <a:latin typeface="Arial" panose="020B0604020202020204" pitchFamily="34" charset="0"/>
              </a:rPr>
              <a:t>advance or challenge</a:t>
            </a:r>
            <a:r>
              <a:rPr kumimoji="0" lang="en-US" altLang="en-US" sz="1800" b="0" i="0" u="none" strike="noStrike" cap="none" normalizeH="0" baseline="0" dirty="0">
                <a:ln>
                  <a:noFill/>
                </a:ln>
                <a:solidFill>
                  <a:schemeClr val="tx1"/>
                </a:solidFill>
                <a:effectLst/>
                <a:latin typeface="Arial" panose="020B0604020202020204" pitchFamily="34" charset="0"/>
              </a:rPr>
              <a:t> theoretical frameworks?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it engage critically with the major debates in the field?</a:t>
            </a:r>
          </a:p>
          <a:p>
            <a:endParaRPr lang="en-GB" dirty="0"/>
          </a:p>
        </p:txBody>
      </p:sp>
      <p:sp>
        <p:nvSpPr>
          <p:cNvPr id="6" name="Content Placeholder 5">
            <a:extLst>
              <a:ext uri="{FF2B5EF4-FFF2-40B4-BE49-F238E27FC236}">
                <a16:creationId xmlns:a16="http://schemas.microsoft.com/office/drawing/2014/main" id="{DAD357C3-9B48-FC16-8E9A-90019A1B1D7C}"/>
              </a:ext>
            </a:extLst>
          </p:cNvPr>
          <p:cNvSpPr>
            <a:spLocks noGrp="1"/>
          </p:cNvSpPr>
          <p:nvPr>
            <p:ph sz="quarter" idx="14"/>
          </p:nvPr>
        </p:nvSpPr>
        <p:spPr>
          <a:xfrm>
            <a:off x="526593" y="1346575"/>
            <a:ext cx="4208386" cy="912812"/>
          </a:xfrm>
        </p:spPr>
        <p: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Authorship &amp; Source: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authors established in the field? Have they received citations for their other 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a:t>
            </a:r>
            <a:r>
              <a:rPr kumimoji="0" lang="en-US" altLang="en-US" sz="1800" b="1" i="0" u="none" strike="noStrike" cap="none" normalizeH="0" baseline="0" dirty="0">
                <a:ln>
                  <a:noFill/>
                </a:ln>
                <a:solidFill>
                  <a:schemeClr val="tx1"/>
                </a:solidFill>
                <a:effectLst/>
                <a:latin typeface="Arial" panose="020B0604020202020204" pitchFamily="34" charset="0"/>
              </a:rPr>
              <a:t>institutionalized</a:t>
            </a:r>
            <a:r>
              <a:rPr kumimoji="0" lang="en-US" altLang="en-US" sz="1800" b="0" i="0" u="none" strike="noStrike" cap="none" normalizeH="0" baseline="0" dirty="0">
                <a:ln>
                  <a:noFill/>
                </a:ln>
                <a:solidFill>
                  <a:schemeClr val="tx1"/>
                </a:solidFill>
                <a:effectLst/>
                <a:latin typeface="Arial" panose="020B0604020202020204" pitchFamily="34" charset="0"/>
              </a:rPr>
              <a:t> or funded by specific industries (which may introduce bias)?</a:t>
            </a:r>
          </a:p>
          <a:p>
            <a:endParaRPr lang="en-GB" dirty="0"/>
          </a:p>
        </p:txBody>
      </p:sp>
      <p:sp>
        <p:nvSpPr>
          <p:cNvPr id="7" name="Content Placeholder 6">
            <a:extLst>
              <a:ext uri="{FF2B5EF4-FFF2-40B4-BE49-F238E27FC236}">
                <a16:creationId xmlns:a16="http://schemas.microsoft.com/office/drawing/2014/main" id="{46CEC623-0D00-D5D8-2487-7EBA7A0A45E3}"/>
              </a:ext>
            </a:extLst>
          </p:cNvPr>
          <p:cNvSpPr>
            <a:spLocks noGrp="1"/>
          </p:cNvSpPr>
          <p:nvPr>
            <p:ph sz="quarter" idx="15"/>
          </p:nvPr>
        </p:nvSpPr>
        <p:spPr>
          <a:xfrm>
            <a:off x="6739014" y="1261619"/>
            <a:ext cx="4208386" cy="912812"/>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Generalizability &amp; Limitations: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findings </a:t>
            </a:r>
            <a:r>
              <a:rPr kumimoji="0" lang="en-US" altLang="en-US" sz="1800" b="1" i="0" u="none" strike="noStrike" cap="none" normalizeH="0" baseline="0" dirty="0">
                <a:ln>
                  <a:noFill/>
                </a:ln>
                <a:solidFill>
                  <a:schemeClr val="tx1"/>
                </a:solidFill>
                <a:effectLst/>
                <a:latin typeface="Arial" panose="020B0604020202020204" pitchFamily="34" charset="0"/>
              </a:rPr>
              <a:t>context-specific</a:t>
            </a:r>
            <a:r>
              <a:rPr kumimoji="0" lang="en-US" altLang="en-US" sz="1800" b="0" i="0" u="none" strike="noStrike" cap="none" normalizeH="0" baseline="0" dirty="0">
                <a:ln>
                  <a:noFill/>
                </a:ln>
                <a:solidFill>
                  <a:schemeClr val="tx1"/>
                </a:solidFill>
                <a:effectLst/>
                <a:latin typeface="Arial" panose="020B0604020202020204" pitchFamily="34" charset="0"/>
              </a:rPr>
              <a:t>, or can they be generalized across other areas?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Does the research acknowledge its own limitations?</a:t>
            </a:r>
          </a:p>
          <a:p>
            <a:endParaRPr lang="en-GB" dirty="0"/>
          </a:p>
        </p:txBody>
      </p:sp>
      <p:sp>
        <p:nvSpPr>
          <p:cNvPr id="8" name="Content Placeholder 7">
            <a:extLst>
              <a:ext uri="{FF2B5EF4-FFF2-40B4-BE49-F238E27FC236}">
                <a16:creationId xmlns:a16="http://schemas.microsoft.com/office/drawing/2014/main" id="{19A7FC5E-8FC9-54F2-9FD7-B0A8E61228AA}"/>
              </a:ext>
            </a:extLst>
          </p:cNvPr>
          <p:cNvSpPr>
            <a:spLocks noGrp="1"/>
          </p:cNvSpPr>
          <p:nvPr>
            <p:ph sz="quarter" idx="16"/>
          </p:nvPr>
        </p:nvSpPr>
        <p:spPr>
          <a:xfrm>
            <a:off x="4247692" y="3200879"/>
            <a:ext cx="4208386" cy="912812"/>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Paradigmatic Alignment: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aligned with the prevailing </a:t>
            </a:r>
            <a:r>
              <a:rPr kumimoji="0" lang="en-US" altLang="en-US" sz="1800" b="1" i="0" u="none" strike="noStrike" cap="none" normalizeH="0" baseline="0" dirty="0">
                <a:ln>
                  <a:noFill/>
                </a:ln>
                <a:solidFill>
                  <a:schemeClr val="tx1"/>
                </a:solidFill>
                <a:effectLst/>
                <a:latin typeface="Arial" panose="020B0604020202020204" pitchFamily="34" charset="0"/>
              </a:rPr>
              <a:t>epistemology</a:t>
            </a:r>
            <a:r>
              <a:rPr kumimoji="0" lang="en-US" altLang="en-US" sz="1800" b="0" i="0" u="none" strike="noStrike" cap="none" normalizeH="0" baseline="0" dirty="0">
                <a:ln>
                  <a:noFill/>
                </a:ln>
                <a:solidFill>
                  <a:schemeClr val="tx1"/>
                </a:solidFill>
                <a:effectLst/>
                <a:latin typeface="Arial" panose="020B0604020202020204" pitchFamily="34" charset="0"/>
              </a:rPr>
              <a:t> (positivist, interpretivist, etc.)?</a:t>
            </a:r>
          </a:p>
          <a:p>
            <a:endParaRPr lang="en-GB" dirty="0"/>
          </a:p>
        </p:txBody>
      </p:sp>
      <p:sp>
        <p:nvSpPr>
          <p:cNvPr id="9" name="Content Placeholder 8">
            <a:extLst>
              <a:ext uri="{FF2B5EF4-FFF2-40B4-BE49-F238E27FC236}">
                <a16:creationId xmlns:a16="http://schemas.microsoft.com/office/drawing/2014/main" id="{A595A028-CF6B-42E8-00E3-775FA8515F20}"/>
              </a:ext>
            </a:extLst>
          </p:cNvPr>
          <p:cNvSpPr>
            <a:spLocks noGrp="1"/>
          </p:cNvSpPr>
          <p:nvPr>
            <p:ph sz="quarter" idx="17"/>
          </p:nvPr>
        </p:nvSpPr>
        <p:spPr>
          <a:xfrm>
            <a:off x="7983614" y="4528627"/>
            <a:ext cx="4208386" cy="1558290"/>
          </a:xfrm>
          <a:solidFill>
            <a:srgbClr val="F2F2F2"/>
          </a:solidFill>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Methodological Rigor: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Are the methods sufficiently detailed and reproducible?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Is the research design appropriate for answering the research question?</a:t>
            </a:r>
          </a:p>
          <a:p>
            <a:endParaRPr lang="en-GB" dirty="0"/>
          </a:p>
        </p:txBody>
      </p:sp>
      <p:sp>
        <p:nvSpPr>
          <p:cNvPr id="2" name="Title 1">
            <a:extLst>
              <a:ext uri="{FF2B5EF4-FFF2-40B4-BE49-F238E27FC236}">
                <a16:creationId xmlns:a16="http://schemas.microsoft.com/office/drawing/2014/main" id="{D3DAF4B4-A4C8-D86C-C4B9-D74598B2E239}"/>
              </a:ext>
            </a:extLst>
          </p:cNvPr>
          <p:cNvSpPr>
            <a:spLocks noGrp="1"/>
          </p:cNvSpPr>
          <p:nvPr>
            <p:ph type="title"/>
          </p:nvPr>
        </p:nvSpPr>
        <p:spPr>
          <a:xfrm>
            <a:off x="526593" y="342886"/>
            <a:ext cx="10693400" cy="830997"/>
          </a:xfrm>
        </p:spPr>
        <p:txBody>
          <a:bodyPr/>
          <a:lstStyle/>
          <a:p>
            <a:r>
              <a:rPr lang="en-GB" dirty="0"/>
              <a:t>Key Aspects to Evaluate</a:t>
            </a:r>
          </a:p>
        </p:txBody>
      </p:sp>
      <p:sp>
        <p:nvSpPr>
          <p:cNvPr id="3" name="Content Placeholder 5">
            <a:extLst>
              <a:ext uri="{FF2B5EF4-FFF2-40B4-BE49-F238E27FC236}">
                <a16:creationId xmlns:a16="http://schemas.microsoft.com/office/drawing/2014/main" id="{8C561DA8-D626-DAB4-0821-9BAD645440A8}"/>
              </a:ext>
            </a:extLst>
          </p:cNvPr>
          <p:cNvSpPr txBox="1">
            <a:spLocks/>
          </p:cNvSpPr>
          <p:nvPr/>
        </p:nvSpPr>
        <p:spPr>
          <a:xfrm>
            <a:off x="764967" y="3461658"/>
            <a:ext cx="4208386" cy="912812"/>
          </a:xfrm>
          <a:prstGeom prst="rect">
            <a:avLst/>
          </a:prstGeom>
        </p:spPr>
        <p:txBody>
          <a:bodyPr rtlCol="0"/>
          <a:lstStyle>
            <a:lvl1pPr marL="266700" indent="-266700" algn="l" defTabSz="914400" rtl="0" eaLnBrk="1" latinLnBrk="0" hangingPunct="1">
              <a:lnSpc>
                <a:spcPct val="90000"/>
              </a:lnSpc>
              <a:spcBef>
                <a:spcPts val="1000"/>
              </a:spcBef>
              <a:buFont typeface="Arial" panose="020B0604020202020204" pitchFamily="34" charset="0"/>
              <a:buNone/>
              <a:defRPr kumimoji="0" lang="en-US" sz="1800" b="1" i="0" u="none" strike="noStrike" kern="1200" cap="none" spc="0" normalizeH="0" baseline="0" dirty="0" smtClean="0">
                <a:ln>
                  <a:noFill/>
                </a:ln>
                <a:solidFill>
                  <a:schemeClr val="accent4"/>
                </a:solidFill>
                <a:effectLst/>
                <a:uLnTx/>
                <a:uFillTx/>
                <a:latin typeface="Aptos Display" panose="020B0004020202020204" pitchFamily="34" charset="0"/>
                <a:ea typeface="+mn-ea"/>
                <a:cs typeface="Biome Light" panose="020B0303030204020804" pitchFamily="34" charset="0"/>
              </a:defRPr>
            </a:lvl1pPr>
            <a:lvl2pPr marL="0" indent="0" algn="l" defTabSz="914400" rtl="0" eaLnBrk="1" latinLnBrk="0" hangingPunct="1">
              <a:lnSpc>
                <a:spcPct val="90000"/>
              </a:lnSpc>
              <a:spcBef>
                <a:spcPts val="500"/>
              </a:spcBef>
              <a:buFont typeface="Arial" panose="020B0604020202020204" pitchFamily="34" charset="0"/>
              <a:buNone/>
              <a:defRPr kumimoji="0" lang="en-US" sz="1600" b="0" i="0" u="none" strike="noStrike" kern="1200" cap="none" spc="0" normalizeH="0" baseline="0" dirty="0" smtClean="0">
                <a:ln>
                  <a:noFill/>
                </a:ln>
                <a:solidFill>
                  <a:schemeClr val="tx1"/>
                </a:solidFill>
                <a:effectLst/>
                <a:uLnTx/>
                <a:uFillTx/>
                <a:latin typeface="Aptos Display" panose="020B0004020202020204" pitchFamily="34" charset="0"/>
                <a:ea typeface="+mn-ea"/>
                <a:cs typeface="Biome Light" panose="020B0303030204020804" pitchFamily="34" charset="0"/>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a:p>
        </p:txBody>
      </p:sp>
    </p:spTree>
    <p:extLst>
      <p:ext uri="{BB962C8B-B14F-4D97-AF65-F5344CB8AC3E}">
        <p14:creationId xmlns:p14="http://schemas.microsoft.com/office/powerpoint/2010/main" val="501606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B3FE10C-7ECD-F9E6-F924-DC31341A32B8}"/>
              </a:ext>
            </a:extLst>
          </p:cNvPr>
          <p:cNvSpPr>
            <a:spLocks noGrp="1"/>
          </p:cNvSpPr>
          <p:nvPr>
            <p:ph type="title"/>
          </p:nvPr>
        </p:nvSpPr>
        <p:spPr>
          <a:xfrm>
            <a:off x="707572" y="214086"/>
            <a:ext cx="10515600" cy="700115"/>
          </a:xfrm>
        </p:spPr>
        <p:txBody>
          <a:bodyPr anchor="ctr">
            <a:normAutofit/>
          </a:bodyPr>
          <a:lstStyle/>
          <a:p>
            <a:r>
              <a:rPr lang="en-GB" sz="4400" dirty="0"/>
              <a:t>Detailed Example: Critical Evaluation</a:t>
            </a:r>
          </a:p>
        </p:txBody>
      </p:sp>
      <p:graphicFrame>
        <p:nvGraphicFramePr>
          <p:cNvPr id="12" name="Content Placeholder 9">
            <a:extLst>
              <a:ext uri="{FF2B5EF4-FFF2-40B4-BE49-F238E27FC236}">
                <a16:creationId xmlns:a16="http://schemas.microsoft.com/office/drawing/2014/main" id="{E88FDE20-5B35-CF5F-842C-275125064AB3}"/>
              </a:ext>
            </a:extLst>
          </p:cNvPr>
          <p:cNvGraphicFramePr>
            <a:graphicFrameLocks noGrp="1"/>
          </p:cNvGraphicFramePr>
          <p:nvPr>
            <p:ph sz="quarter" idx="10"/>
            <p:extLst>
              <p:ext uri="{D42A27DB-BD31-4B8C-83A1-F6EECF244321}">
                <p14:modId xmlns:p14="http://schemas.microsoft.com/office/powerpoint/2010/main" val="2035740596"/>
              </p:ext>
            </p:extLst>
          </p:nvPr>
        </p:nvGraphicFramePr>
        <p:xfrm>
          <a:off x="707572" y="1371599"/>
          <a:ext cx="10515600" cy="48840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89426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354177C-04AD-9D1E-A371-FD9D81D34DC0}"/>
              </a:ext>
            </a:extLst>
          </p:cNvPr>
          <p:cNvSpPr>
            <a:spLocks noGrp="1"/>
          </p:cNvSpPr>
          <p:nvPr>
            <p:ph type="title"/>
          </p:nvPr>
        </p:nvSpPr>
        <p:spPr>
          <a:xfrm>
            <a:off x="838200" y="225498"/>
            <a:ext cx="10515600" cy="563154"/>
          </a:xfrm>
        </p:spPr>
        <p:txBody>
          <a:bodyPr anchor="ctr">
            <a:normAutofit fontScale="90000"/>
          </a:bodyPr>
          <a:lstStyle/>
          <a:p>
            <a:pPr algn="ctr"/>
            <a:r>
              <a:rPr lang="en-GB" sz="4800">
                <a:solidFill>
                  <a:schemeClr val="tx1"/>
                </a:solidFill>
              </a:rPr>
              <a:t>Common Pitfalls in Literature Evaluation</a:t>
            </a:r>
          </a:p>
        </p:txBody>
      </p:sp>
      <p:sp>
        <p:nvSpPr>
          <p:cNvPr id="12" name="Rectangle 2">
            <a:extLst>
              <a:ext uri="{FF2B5EF4-FFF2-40B4-BE49-F238E27FC236}">
                <a16:creationId xmlns:a16="http://schemas.microsoft.com/office/drawing/2014/main" id="{B10A84C0-FC72-71AC-675B-F31CFA2D8B83}"/>
              </a:ext>
            </a:extLst>
          </p:cNvPr>
          <p:cNvSpPr>
            <a:spLocks noGrp="1" noChangeArrowheads="1"/>
          </p:cNvSpPr>
          <p:nvPr>
            <p:ph type="body" sz="quarter" idx="4294967295"/>
          </p:nvPr>
        </p:nvSpPr>
        <p:spPr bwMode="auto">
          <a:xfrm>
            <a:off x="5370286" y="975195"/>
            <a:ext cx="6654219" cy="5451930"/>
          </a:xfrm>
          <a:prstGeom prst="rect">
            <a:avLst/>
          </a:prstGeom>
          <a:solidFill>
            <a:srgbClr val="F2F2F2"/>
          </a:solidFill>
        </p:spPr>
        <p:txBody>
          <a:bodyPr vert="horz" lIns="91440" tIns="45720" rIns="91440" bIns="45720" numCol="1" anchor="t" anchorCtr="0" compatLnSpc="1">
            <a:prstTxWarp prst="textNoShape">
              <a:avLst/>
            </a:prstTxWarp>
            <a:noAutofit/>
          </a:bodyPr>
          <a:lstStyle/>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1. Over-Summarization:</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Avoid focusing on merely summarizing results. Engage critically with assumptions and claims.</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2. Lack of Depth in Methodological Critique:</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Postgraduate work requires a </a:t>
            </a:r>
            <a:r>
              <a:rPr kumimoji="0" lang="en-US" altLang="en-US" sz="2000" b="1" i="0" u="none" strike="noStrike" kern="1200" cap="none" normalizeH="0" baseline="0" dirty="0">
                <a:ln>
                  <a:noFill/>
                </a:ln>
                <a:solidFill>
                  <a:schemeClr val="tx1"/>
                </a:solidFill>
                <a:effectLst/>
              </a:rPr>
              <a:t>deep dive</a:t>
            </a:r>
            <a:r>
              <a:rPr kumimoji="0" lang="en-US" altLang="en-US" sz="2000" b="0" i="0" u="none" strike="noStrike" kern="1200" cap="none" normalizeH="0" baseline="0" dirty="0">
                <a:ln>
                  <a:noFill/>
                </a:ln>
                <a:solidFill>
                  <a:schemeClr val="tx1"/>
                </a:solidFill>
                <a:effectLst/>
              </a:rPr>
              <a:t> into methodology. Assess every step of the research design and implementation.</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3. Ignoring Paradigms:</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Literature should be evaluated within the context of the </a:t>
            </a:r>
            <a:r>
              <a:rPr kumimoji="0" lang="en-US" altLang="en-US" sz="2000" b="1" i="0" u="none" strike="noStrike" kern="1200" cap="none" normalizeH="0" baseline="0" dirty="0">
                <a:ln>
                  <a:noFill/>
                </a:ln>
                <a:solidFill>
                  <a:schemeClr val="tx1"/>
                </a:solidFill>
                <a:effectLst/>
              </a:rPr>
              <a:t>paradigmatic assumptions</a:t>
            </a:r>
            <a:r>
              <a:rPr kumimoji="0" lang="en-US" altLang="en-US" sz="2000" b="0" i="0" u="none" strike="noStrike" kern="1200" cap="none" normalizeH="0" baseline="0" dirty="0">
                <a:ln>
                  <a:noFill/>
                </a:ln>
                <a:solidFill>
                  <a:schemeClr val="tx1"/>
                </a:solidFill>
                <a:effectLst/>
              </a:rPr>
              <a:t> (positivist, interpretivist, pragmatist, etc.).</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4. Ignoring Gaps in Theory:</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Failing to identify gaps in the theoretical framework or unexplored areas of study.</a:t>
            </a:r>
          </a:p>
          <a:p>
            <a:pPr marL="0" marR="0" lvl="0" indent="0" fontAlgn="base">
              <a:spcBef>
                <a:spcPct val="0"/>
              </a:spcBef>
              <a:spcAft>
                <a:spcPts val="600"/>
              </a:spcAft>
              <a:buClrTx/>
              <a:buSzTx/>
              <a:buNone/>
              <a:tabLst/>
            </a:pPr>
            <a:r>
              <a:rPr kumimoji="0" lang="en-US" altLang="en-US" sz="2000" b="1" i="0" u="none" strike="noStrike" kern="1200" cap="none" normalizeH="0" baseline="0" dirty="0">
                <a:ln>
                  <a:noFill/>
                </a:ln>
                <a:solidFill>
                  <a:schemeClr val="tx1"/>
                </a:solidFill>
                <a:effectLst/>
              </a:rPr>
              <a:t>5. Over-reliance on Quantitative Data:</a:t>
            </a:r>
            <a:endParaRPr kumimoji="0" lang="en-US" altLang="en-US" sz="2000" b="0" i="0" u="none" strike="noStrike" kern="1200" cap="none" normalizeH="0" baseline="0" dirty="0">
              <a:ln>
                <a:noFill/>
              </a:ln>
              <a:solidFill>
                <a:schemeClr val="tx1"/>
              </a:solidFill>
              <a:effectLst/>
            </a:endParaRPr>
          </a:p>
          <a:p>
            <a:pPr marL="0" marR="0" lvl="0" indent="0" fontAlgn="base">
              <a:spcBef>
                <a:spcPct val="0"/>
              </a:spcBef>
              <a:spcAft>
                <a:spcPts val="600"/>
              </a:spcAft>
              <a:buClrTx/>
              <a:buSzTx/>
              <a:buFontTx/>
              <a:buChar char="•"/>
              <a:tabLst/>
            </a:pPr>
            <a:r>
              <a:rPr kumimoji="0" lang="en-US" altLang="en-US" sz="2000" b="0" i="0" u="none" strike="noStrike" kern="1200" cap="none" normalizeH="0" baseline="0" dirty="0">
                <a:ln>
                  <a:noFill/>
                </a:ln>
                <a:solidFill>
                  <a:schemeClr val="tx1"/>
                </a:solidFill>
                <a:effectLst/>
              </a:rPr>
              <a:t>Quantitative results are important but avoid over-reliance without considering qualitative insights or mixed-methods approaches where appropriate.</a:t>
            </a:r>
          </a:p>
          <a:p>
            <a:pPr marL="0" marR="0" lvl="0" indent="0" algn="ctr" fontAlgn="base">
              <a:spcBef>
                <a:spcPct val="0"/>
              </a:spcBef>
              <a:spcAft>
                <a:spcPts val="600"/>
              </a:spcAft>
              <a:buClrTx/>
              <a:buSzTx/>
              <a:buFontTx/>
              <a:buNone/>
              <a:tabLst/>
            </a:pPr>
            <a:endParaRPr kumimoji="0" lang="en-US" altLang="en-US" sz="2000" b="0" i="0" u="none" strike="noStrike" kern="1200" cap="none" normalizeH="0" baseline="0" dirty="0">
              <a:ln>
                <a:noFill/>
              </a:ln>
              <a:solidFill>
                <a:schemeClr val="tx1"/>
              </a:solidFill>
              <a:effectLst/>
            </a:endParaRPr>
          </a:p>
        </p:txBody>
      </p:sp>
      <p:pic>
        <p:nvPicPr>
          <p:cNvPr id="14" name="Picture Placeholder 13">
            <a:extLst>
              <a:ext uri="{FF2B5EF4-FFF2-40B4-BE49-F238E27FC236}">
                <a16:creationId xmlns:a16="http://schemas.microsoft.com/office/drawing/2014/main" id="{C6CBBADD-5706-73DD-706C-C5EA5B758369}"/>
              </a:ext>
            </a:extLst>
          </p:cNvPr>
          <p:cNvPicPr>
            <a:picLocks noGrp="1" noChangeAspect="1"/>
          </p:cNvPicPr>
          <p:nvPr>
            <p:ph type="pic" sz="quarter" idx="4294967295"/>
          </p:nvPr>
        </p:nvPicPr>
        <p:blipFill>
          <a:blip r:embed="rId3"/>
          <a:srcRect l="76110" t="1" r="-1" b="-2"/>
          <a:stretch/>
        </p:blipFill>
        <p:spPr>
          <a:xfrm>
            <a:off x="515838" y="1040310"/>
            <a:ext cx="4337630" cy="5310615"/>
          </a:xfrm>
          <a:prstGeom prst="rect">
            <a:avLst/>
          </a:prstGeom>
          <a:noFill/>
        </p:spPr>
      </p:pic>
    </p:spTree>
    <p:extLst>
      <p:ext uri="{BB962C8B-B14F-4D97-AF65-F5344CB8AC3E}">
        <p14:creationId xmlns:p14="http://schemas.microsoft.com/office/powerpoint/2010/main" val="651041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B3AB8293-F846-1D44-67B3-C314FCFADC75}"/>
              </a:ext>
            </a:extLst>
          </p:cNvPr>
          <p:cNvSpPr>
            <a:spLocks noChangeArrowheads="1"/>
          </p:cNvSpPr>
          <p:nvPr/>
        </p:nvSpPr>
        <p:spPr bwMode="auto">
          <a:xfrm>
            <a:off x="660400" y="1880891"/>
            <a:ext cx="10871200" cy="417189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fontAlgn="base">
              <a:lnSpc>
                <a:spcPct val="90000"/>
              </a:lnSpc>
              <a:spcBef>
                <a:spcPts val="1000"/>
              </a:spcBef>
              <a:spcAft>
                <a:spcPct val="0"/>
              </a:spcAft>
              <a:buClr>
                <a:schemeClr val="accent4"/>
              </a:buClr>
              <a:buSzTx/>
              <a:tabLst/>
            </a:pP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Summary:</a:t>
            </a: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Engage deeply with the literature by questioning methodologies, theoretical contributions, and limitations.</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Critical evaluation is key to positioning your own research within the academic conversation.</a:t>
            </a:r>
          </a:p>
          <a:p>
            <a:pPr marR="0" fontAlgn="base">
              <a:lnSpc>
                <a:spcPct val="90000"/>
              </a:lnSpc>
              <a:spcBef>
                <a:spcPts val="1000"/>
              </a:spcBef>
              <a:spcAft>
                <a:spcPct val="0"/>
              </a:spcAft>
              <a:buClr>
                <a:schemeClr val="accent4"/>
              </a:buClr>
              <a:buSzTx/>
              <a:tabLst/>
            </a:pP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Next Steps:</a:t>
            </a: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Apply this framework to each source you review for your Critical Literature Review.</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Use critical evaluation to identify where your research can contribute </a:t>
            </a:r>
            <a:r>
              <a:rPr kumimoji="0" lang="en-US" altLang="en-US" sz="2400" b="1" i="0" u="none" strike="noStrike" kern="1200" cap="none" normalizeH="0" baseline="0" dirty="0">
                <a:ln>
                  <a:noFill/>
                </a:ln>
                <a:effectLst/>
                <a:latin typeface="Aptos Display" panose="020B0004020202020204" pitchFamily="34" charset="0"/>
                <a:ea typeface="+mn-ea"/>
                <a:cs typeface="Biome Light" panose="020B0303030204020804" pitchFamily="34" charset="0"/>
              </a:rPr>
              <a:t>novel insights</a:t>
            </a:r>
            <a:r>
              <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rPr>
              <a:t>.</a:t>
            </a:r>
          </a:p>
          <a:p>
            <a:pPr marL="266700" marR="0" indent="-266700" fontAlgn="base">
              <a:lnSpc>
                <a:spcPct val="90000"/>
              </a:lnSpc>
              <a:spcBef>
                <a:spcPts val="1000"/>
              </a:spcBef>
              <a:spcAft>
                <a:spcPct val="0"/>
              </a:spcAft>
              <a:buClr>
                <a:schemeClr val="accent4"/>
              </a:buClr>
              <a:buSzTx/>
              <a:buFont typeface="Wingdings" panose="05000000000000000000" pitchFamily="2" charset="2"/>
              <a:buChar char="§"/>
              <a:tabLst/>
            </a:pPr>
            <a:endParaRPr kumimoji="0" lang="en-US" altLang="en-US" sz="2400" b="0" i="0" u="none" strike="noStrike" kern="1200" cap="none" normalizeH="0" baseline="0" dirty="0">
              <a:ln>
                <a:noFill/>
              </a:ln>
              <a:effectLst/>
              <a:latin typeface="Aptos Display" panose="020B0004020202020204" pitchFamily="34" charset="0"/>
              <a:ea typeface="+mn-ea"/>
              <a:cs typeface="Biome Light" panose="020B0303030204020804" pitchFamily="34" charset="0"/>
            </a:endParaRPr>
          </a:p>
        </p:txBody>
      </p:sp>
      <p:sp>
        <p:nvSpPr>
          <p:cNvPr id="14" name="Picture Placeholder 5">
            <a:extLst>
              <a:ext uri="{FF2B5EF4-FFF2-40B4-BE49-F238E27FC236}">
                <a16:creationId xmlns:a16="http://schemas.microsoft.com/office/drawing/2014/main" id="{6425C952-A123-0B67-291F-59291BCD5ABB}"/>
              </a:ext>
            </a:extLst>
          </p:cNvPr>
          <p:cNvSpPr>
            <a:spLocks noGrp="1"/>
          </p:cNvSpPr>
          <p:nvPr>
            <p:ph type="pic" sz="quarter" idx="17"/>
          </p:nvPr>
        </p:nvSpPr>
        <p:spPr>
          <a:xfrm>
            <a:off x="9261647" y="0"/>
            <a:ext cx="2930353" cy="1559882"/>
          </a:xfrm>
        </p:spPr>
        <p:txBody>
          <a:bodyPr/>
          <a:lstStyle/>
          <a:p>
            <a:endParaRPr lang="en-GB"/>
          </a:p>
        </p:txBody>
      </p:sp>
      <p:sp>
        <p:nvSpPr>
          <p:cNvPr id="2" name="Title 1">
            <a:extLst>
              <a:ext uri="{FF2B5EF4-FFF2-40B4-BE49-F238E27FC236}">
                <a16:creationId xmlns:a16="http://schemas.microsoft.com/office/drawing/2014/main" id="{A6780169-F9BC-A6AD-89F5-A0AD746D8EAC}"/>
              </a:ext>
            </a:extLst>
          </p:cNvPr>
          <p:cNvSpPr>
            <a:spLocks noGrp="1"/>
          </p:cNvSpPr>
          <p:nvPr>
            <p:ph type="title"/>
          </p:nvPr>
        </p:nvSpPr>
        <p:spPr>
          <a:xfrm>
            <a:off x="660400" y="805213"/>
            <a:ext cx="4275138" cy="830997"/>
          </a:xfrm>
        </p:spPr>
        <p:txBody>
          <a:bodyPr rtlCol="0">
            <a:normAutofit/>
          </a:bodyPr>
          <a:lstStyle/>
          <a:p>
            <a:r>
              <a:rPr lang="en-GB" sz="2600"/>
              <a:t>Conclusion: The Importance of Deep Critical Evaluation</a:t>
            </a:r>
          </a:p>
        </p:txBody>
      </p:sp>
    </p:spTree>
    <p:extLst>
      <p:ext uri="{BB962C8B-B14F-4D97-AF65-F5344CB8AC3E}">
        <p14:creationId xmlns:p14="http://schemas.microsoft.com/office/powerpoint/2010/main" val="1103025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D40FB369-654E-689F-059B-8EDE18627CC7}"/>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a:stretch/>
        </p:blipFill>
        <p:spPr>
          <a:xfrm>
            <a:off x="0" y="0"/>
            <a:ext cx="12192000" cy="6858000"/>
          </a:xfrm>
          <a:prstGeom prst="rect">
            <a:avLst/>
          </a:prstGeom>
          <a:noFill/>
        </p:spPr>
      </p:pic>
      <p:sp>
        <p:nvSpPr>
          <p:cNvPr id="4" name="Title 3">
            <a:extLst>
              <a:ext uri="{FF2B5EF4-FFF2-40B4-BE49-F238E27FC236}">
                <a16:creationId xmlns:a16="http://schemas.microsoft.com/office/drawing/2014/main" id="{30C1D0E0-1A33-E61C-6285-DCE942B4F6DE}"/>
              </a:ext>
            </a:extLst>
          </p:cNvPr>
          <p:cNvSpPr>
            <a:spLocks noGrp="1"/>
          </p:cNvSpPr>
          <p:nvPr>
            <p:ph type="title"/>
          </p:nvPr>
        </p:nvSpPr>
        <p:spPr>
          <a:xfrm>
            <a:off x="1721291" y="1898030"/>
            <a:ext cx="3924935" cy="1695637"/>
          </a:xfrm>
        </p:spPr>
        <p:txBody>
          <a:bodyPr>
            <a:noAutofit/>
          </a:bodyPr>
          <a:lstStyle/>
          <a:p>
            <a:r>
              <a:rPr lang="en-GB" dirty="0"/>
              <a:t>From this point on…you’re a scientific  researcher!</a:t>
            </a:r>
          </a:p>
        </p:txBody>
      </p:sp>
      <p:pic>
        <p:nvPicPr>
          <p:cNvPr id="2" name="Picture 1">
            <a:extLst>
              <a:ext uri="{FF2B5EF4-FFF2-40B4-BE49-F238E27FC236}">
                <a16:creationId xmlns:a16="http://schemas.microsoft.com/office/drawing/2014/main" id="{03C5B108-6B9D-49AD-A45B-8580196750B7}"/>
              </a:ext>
            </a:extLst>
          </p:cNvPr>
          <p:cNvPicPr>
            <a:picLocks noChangeAspect="1"/>
          </p:cNvPicPr>
          <p:nvPr/>
        </p:nvPicPr>
        <p:blipFill>
          <a:blip r:embed="rId4"/>
          <a:srcRect/>
          <a:stretch/>
        </p:blipFill>
        <p:spPr>
          <a:xfrm>
            <a:off x="275771" y="1766330"/>
            <a:ext cx="6299200" cy="3654674"/>
          </a:xfrm>
          <a:prstGeom prst="rect">
            <a:avLst/>
          </a:prstGeom>
        </p:spPr>
      </p:pic>
    </p:spTree>
    <p:extLst>
      <p:ext uri="{BB962C8B-B14F-4D97-AF65-F5344CB8AC3E}">
        <p14:creationId xmlns:p14="http://schemas.microsoft.com/office/powerpoint/2010/main" val="134943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14EB77E-0C3E-FCCA-E05D-971D1F911504}"/>
              </a:ext>
            </a:extLst>
          </p:cNvPr>
          <p:cNvPicPr>
            <a:picLocks noChangeAspect="1"/>
          </p:cNvPicPr>
          <p:nvPr/>
        </p:nvPicPr>
        <p:blipFill>
          <a:blip r:embed="rId2"/>
          <a:srcRect t="2429" r="-3" b="1397"/>
          <a:stretch/>
        </p:blipFill>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a:noFill/>
        </p:spPr>
      </p:pic>
      <p:sp>
        <p:nvSpPr>
          <p:cNvPr id="21" name="Text Placeholder 2">
            <a:extLst>
              <a:ext uri="{FF2B5EF4-FFF2-40B4-BE49-F238E27FC236}">
                <a16:creationId xmlns:a16="http://schemas.microsoft.com/office/drawing/2014/main" id="{5008B246-BC91-8BA6-FD45-2FA834E18CAE}"/>
              </a:ext>
            </a:extLst>
          </p:cNvPr>
          <p:cNvSpPr>
            <a:spLocks noGrp="1"/>
          </p:cNvSpPr>
          <p:nvPr>
            <p:ph type="body" sz="quarter" idx="12"/>
          </p:nvPr>
        </p:nvSpPr>
        <p:spPr>
          <a:xfrm>
            <a:off x="660400" y="2044700"/>
            <a:ext cx="4275138" cy="3560763"/>
          </a:xfrm>
        </p:spPr>
        <p:txBody>
          <a:bodyPr/>
          <a:lstStyle/>
          <a:p>
            <a:r>
              <a:rPr lang="en-US" dirty="0"/>
              <a:t>Spend 10 mins just writing, you can either reflect on today’s lesson, capture ideas for a dissertation, reflect on today’s topics and how can they be </a:t>
            </a:r>
            <a:r>
              <a:rPr lang="en-GB" dirty="0"/>
              <a:t>applied to your research </a:t>
            </a:r>
          </a:p>
          <a:p>
            <a:r>
              <a:rPr lang="en-GB" dirty="0"/>
              <a:t>Free write if you like also – just simply write. </a:t>
            </a:r>
          </a:p>
          <a:p>
            <a:endParaRPr lang="en-US" dirty="0"/>
          </a:p>
        </p:txBody>
      </p:sp>
      <p:sp>
        <p:nvSpPr>
          <p:cNvPr id="16" name="Title 2">
            <a:extLst>
              <a:ext uri="{FF2B5EF4-FFF2-40B4-BE49-F238E27FC236}">
                <a16:creationId xmlns:a16="http://schemas.microsoft.com/office/drawing/2014/main" id="{9109154A-ED81-F668-8C52-27D453698BEB}"/>
              </a:ext>
            </a:extLst>
          </p:cNvPr>
          <p:cNvSpPr>
            <a:spLocks noGrp="1"/>
          </p:cNvSpPr>
          <p:nvPr>
            <p:ph type="title"/>
          </p:nvPr>
        </p:nvSpPr>
        <p:spPr>
          <a:xfrm>
            <a:off x="660400" y="805213"/>
            <a:ext cx="4275138" cy="830997"/>
          </a:xfrm>
        </p:spPr>
        <p:txBody>
          <a:bodyPr>
            <a:normAutofit/>
          </a:bodyPr>
          <a:lstStyle/>
          <a:p>
            <a:r>
              <a:rPr lang="en-US" sz="2600" dirty="0"/>
              <a:t>Reflection &amp; Writing – 10 Mins</a:t>
            </a:r>
          </a:p>
        </p:txBody>
      </p:sp>
    </p:spTree>
    <p:extLst>
      <p:ext uri="{BB962C8B-B14F-4D97-AF65-F5344CB8AC3E}">
        <p14:creationId xmlns:p14="http://schemas.microsoft.com/office/powerpoint/2010/main" val="1891019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Placeholder 8">
            <a:extLst>
              <a:ext uri="{FF2B5EF4-FFF2-40B4-BE49-F238E27FC236}">
                <a16:creationId xmlns:a16="http://schemas.microsoft.com/office/drawing/2014/main" id="{2EC47CED-7A85-4080-9C7C-3921E48924A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7746" b="7746"/>
          <a:stretch/>
        </p:blipFill>
        <p:spPr>
          <a:xfrm>
            <a:off x="20" y="10"/>
            <a:ext cx="12191980" cy="6857990"/>
          </a:xfrm>
          <a:custGeom>
            <a:avLst/>
            <a:gdLst>
              <a:gd name="connsiteX0" fmla="*/ 3354105 w 5542598"/>
              <a:gd name="connsiteY0" fmla="*/ 4359376 h 5611666"/>
              <a:gd name="connsiteX1" fmla="*/ 3980250 w 5542598"/>
              <a:gd name="connsiteY1" fmla="*/ 4985521 h 5611666"/>
              <a:gd name="connsiteX2" fmla="*/ 3354105 w 5542598"/>
              <a:gd name="connsiteY2" fmla="*/ 5611666 h 5611666"/>
              <a:gd name="connsiteX3" fmla="*/ 2727960 w 5542598"/>
              <a:gd name="connsiteY3" fmla="*/ 4985521 h 5611666"/>
              <a:gd name="connsiteX4" fmla="*/ 3354105 w 5542598"/>
              <a:gd name="connsiteY4" fmla="*/ 4359376 h 5611666"/>
              <a:gd name="connsiteX5" fmla="*/ 1592580 w 5542598"/>
              <a:gd name="connsiteY5" fmla="*/ 1430357 h 5611666"/>
              <a:gd name="connsiteX6" fmla="*/ 3185160 w 5542598"/>
              <a:gd name="connsiteY6" fmla="*/ 3022937 h 5611666"/>
              <a:gd name="connsiteX7" fmla="*/ 1592580 w 5542598"/>
              <a:gd name="connsiteY7" fmla="*/ 4615517 h 5611666"/>
              <a:gd name="connsiteX8" fmla="*/ 0 w 5542598"/>
              <a:gd name="connsiteY8" fmla="*/ 3022937 h 5611666"/>
              <a:gd name="connsiteX9" fmla="*/ 1592580 w 5542598"/>
              <a:gd name="connsiteY9" fmla="*/ 1430357 h 5611666"/>
              <a:gd name="connsiteX10" fmla="*/ 4230267 w 5542598"/>
              <a:gd name="connsiteY10" fmla="*/ 0 h 5611666"/>
              <a:gd name="connsiteX11" fmla="*/ 5542598 w 5542598"/>
              <a:gd name="connsiteY11" fmla="*/ 1312331 h 5611666"/>
              <a:gd name="connsiteX12" fmla="*/ 4230267 w 5542598"/>
              <a:gd name="connsiteY12" fmla="*/ 2624662 h 5611666"/>
              <a:gd name="connsiteX13" fmla="*/ 2917936 w 5542598"/>
              <a:gd name="connsiteY13" fmla="*/ 1312331 h 5611666"/>
              <a:gd name="connsiteX14" fmla="*/ 4230267 w 5542598"/>
              <a:gd name="connsiteY14" fmla="*/ 0 h 56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2598" h="5611666">
                <a:moveTo>
                  <a:pt x="3354105" y="4359376"/>
                </a:moveTo>
                <a:cubicBezTo>
                  <a:pt x="3699915" y="4359376"/>
                  <a:pt x="3980250" y="4639711"/>
                  <a:pt x="3980250" y="4985521"/>
                </a:cubicBezTo>
                <a:cubicBezTo>
                  <a:pt x="3980250" y="5331331"/>
                  <a:pt x="3699915" y="5611666"/>
                  <a:pt x="3354105" y="5611666"/>
                </a:cubicBezTo>
                <a:cubicBezTo>
                  <a:pt x="3008295" y="5611666"/>
                  <a:pt x="2727960" y="5331331"/>
                  <a:pt x="2727960" y="4985521"/>
                </a:cubicBezTo>
                <a:cubicBezTo>
                  <a:pt x="2727960" y="4639711"/>
                  <a:pt x="3008295" y="4359376"/>
                  <a:pt x="3354105" y="4359376"/>
                </a:cubicBezTo>
                <a:close/>
                <a:moveTo>
                  <a:pt x="1592580" y="1430357"/>
                </a:moveTo>
                <a:cubicBezTo>
                  <a:pt x="2472138" y="1430357"/>
                  <a:pt x="3185160" y="2143379"/>
                  <a:pt x="3185160" y="3022937"/>
                </a:cubicBezTo>
                <a:cubicBezTo>
                  <a:pt x="3185160" y="3902495"/>
                  <a:pt x="2472138" y="4615517"/>
                  <a:pt x="1592580" y="4615517"/>
                </a:cubicBezTo>
                <a:cubicBezTo>
                  <a:pt x="713022" y="4615517"/>
                  <a:pt x="0" y="3902495"/>
                  <a:pt x="0" y="3022937"/>
                </a:cubicBezTo>
                <a:cubicBezTo>
                  <a:pt x="0" y="2143379"/>
                  <a:pt x="713022" y="1430357"/>
                  <a:pt x="1592580" y="1430357"/>
                </a:cubicBezTo>
                <a:close/>
                <a:moveTo>
                  <a:pt x="4230267" y="0"/>
                </a:moveTo>
                <a:cubicBezTo>
                  <a:pt x="4955047" y="0"/>
                  <a:pt x="5542598" y="587551"/>
                  <a:pt x="5542598" y="1312331"/>
                </a:cubicBezTo>
                <a:cubicBezTo>
                  <a:pt x="5542598" y="2037111"/>
                  <a:pt x="4955047" y="2624662"/>
                  <a:pt x="4230267" y="2624662"/>
                </a:cubicBezTo>
                <a:cubicBezTo>
                  <a:pt x="3505487" y="2624662"/>
                  <a:pt x="2917936" y="2037111"/>
                  <a:pt x="2917936" y="1312331"/>
                </a:cubicBezTo>
                <a:cubicBezTo>
                  <a:pt x="2917936" y="587551"/>
                  <a:pt x="3505487" y="0"/>
                  <a:pt x="4230267" y="0"/>
                </a:cubicBezTo>
                <a:close/>
              </a:path>
            </a:pathLst>
          </a:custGeom>
          <a:noFill/>
        </p:spPr>
      </p:pic>
      <p:sp>
        <p:nvSpPr>
          <p:cNvPr id="6" name="Text Placeholder 5">
            <a:extLst>
              <a:ext uri="{FF2B5EF4-FFF2-40B4-BE49-F238E27FC236}">
                <a16:creationId xmlns:a16="http://schemas.microsoft.com/office/drawing/2014/main" id="{83BCC5C9-D87D-55FC-86B8-0613C32EE263}"/>
              </a:ext>
            </a:extLst>
          </p:cNvPr>
          <p:cNvSpPr>
            <a:spLocks noGrp="1"/>
          </p:cNvSpPr>
          <p:nvPr>
            <p:ph type="body" sz="quarter" idx="11"/>
          </p:nvPr>
        </p:nvSpPr>
        <p:spPr>
          <a:xfrm>
            <a:off x="8154609" y="6201251"/>
            <a:ext cx="3924934" cy="490538"/>
          </a:xfrm>
        </p:spPr>
        <p:txBody>
          <a:bodyPr>
            <a:normAutofit/>
          </a:bodyPr>
          <a:lstStyle/>
          <a:p>
            <a:r>
              <a:rPr lang="en-GB" dirty="0"/>
              <a:t>Or answers ?</a:t>
            </a:r>
          </a:p>
        </p:txBody>
      </p:sp>
      <p:sp>
        <p:nvSpPr>
          <p:cNvPr id="25" name="Title 3">
            <a:extLst>
              <a:ext uri="{FF2B5EF4-FFF2-40B4-BE49-F238E27FC236}">
                <a16:creationId xmlns:a16="http://schemas.microsoft.com/office/drawing/2014/main" id="{0EB3CC0A-22A0-5855-9B31-36F6CFB0B297}"/>
              </a:ext>
            </a:extLst>
          </p:cNvPr>
          <p:cNvSpPr>
            <a:spLocks noGrp="1"/>
          </p:cNvSpPr>
          <p:nvPr>
            <p:ph type="title"/>
          </p:nvPr>
        </p:nvSpPr>
        <p:spPr>
          <a:xfrm>
            <a:off x="392148" y="287293"/>
            <a:ext cx="3924934" cy="1695637"/>
          </a:xfrm>
        </p:spPr>
        <p:txBody>
          <a:bodyPr/>
          <a:lstStyle/>
          <a:p>
            <a:r>
              <a:rPr lang="en-US" dirty="0"/>
              <a:t>Questions??</a:t>
            </a:r>
          </a:p>
        </p:txBody>
      </p:sp>
    </p:spTree>
    <p:extLst>
      <p:ext uri="{BB962C8B-B14F-4D97-AF65-F5344CB8AC3E}">
        <p14:creationId xmlns:p14="http://schemas.microsoft.com/office/powerpoint/2010/main" val="2793046589"/>
      </p:ext>
    </p:extLst>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Have your candidate source open and readable</a:t>
            </a:r>
          </a:p>
          <a:p>
            <a:r>
              <a:rPr sz="2400" b="0"/>
              <a:t>Which stance does it seem to assume – and is it yours?</a:t>
            </a:r>
          </a:p>
          <a:p>
            <a:r>
              <a:rPr sz="2400" b="0"/>
              <a:t>Does it speak to the gap you found in the Funnel?</a:t>
            </a:r>
          </a:p>
        </p:txBody>
      </p:sp>
      <p:sp>
        <p:nvSpPr>
          <p:cNvPr id="3" name="Title 2"/>
          <p:cNvSpPr>
            <a:spLocks noGrp="1"/>
          </p:cNvSpPr>
          <p:nvPr>
            <p:ph type="title"/>
          </p:nvPr>
        </p:nvSpPr>
        <p:spPr/>
        <p:txBody>
          <a:bodyPr/>
          <a:lstStyle/>
          <a:p>
            <a:r>
              <a:t>Check-in: your candidate source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200" b="1"/>
              <a:t>Match the review to your question:</a:t>
            </a:r>
          </a:p>
          <a:p>
            <a:r>
              <a:rPr sz="2200" b="0"/>
              <a:t>Broad overview of a topic – narrative</a:t>
            </a:r>
          </a:p>
          <a:p>
            <a:r>
              <a:rPr sz="2200" b="0"/>
              <a:t>Specific question with explicit criteria – systematic</a:t>
            </a:r>
          </a:p>
          <a:p>
            <a:r>
              <a:rPr sz="2200" b="0"/>
              <a:t>Mapping an area or finding gaps – scoping</a:t>
            </a:r>
          </a:p>
          <a:p>
            <a:r>
              <a:rPr sz="2200" b="0"/>
              <a:t>Comparing theories or frameworks – theoretical</a:t>
            </a:r>
          </a:p>
          <a:p>
            <a:r>
              <a:rPr sz="2200" b="0"/>
              <a:t>Pooling statistical results – meta-analysis</a:t>
            </a:r>
          </a:p>
          <a:p>
            <a:r>
              <a:rPr sz="2200" b="0"/>
              <a:t>Review types are often associated with stances, but not fixed to them: a systematic review can synthesise qualitative studies</a:t>
            </a:r>
          </a:p>
        </p:txBody>
      </p:sp>
      <p:sp>
        <p:nvSpPr>
          <p:cNvPr id="3" name="Title 2"/>
          <p:cNvSpPr>
            <a:spLocks noGrp="1"/>
          </p:cNvSpPr>
          <p:nvPr>
            <p:ph type="title"/>
          </p:nvPr>
        </p:nvSpPr>
        <p:spPr/>
        <p:txBody>
          <a:bodyPr/>
          <a:lstStyle/>
          <a:p>
            <a:r>
              <a:t>Choosing the right review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Positivist</a:t>
            </a:r>
          </a:p>
        </p:txBody>
      </p:sp>
      <p:sp>
        <p:nvSpPr>
          <p:cNvPr id="3" name="Text Placeholder 2"/>
          <p:cNvSpPr>
            <a:spLocks noGrp="1"/>
          </p:cNvSpPr>
          <p:nvPr>
            <p:ph type="body" idx="13" sz="quarter"/>
          </p:nvPr>
        </p:nvSpPr>
        <p:spPr/>
        <p:txBody>
          <a:bodyPr/>
          <a:lstStyle/>
          <a:p>
            <a:r>
              <a:rPr sz="1600"/>
              <a:t>Validity</a:t>
            </a:r>
          </a:p>
          <a:p>
            <a:r>
              <a:rPr sz="1600"/>
              <a:t>Reliability and replicability</a:t>
            </a:r>
          </a:p>
          <a:p>
            <a:r>
              <a:rPr sz="1600"/>
              <a:t>Adequate sample</a:t>
            </a:r>
          </a:p>
          <a:p>
            <a:r>
              <a:rPr sz="1600"/>
              <a:t>Generalisability</a:t>
            </a:r>
          </a:p>
        </p:txBody>
      </p:sp>
      <p:sp>
        <p:nvSpPr>
          <p:cNvPr id="4" name="Text Placeholder 3"/>
          <p:cNvSpPr>
            <a:spLocks noGrp="1"/>
          </p:cNvSpPr>
          <p:nvPr>
            <p:ph type="body" idx="15" sz="quarter"/>
          </p:nvPr>
        </p:nvSpPr>
        <p:spPr/>
        <p:txBody>
          <a:bodyPr/>
          <a:lstStyle/>
          <a:p>
            <a:r>
              <a:t>Pragmatist</a:t>
            </a:r>
          </a:p>
        </p:txBody>
      </p:sp>
      <p:sp>
        <p:nvSpPr>
          <p:cNvPr id="5" name="Text Placeholder 4"/>
          <p:cNvSpPr>
            <a:spLocks noGrp="1"/>
          </p:cNvSpPr>
          <p:nvPr>
            <p:ph type="body" idx="16" sz="quarter"/>
          </p:nvPr>
        </p:nvSpPr>
        <p:spPr/>
        <p:txBody>
          <a:bodyPr/>
          <a:lstStyle/>
          <a:p>
            <a:r>
              <a:rPr sz="1600"/>
              <a:t>Fitness for purpose</a:t>
            </a:r>
          </a:p>
          <a:p>
            <a:r>
              <a:rPr sz="1600"/>
              <a:t>Choices justified by the problem</a:t>
            </a:r>
          </a:p>
          <a:p>
            <a:r>
              <a:rPr sz="1600"/>
              <a:t>Usefulness of the outcome</a:t>
            </a:r>
          </a:p>
        </p:txBody>
      </p:sp>
      <p:sp>
        <p:nvSpPr>
          <p:cNvPr id="6" name="Text Placeholder 5"/>
          <p:cNvSpPr>
            <a:spLocks noGrp="1"/>
          </p:cNvSpPr>
          <p:nvPr>
            <p:ph type="body" idx="17" sz="quarter"/>
          </p:nvPr>
        </p:nvSpPr>
        <p:spPr/>
        <p:txBody>
          <a:bodyPr/>
          <a:lstStyle/>
          <a:p>
            <a:r>
              <a:t>Interpretivist</a:t>
            </a:r>
          </a:p>
        </p:txBody>
      </p:sp>
      <p:sp>
        <p:nvSpPr>
          <p:cNvPr id="7" name="Text Placeholder 6"/>
          <p:cNvSpPr>
            <a:spLocks noGrp="1"/>
          </p:cNvSpPr>
          <p:nvPr>
            <p:ph type="body" idx="18" sz="quarter"/>
          </p:nvPr>
        </p:nvSpPr>
        <p:spPr/>
        <p:txBody>
          <a:bodyPr/>
          <a:lstStyle/>
          <a:p>
            <a:r>
              <a:rPr sz="1600"/>
              <a:t>Credibility</a:t>
            </a:r>
          </a:p>
          <a:p>
            <a:r>
              <a:rPr sz="1600"/>
              <a:t>Richness of data</a:t>
            </a:r>
          </a:p>
          <a:p>
            <a:r>
              <a:rPr sz="1600"/>
              <a:t>Reflexivity – is the researcher’s influence examined?</a:t>
            </a:r>
          </a:p>
          <a:p>
            <a:r>
              <a:rPr sz="1600"/>
              <a:t>Transferability to other settings</a:t>
            </a:r>
          </a:p>
        </p:txBody>
      </p:sp>
      <p:sp>
        <p:nvSpPr>
          <p:cNvPr id="8" name="Title 7"/>
          <p:cNvSpPr>
            <a:spLocks noGrp="1"/>
          </p:cNvSpPr>
          <p:nvPr>
            <p:ph type="title"/>
          </p:nvPr>
        </p:nvSpPr>
        <p:spPr>
          <a:xfrm>
            <a:off x="660400" y="805213"/>
            <a:ext cx="10693400" cy="830997"/>
          </a:xfrm>
        </p:spPr>
        <p:txBody>
          <a:bodyPr/>
          <a:lstStyle/>
          <a:p>
            <a:r>
              <a:t>Judge by its own standards</a:t>
            </a:r>
          </a:p>
        </p:txBody>
      </p:sp>
      <p:sp>
        <p:nvSpPr>
          <p:cNvPr id="9" name="TextBox 8"/>
          <p:cNvSpPr txBox="1"/>
          <p:nvPr/>
        </p:nvSpPr>
        <p:spPr>
          <a:xfrm>
            <a:off x="660400" y="5750000"/>
            <a:ext cx="9300000" cy="500000"/>
          </a:xfrm>
          <a:prstGeom prst="rect">
            <a:avLst/>
          </a:prstGeom>
          <a:noFill/>
        </p:spPr>
        <p:txBody>
          <a:bodyPr wrap="square">
            <a:spAutoFit/>
          </a:bodyPr>
          <a:lstStyle/>
          <a:p>
            <a:r>
              <a:rPr sz="1400" b="1"/>
              <a:t>Then ask: does that stance suit the question?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200" b="1"/>
              <a:t>About 60 minutes – one source: your candidate</a:t>
            </a:r>
          </a:p>
          <a:p>
            <a:r>
              <a:rPr sz="2200" b="0"/>
              <a:t>1. Source snapshot</a:t>
            </a:r>
          </a:p>
          <a:p>
            <a:r>
              <a:rPr sz="2200" b="0"/>
              <a:t>2. What stance does the paper assume?</a:t>
            </a:r>
          </a:p>
          <a:p>
            <a:r>
              <a:rPr sz="2200" b="0"/>
              <a:t>3. Appraise it through five lenses</a:t>
            </a:r>
          </a:p>
          <a:p>
            <a:r>
              <a:rPr sz="2200" b="0"/>
              <a:t>4. Write a critical paragraph: summarise → evaluate → connect</a:t>
            </a:r>
          </a:p>
          <a:p>
            <a:r>
              <a:rPr sz="2200" b="0"/>
              <a:t>5. Position yourself against an alternative stance</a:t>
            </a:r>
          </a:p>
          <a:p>
            <a:r>
              <a:rPr sz="2200" b="0"/>
              <a:t>6. Peer swap: one strength, one suggestion</a:t>
            </a:r>
          </a:p>
        </p:txBody>
      </p:sp>
      <p:sp>
        <p:nvSpPr>
          <p:cNvPr id="3" name="Title 2"/>
          <p:cNvSpPr>
            <a:spLocks noGrp="1"/>
          </p:cNvSpPr>
          <p:nvPr>
            <p:ph type="title"/>
          </p:nvPr>
        </p:nvSpPr>
        <p:spPr/>
        <p:txBody>
          <a:bodyPr/>
          <a:lstStyle/>
          <a:p>
            <a:r>
              <a:t>Critical Appraisal task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Which case was hardest to decide – and why?</a:t>
            </a:r>
          </a:p>
          <a:p>
            <a:r>
              <a:rPr sz="2400" b="0"/>
              <a:t>Which principle helped you resolve it?</a:t>
            </a:r>
          </a:p>
          <a:p>
            <a:r>
              <a:rPr sz="2400" b="0"/>
              <a:t>Where did your reading (Hecht or Wright) change your view?</a:t>
            </a:r>
          </a:p>
          <a:p>
            <a:r>
              <a:rPr sz="2400" b="0"/>
              <a:t>What ethical risk in your own topic will you raise next week?</a:t>
            </a:r>
          </a:p>
        </p:txBody>
      </p:sp>
      <p:sp>
        <p:nvSpPr>
          <p:cNvPr id="3" name="Title 2"/>
          <p:cNvSpPr>
            <a:spLocks noGrp="1"/>
          </p:cNvSpPr>
          <p:nvPr>
            <p:ph type="title"/>
          </p:nvPr>
        </p:nvSpPr>
        <p:spPr/>
        <p:txBody>
          <a:bodyPr/>
          <a:lstStyle/>
          <a:p>
            <a:r>
              <a:t>Ethics cases: debrief</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0" sz="quarter"/>
          </p:nvPr>
        </p:nvSpPr>
        <p:spPr/>
        <p:txBody>
          <a:bodyPr/>
          <a:lstStyle/>
          <a:p>
            <a:r>
              <a:rPr sz="2400" b="0"/>
              <a:t>Complete your Ethics Self-Assessment worksheet</a:t>
            </a:r>
          </a:p>
          <a:p>
            <a:r>
              <a:rPr sz="2400" b="0"/>
              <a:t>Post a short weekend reflection by Sunday</a:t>
            </a:r>
          </a:p>
          <a:p>
            <a:r>
              <a:rPr sz="2400" b="0"/>
              <a:t>Keep your critical paragraph and Stance Card for your literature review</a:t>
            </a:r>
          </a:p>
          <a:p>
            <a:r>
              <a:rPr sz="2400" b="0"/>
              <a:t>Week 3 prep: the Grey Literature and Mixed Methods readings</a:t>
            </a:r>
          </a:p>
          <a:p>
            <a:r>
              <a:rPr sz="2400" b="0"/>
              <a:t>Next session: Research Design and an ethics-in-design checkpoint</a:t>
            </a:r>
          </a:p>
        </p:txBody>
      </p:sp>
      <p:sp>
        <p:nvSpPr>
          <p:cNvPr id="3" name="Title 2"/>
          <p:cNvSpPr>
            <a:spLocks noGrp="1"/>
          </p:cNvSpPr>
          <p:nvPr>
            <p:ph type="title"/>
          </p:nvPr>
        </p:nvSpPr>
        <p:spPr/>
        <p:txBody>
          <a:bodyPr/>
          <a:lstStyle/>
          <a:p>
            <a:r>
              <a:t>Before Monday</a:t>
            </a:r>
          </a:p>
        </p:txBody>
      </p:sp>
    </p:spTree>
  </p:cSld>
  <p:clrMapOvr>
    <a:masterClrMapping/>
  </p:clrMapOvr>
</p:sld>
</file>

<file path=ppt/theme/theme1.xml><?xml version="1.0" encoding="utf-8"?>
<a:theme xmlns:a="http://schemas.openxmlformats.org/drawingml/2006/main" name="Office Theme">
  <a:themeElements>
    <a:clrScheme name="Geometric Presentation">
      <a:dk1>
        <a:sysClr val="windowText" lastClr="000000"/>
      </a:dk1>
      <a:lt1>
        <a:sysClr val="window" lastClr="FFFFFF"/>
      </a:lt1>
      <a:dk2>
        <a:srgbClr val="44546A"/>
      </a:dk2>
      <a:lt2>
        <a:srgbClr val="ACCBF9"/>
      </a:lt2>
      <a:accent1>
        <a:srgbClr val="5C83C4"/>
      </a:accent1>
      <a:accent2>
        <a:srgbClr val="2C599D"/>
      </a:accent2>
      <a:accent3>
        <a:srgbClr val="1A3B70"/>
      </a:accent3>
      <a:accent4>
        <a:srgbClr val="FA6F1A"/>
      </a:accent4>
      <a:accent5>
        <a:srgbClr val="11224E"/>
      </a:accent5>
      <a:accent6>
        <a:srgbClr val="9D90A0"/>
      </a:accent6>
      <a:hlink>
        <a:srgbClr val="9454C3"/>
      </a:hlink>
      <a:folHlink>
        <a:srgbClr val="3EBBF0"/>
      </a:folHlink>
    </a:clrScheme>
    <a:fontScheme name="Custom 147">
      <a:majorFont>
        <a:latin typeface="Corbel"/>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OM7302 - Lecture Notes Template .potx" id="{F4A8A639-34D0-4C88-9902-803DFD3E5723}" vid="{36ADB6EE-DFE0-4DC5-A99F-4E2E0D56D73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COM7302 - Lecture Notes Template </Template>
  <TotalTime>539</TotalTime>
  <Words>5282</Words>
  <Application>Microsoft Office PowerPoint</Application>
  <PresentationFormat>Widescreen</PresentationFormat>
  <Paragraphs>371</Paragraphs>
  <Slides>30</Slides>
  <Notes>21</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Aptos Display</vt:lpstr>
      <vt:lpstr>Arial</vt:lpstr>
      <vt:lpstr>Calibri</vt:lpstr>
      <vt:lpstr>Calibri Light</vt:lpstr>
      <vt:lpstr>Helvetica Neue</vt:lpstr>
      <vt:lpstr>Times New Roman</vt:lpstr>
      <vt:lpstr>Wingdings</vt:lpstr>
      <vt:lpstr>Office Theme</vt:lpstr>
      <vt:lpstr>Research Design linking the ologies to the design </vt:lpstr>
      <vt:lpstr>By the end of the session, you will be able to: </vt:lpstr>
      <vt:lpstr>What’s it all about</vt:lpstr>
      <vt:lpstr>Literature Searching </vt:lpstr>
      <vt:lpstr>Introduction to Literature Searching</vt:lpstr>
      <vt:lpstr>Backward Reference Searching</vt:lpstr>
      <vt:lpstr>Forward Reference Searching</vt:lpstr>
      <vt:lpstr>Why Combine Both Techniques?  Backward Searching: Reveals foundational insights,  showing you where the research came from and which studies influenced the paper.  Forward Searching: Tracks the impact of the article, helping you understand how it has shaped future research and what directions  the field is heading.  Building a Research Timeline: By combining both techniques, you can construct a timeline of how ideas, technologies, or theories have developed. Backward searching uncovers core theories, while forward searching shows you new developments and emerging trends.  Tips for Using Both: Look for patterns: Are certain studies repeatedly cited both in backward and forward searches? These are often seminal works.Use both approaches to identify key debates and gaps in the literature. </vt:lpstr>
      <vt:lpstr> </vt:lpstr>
      <vt:lpstr>Role of the Literature Reviews  </vt:lpstr>
      <vt:lpstr>Role of the literature review</vt:lpstr>
      <vt:lpstr>Examples of roles of the literature review</vt:lpstr>
      <vt:lpstr>Types of Literature review </vt:lpstr>
      <vt:lpstr>Overview of Literature Review Types</vt:lpstr>
      <vt:lpstr>Narrative Review</vt:lpstr>
      <vt:lpstr>Systematic Review</vt:lpstr>
      <vt:lpstr>Scoping Review</vt:lpstr>
      <vt:lpstr>Theoretical Review</vt:lpstr>
      <vt:lpstr>Meta-Analysis</vt:lpstr>
      <vt:lpstr>Choosing the Right Review for Your Research</vt:lpstr>
      <vt:lpstr>PowerPoint Presentation</vt:lpstr>
      <vt:lpstr>What is Critical Evaluation of the literature?</vt:lpstr>
      <vt:lpstr>Key Aspects to Evaluate</vt:lpstr>
      <vt:lpstr>Advanced Framework for Critical Evaluation</vt:lpstr>
      <vt:lpstr>Detailed Example: Critical Evaluation</vt:lpstr>
      <vt:lpstr>Common Pitfalls in Literature Evaluation</vt:lpstr>
      <vt:lpstr>Conclusion: The Importance of Deep Critical Evaluation</vt:lpstr>
      <vt:lpstr>From this point on…you’re a scientific  researcher!</vt:lpstr>
      <vt:lpstr>Reflection &amp; Writing – 10 Mins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Tighe, Bren</dc:creator>
  <cp:lastModifiedBy>Tighe, Bren</cp:lastModifiedBy>
  <cp:revision>3</cp:revision>
  <dcterms:created xsi:type="dcterms:W3CDTF">2024-10-01T09:19:39Z</dcterms:created>
  <dcterms:modified xsi:type="dcterms:W3CDTF">2024-10-18T10:22:21Z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