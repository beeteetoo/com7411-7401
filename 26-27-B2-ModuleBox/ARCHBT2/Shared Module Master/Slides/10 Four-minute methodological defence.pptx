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Four-minute methodological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3, pp. 34–36; Chapter 8, pp. 149–153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28016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Topic 10 • LO1–3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63240"/>
            <a:ext cx="10332720" cy="13258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Portfolio link: Recorded oral defence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00600"/>
            <a:ext cx="10332720" cy="77724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300" b="0">
                <a:solidFill>
                  <a:srgbClr val="E2F0F4"/>
                </a:solidFill>
                <a:latin typeface="Aptos"/>
              </a:defRPr>
            </a:pPr>
            <a:r>
              <a:t>One shared concept set • track-specific live activity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Three ideas to take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3, pp. 34–36; Chapter 8, pp. 149–153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State the question exactly as submitted in the locked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Name and apply the assigned methodological check directly.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Explain a bounded conclusion within four minutes ±30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Worked computing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3, pp. 34–36; Chapter 8, pp. 149–153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A prototype might improve a specified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A defence explains the comparison and measure that could test this.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The build itself is not proof of improvement.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Pause and test the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3, pp. 34–36; Chapter 8, pp. 149–153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Did you name the assigned check?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Did you apply it to your own question and method?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Did you explain a limit rather than recite the report?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Your individual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3, pp. 34–36; Chapter 8, pp. 149–153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20116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900" b="0">
                <a:solidFill>
                  <a:srgbClr val="FFFFFF"/>
                </a:solidFill>
                <a:latin typeface="Aptos"/>
              </a:defRPr>
            </a:pPr>
            <a:r>
              <a:t>Practise with a sample check; record the assigned-check response after report lock.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10515600" cy="137160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Success check: Clear unaided reasoning in the approved format.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Take it into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3, pp. 34–36; Chapter 8, pp. 149–153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14173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Report connection: Recorded oral defence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10515600" cy="14173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400" b="0">
                <a:solidFill>
                  <a:srgbClr val="FFFFFF"/>
                </a:solidFill>
                <a:latin typeface="Aptos"/>
              </a:defRPr>
            </a:pPr>
            <a:r>
              <a:t>Key terms: Defence • alignment • counterargument • limitation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0515600" cy="68580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100" b="0">
                <a:solidFill>
                  <a:srgbClr val="E2F0F4"/>
                </a:solidFill>
                <a:latin typeface="Aptos"/>
              </a:defRPr>
            </a:pPr>
            <a:r>
              <a:t>Use the numbered student note for the full explanation and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