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Sampling and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7, pp. 115–129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28016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Topic 06 • LO2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10332720" cy="13258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Portfolio link: Proposed Methodology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00600"/>
            <a:ext cx="10332720" cy="77724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300" b="0">
                <a:solidFill>
                  <a:srgbClr val="E2F0F4"/>
                </a:solidFill>
                <a:latin typeface="Aptos"/>
              </a:defRPr>
            </a:pPr>
            <a:r>
              <a:t>One shared concept set • track-specific live activity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Three ideas to take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7, pp. 115–129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Define the unit of analysis and the source or population.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State a selection rule and an instrument or procedure.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Match the evidence to the question and protect access and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Worked computing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7, pp. 115–129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To compare alert interfaces, use simulated alerts and a defined task.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Specify analyst eligibility, outcome measures and order effects.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 convenient small sample does not represent all analysts.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Pause and test the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7, pp. 115–129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What does one row or account represent?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How would cases be selected?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What data and permission are needed?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Your individual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7, pp. 115–129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20116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900" b="0">
                <a:solidFill>
                  <a:srgbClr val="FFFFFF"/>
                </a:solidFill>
                <a:latin typeface="Aptos"/>
              </a:defRPr>
            </a:pPr>
            <a:r>
              <a:t>Complete the five-row collection plan and draft one item or measure.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10515600" cy="137160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Success check: Source, selection and instrument form a feasible 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Take it into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7, pp. 115–129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14173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Report connection: Proposed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10515600" cy="14173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400" b="0">
                <a:solidFill>
                  <a:srgbClr val="FFFFFF"/>
                </a:solidFill>
                <a:latin typeface="Aptos"/>
              </a:defRPr>
            </a:pPr>
            <a:r>
              <a:t>Key terms: Unit of analysis • sampling frame • instrument • secondary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515600" cy="68580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100" b="0">
                <a:solidFill>
                  <a:srgbClr val="E2F0F4"/>
                </a:solidFill>
                <a:latin typeface="Aptos"/>
              </a:defRPr>
            </a:pPr>
            <a:r>
              <a:t>Use the numbered student note for the full explanation and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