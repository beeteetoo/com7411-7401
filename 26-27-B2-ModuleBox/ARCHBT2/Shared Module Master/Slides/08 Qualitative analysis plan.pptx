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Qualitative analysis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109–111; Chapter 7, pp. 133–135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08 • LO2–3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Proposed Methodology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109–111; Chapter 7, pp. 133–135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Move from meaningful text segments to codes and candidate themes.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theme is an interpretive claim, not a frequent word.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Keep a traceable path and seek a rival interpretation.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109–111; Chapter 7, pp. 133–135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‘Too many warnings’ can be coded alert overload.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‘I ask a colleague’ can be coded social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possible theme links warning use to workflow and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109–111; Chapter 7, pp. 133–135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Which quotation supports the code?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How does the theme answer the question?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What other reading fits the extract?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109–111; Chapter 7, pp. 133–135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Code four lines of the invented transcript; propose a theme and rival reading.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A supported interpretation and method choice, with a rigour step.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6, pp. 109–111; Chapter 7, pp. 133–135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Proposed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Code • theme • audit trail • reflexivity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