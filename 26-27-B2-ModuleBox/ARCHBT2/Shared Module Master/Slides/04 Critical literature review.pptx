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Critical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5, pp. 59–79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04 • LO1–3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Critical 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5, pp. 59–79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Record each source's question, method, evidence, claim and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Compare sources to explain agreement, conflict and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End with the gap and why your proposal follows from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5, pp. 59–79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An experiment reports better phishing-test scores.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case study finds warnings are ignored under time 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design paper proposes an interface but has not established effectiveness.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5, pp. 59–79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can each study actually establish?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How do at least two sources relate?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uncertainty remains for your question?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5, pp. 59–79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Build a three-source matrix and a 180-word comparative paragraph.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Compare evidence and end with a justified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5, pp. 59–79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Critical 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Synthesis • appraisal • grey literature • search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