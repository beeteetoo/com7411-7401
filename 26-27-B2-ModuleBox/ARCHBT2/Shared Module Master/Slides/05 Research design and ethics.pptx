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Research design and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97–112; Chapter 7, pp. 125–127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05 • LO1–2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Proposed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97–112; Chapter 7, pp. 125–127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Connect question → evidence → design → method →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An artefact needs evaluation; mixed methods need an integration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Consent, harm, privacy and access can change the design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97–112; Chapter 7, pp. 125–127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Click logs could describe warning use; interviews could explain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The proposal states where the two strands will be combined.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It also specifies data access, consent and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97–112; Chapter 7, pp. 125–127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would the method let you conclude?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alternative did you reject and why?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safeguard changes the procedure?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97–112; Chapter 7, pp. 125–127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Draw a design chain and name one specific risk, mitigation and rejected alternative.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Every link serves the question and is feasible and ethical.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97–112; Chapter 7, pp. 125–127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Proposed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Design • method • integration •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