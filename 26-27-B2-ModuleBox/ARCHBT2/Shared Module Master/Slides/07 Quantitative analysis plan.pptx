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Quantitative analysis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7, pp. 130–137; Chapter 6, pp. 107–109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28016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Topic 07 • LO2–3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63240"/>
            <a:ext cx="10332720" cy="13258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Portfolio link: Proposed Methodology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00600"/>
            <a:ext cx="10332720" cy="77724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300" b="0">
                <a:solidFill>
                  <a:srgbClr val="E2F0F4"/>
                </a:solidFill>
                <a:latin typeface="Aptos"/>
              </a:defRPr>
            </a:pPr>
            <a:r>
              <a:t>One shared concept set • track-specific live activity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Three ideas to take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7, pp. 130–137; Chapter 6, pp. 107–109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Define each variable and the observation it describes.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Choose a statistic to answer the question, not because software offers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Separate description, association and causal inference.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Worked computing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7, pp. 130–137; Chapter 6, pp. 107–109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The invented CSV compares five attempts per warning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Calculate correct-flag counts and median response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These ten cases cannot establish a population effect or causation.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Pause and test the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7, pp. 130–137; Chapter 6, pp. 107–109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Which measure fits the question?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What assumption does the comparison need?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What cannot be concluded?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Your individual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7, pp. 130–137; Chapter 6, pp. 107–109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20116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900" b="0">
                <a:solidFill>
                  <a:srgbClr val="FFFFFF"/>
                </a:solidFill>
                <a:latin typeface="Aptos"/>
              </a:defRPr>
            </a:pPr>
            <a:r>
              <a:t>Analyse the invented CSV and name the analysis planned for your proposal.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10515600" cy="137160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Success check: Method and interpretation fit the data and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Take it into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7, pp. 130–137; Chapter 6, pp. 107–109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14173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Report connection: Proposed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10515600" cy="14173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400" b="0">
                <a:solidFill>
                  <a:srgbClr val="FFFFFF"/>
                </a:solidFill>
                <a:latin typeface="Aptos"/>
              </a:defRPr>
            </a:pPr>
            <a:r>
              <a:t>Key terms: Variable • median • association • inference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0515600" cy="68580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100" b="0">
                <a:solidFill>
                  <a:srgbClr val="E2F0F4"/>
                </a:solidFill>
                <a:latin typeface="Aptos"/>
              </a:defRPr>
            </a:pPr>
            <a:r>
              <a:t>Use the numbered student note for the full explanation and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