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Proposal integration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09 • LO1–3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Full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The four report sections should form one argument.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Literature justifies the method; the method could answer the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Reflection names a real trade-off and suitable quality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gap in click-rate studies may justify contextual interviews.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small purposive sample offers depth, not a population estimate.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An audit trail and disconfirming cases could strengthen rigour.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Is the same question used throughout?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Could the data answer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Is the limitation specific to this design?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Peer-review a draft, record two revisions and improve the reflection before report 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A coherent, ethical and feasible report ready for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Chapters 3 and 5; Chapter 8, pp. 139–149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Full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Coherence • limitation • rigour •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