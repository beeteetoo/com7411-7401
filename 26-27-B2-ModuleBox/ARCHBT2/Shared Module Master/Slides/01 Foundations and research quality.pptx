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Foundations and research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1–3, pp. 1–36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01 • LO1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Background &amp;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1–3, pp. 1–36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Research asks a question whose answer is not yet established.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Connect the problem, existing knowledge, gap and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prototype can be a method; building it alone is not a finding.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1–3, pp. 1–36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browser warning is proposed for suspicious login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Compare recognition accuracy with an existing warning in a defined group.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The sample and evaluation design bound any claim of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1–3, pp. 1–36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is still uncertain?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Which observation could answer the question?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claim would the proposed evidence not support?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1–3, pp. 1–36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Write a 120-word provisional problem, significance and evidence statement.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Name a bounded uncertainty and plausible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1–3, pp. 1–36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Background &amp;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Problem • evidence • feasibility • artefact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